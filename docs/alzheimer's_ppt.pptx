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62" r:id="rId6"/>
    <p:sldId id="270" r:id="rId7"/>
    <p:sldId id="276" r:id="rId8"/>
    <p:sldId id="258" r:id="rId9"/>
    <p:sldId id="259" r:id="rId10"/>
    <p:sldId id="265" r:id="rId11"/>
    <p:sldId id="274" r:id="rId12"/>
    <p:sldId id="275" r:id="rId13"/>
    <p:sldId id="273" r:id="rId14"/>
  </p:sldIdLst>
  <p:sldSz cx="9144000" cy="5143500" type="screen16x9"/>
  <p:notesSz cx="6858000" cy="9144000"/>
  <p:embeddedFontLst>
    <p:embeddedFont>
      <p:font typeface="Inter Tight SemiBold"/>
      <p:bold r:id="rId18"/>
      <p:boldItalic r:id="rId19"/>
    </p:embeddedFont>
    <p:embeddedFont>
      <p:font typeface="Jost"/>
      <p:regular r:id="rId20"/>
      <p:bold r:id="rId21"/>
      <p:italic r:id="rId22"/>
      <p:boldItalic r:id="rId23"/>
    </p:embeddedFont>
    <p:embeddedFont>
      <p:font typeface="Nunito Light"/>
      <p:regular r:id="rId24"/>
      <p:italic r:id="rId25"/>
    </p:embeddedFont>
    <p:embeddedFont>
      <p:font typeface="Inter Tight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E87EF27-E776-4945-819F-33437760BF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51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587b8f5b72_0_1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587b8f5b72_0_1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Good morning everyone.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 am </a:t>
            </a:r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laasya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Today, we are presenting our project,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Neurological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Memory ,thinking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Early stage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Analyze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speech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Alzdx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upload speech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Early Detection is Challenging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first challenge is that Alzheimer's develops gradually.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its early stages, people may only experience very subtle changes in the way they speak or communicate. These changes are often difficult to notice, which leads to delayed diagnosis.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Existing Screening Methods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Another challenge is that current diagnosis usually involves clinical evaluations, cognitive tests, or brain imaging.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Although these methods are effective, they can be expensive, time-consuming, and are not practical for regular screening.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Need for an AI Solution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overcome these limitations, we propose an AI-based solution.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By </a:t>
            </a:r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analyzing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speech transcripts using machine learning, our system can identify early signs of Alzheimer's quickly and non-invasively.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makes early screening more accessible and can also assist healthcare professionals in the diagnostic process.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58a2ab4f22_1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58a2ab4f22_1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1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first objective is to develop an efficient machine learning model that provides high prediction accuracy while keeping computational complexity low.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2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second objective is to improve the robustness of speech transcript classification by minimizing the impact of transcription errors.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ensures that our model remains reliable even if the speech-to-text output contains minor mistakes.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3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third objective is to evaluate the performance of our model using standard metrics such as Accuracy, Precision, Recall, and F1-Score, and compare it with existing approaches.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4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Finally, we developed a user-friendly web application called </a:t>
            </a:r>
            <a:r>
              <a:rPr lang="en-IN" sz="1100" b="1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AlzDx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Through </a:t>
            </a:r>
            <a:r>
              <a:rPr lang="en-IN" sz="1100" b="1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AlzDx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users can upload speech transcripts, and the system predicts whether the speech patterns indicate possible Alzheimer's disease. This makes the solution simple, accessible, and easy to use.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e4d4049e52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1e4d4049e52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5890be305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5890be305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1e4ab3d9b9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1e4ab3d9b9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1e4d4049e52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1e4d4049e52_0_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79700"/>
            <a:ext cx="5259900" cy="17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003075"/>
            <a:ext cx="4338300" cy="326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8069386" y="190427"/>
            <a:ext cx="742674" cy="1013412"/>
            <a:chOff x="8069386" y="190427"/>
            <a:chExt cx="742674" cy="1013412"/>
          </a:xfrm>
        </p:grpSpPr>
        <p:sp>
          <p:nvSpPr>
            <p:cNvPr id="13" name="Google Shape;13;p2"/>
            <p:cNvSpPr/>
            <p:nvPr/>
          </p:nvSpPr>
          <p:spPr>
            <a:xfrm rot="924788">
              <a:off x="8122385" y="230536"/>
              <a:ext cx="362425" cy="447867"/>
            </a:xfrm>
            <a:custGeom>
              <a:avLst/>
              <a:gdLst/>
              <a:ahLst/>
              <a:cxnLst/>
              <a:rect l="l" t="t" r="r" b="b"/>
              <a:pathLst>
                <a:path w="19648" h="24280" extrusionOk="0">
                  <a:moveTo>
                    <a:pt x="10458" y="1"/>
                  </a:moveTo>
                  <a:cubicBezTo>
                    <a:pt x="9044" y="1"/>
                    <a:pt x="7472" y="447"/>
                    <a:pt x="5818" y="1333"/>
                  </a:cubicBezTo>
                  <a:cubicBezTo>
                    <a:pt x="1307" y="3707"/>
                    <a:pt x="1" y="7863"/>
                    <a:pt x="2432" y="12493"/>
                  </a:cubicBezTo>
                  <a:lnTo>
                    <a:pt x="6768" y="10237"/>
                  </a:lnTo>
                  <a:cubicBezTo>
                    <a:pt x="5818" y="8281"/>
                    <a:pt x="6113" y="6975"/>
                    <a:pt x="7656" y="6144"/>
                  </a:cubicBezTo>
                  <a:cubicBezTo>
                    <a:pt x="8208" y="5844"/>
                    <a:pt x="8716" y="5687"/>
                    <a:pt x="9173" y="5687"/>
                  </a:cubicBezTo>
                  <a:cubicBezTo>
                    <a:pt x="9894" y="5687"/>
                    <a:pt x="10487" y="6078"/>
                    <a:pt x="10923" y="6913"/>
                  </a:cubicBezTo>
                  <a:cubicBezTo>
                    <a:pt x="12524" y="9943"/>
                    <a:pt x="8786" y="12255"/>
                    <a:pt x="11337" y="17123"/>
                  </a:cubicBezTo>
                  <a:lnTo>
                    <a:pt x="15554" y="14867"/>
                  </a:lnTo>
                  <a:cubicBezTo>
                    <a:pt x="13592" y="11187"/>
                    <a:pt x="18104" y="7981"/>
                    <a:pt x="15611" y="3232"/>
                  </a:cubicBezTo>
                  <a:cubicBezTo>
                    <a:pt x="14457" y="1069"/>
                    <a:pt x="12646" y="1"/>
                    <a:pt x="10458" y="1"/>
                  </a:cubicBezTo>
                  <a:close/>
                  <a:moveTo>
                    <a:pt x="16178" y="18029"/>
                  </a:moveTo>
                  <a:cubicBezTo>
                    <a:pt x="15677" y="18029"/>
                    <a:pt x="15159" y="18161"/>
                    <a:pt x="14661" y="18429"/>
                  </a:cubicBezTo>
                  <a:cubicBezTo>
                    <a:pt x="13060" y="19260"/>
                    <a:pt x="12586" y="20984"/>
                    <a:pt x="13417" y="22585"/>
                  </a:cubicBezTo>
                  <a:cubicBezTo>
                    <a:pt x="13986" y="23683"/>
                    <a:pt x="14971" y="24279"/>
                    <a:pt x="16050" y="24279"/>
                  </a:cubicBezTo>
                  <a:cubicBezTo>
                    <a:pt x="16548" y="24279"/>
                    <a:pt x="17066" y="24153"/>
                    <a:pt x="17572" y="23891"/>
                  </a:cubicBezTo>
                  <a:cubicBezTo>
                    <a:pt x="19115" y="23059"/>
                    <a:pt x="19647" y="21340"/>
                    <a:pt x="18816" y="19735"/>
                  </a:cubicBezTo>
                  <a:cubicBezTo>
                    <a:pt x="18215" y="18610"/>
                    <a:pt x="17231" y="18029"/>
                    <a:pt x="16178" y="180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590837" y="877614"/>
              <a:ext cx="221222" cy="326226"/>
            </a:xfrm>
            <a:custGeom>
              <a:avLst/>
              <a:gdLst/>
              <a:ahLst/>
              <a:cxnLst/>
              <a:rect l="l" t="t" r="r" b="b"/>
              <a:pathLst>
                <a:path w="11992" h="17684" extrusionOk="0">
                  <a:moveTo>
                    <a:pt x="5288" y="1"/>
                  </a:moveTo>
                  <a:cubicBezTo>
                    <a:pt x="2688" y="1"/>
                    <a:pt x="782" y="1565"/>
                    <a:pt x="0" y="4495"/>
                  </a:cubicBezTo>
                  <a:lnTo>
                    <a:pt x="3381" y="5326"/>
                  </a:lnTo>
                  <a:cubicBezTo>
                    <a:pt x="3678" y="4139"/>
                    <a:pt x="4305" y="3529"/>
                    <a:pt x="5193" y="3529"/>
                  </a:cubicBezTo>
                  <a:cubicBezTo>
                    <a:pt x="5370" y="3529"/>
                    <a:pt x="5558" y="3553"/>
                    <a:pt x="5756" y="3602"/>
                  </a:cubicBezTo>
                  <a:cubicBezTo>
                    <a:pt x="6824" y="3901"/>
                    <a:pt x="7361" y="4495"/>
                    <a:pt x="7124" y="5564"/>
                  </a:cubicBezTo>
                  <a:cubicBezTo>
                    <a:pt x="6530" y="7876"/>
                    <a:pt x="3443" y="7344"/>
                    <a:pt x="2493" y="11144"/>
                  </a:cubicBezTo>
                  <a:lnTo>
                    <a:pt x="5756" y="11913"/>
                  </a:lnTo>
                  <a:cubicBezTo>
                    <a:pt x="6468" y="9064"/>
                    <a:pt x="10386" y="9538"/>
                    <a:pt x="11279" y="5858"/>
                  </a:cubicBezTo>
                  <a:cubicBezTo>
                    <a:pt x="11991" y="3127"/>
                    <a:pt x="10329" y="1052"/>
                    <a:pt x="7062" y="221"/>
                  </a:cubicBezTo>
                  <a:cubicBezTo>
                    <a:pt x="6441" y="74"/>
                    <a:pt x="5848" y="1"/>
                    <a:pt x="5288" y="1"/>
                  </a:cubicBezTo>
                  <a:close/>
                  <a:moveTo>
                    <a:pt x="2997" y="13323"/>
                  </a:moveTo>
                  <a:cubicBezTo>
                    <a:pt x="2031" y="13323"/>
                    <a:pt x="1255" y="13908"/>
                    <a:pt x="1007" y="14943"/>
                  </a:cubicBezTo>
                  <a:cubicBezTo>
                    <a:pt x="713" y="16187"/>
                    <a:pt x="1306" y="17317"/>
                    <a:pt x="2550" y="17612"/>
                  </a:cubicBezTo>
                  <a:cubicBezTo>
                    <a:pt x="2752" y="17660"/>
                    <a:pt x="2950" y="17684"/>
                    <a:pt x="3140" y="17684"/>
                  </a:cubicBezTo>
                  <a:cubicBezTo>
                    <a:pt x="4125" y="17684"/>
                    <a:pt x="4916" y="17054"/>
                    <a:pt x="5162" y="16011"/>
                  </a:cubicBezTo>
                  <a:cubicBezTo>
                    <a:pt x="5519" y="14762"/>
                    <a:pt x="4806" y="13694"/>
                    <a:pt x="3619" y="13399"/>
                  </a:cubicBezTo>
                  <a:cubicBezTo>
                    <a:pt x="3406" y="13348"/>
                    <a:pt x="3197" y="13323"/>
                    <a:pt x="2997" y="133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5" name="Google Shape;15;p2"/>
          <p:cNvCxnSpPr/>
          <p:nvPr/>
        </p:nvCxnSpPr>
        <p:spPr>
          <a:xfrm rot="10800000">
            <a:off x="75" y="4895850"/>
            <a:ext cx="5907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7"/>
          <p:cNvSpPr txBox="1">
            <a:spLocks noGrp="1"/>
          </p:cNvSpPr>
          <p:nvPr>
            <p:ph type="subTitle" idx="1"/>
          </p:nvPr>
        </p:nvSpPr>
        <p:spPr>
          <a:xfrm>
            <a:off x="713225" y="1749925"/>
            <a:ext cx="39915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2" name="Google Shape;82;p7"/>
          <p:cNvSpPr/>
          <p:nvPr/>
        </p:nvSpPr>
        <p:spPr>
          <a:xfrm>
            <a:off x="8191376" y="940325"/>
            <a:ext cx="841997" cy="633539"/>
          </a:xfrm>
          <a:custGeom>
            <a:avLst/>
            <a:gdLst/>
            <a:ahLst/>
            <a:cxnLst/>
            <a:rect l="l" t="t" r="r" b="b"/>
            <a:pathLst>
              <a:path w="45293" h="34075" extrusionOk="0">
                <a:moveTo>
                  <a:pt x="22616" y="1"/>
                </a:moveTo>
                <a:cubicBezTo>
                  <a:pt x="10150" y="1"/>
                  <a:pt x="1" y="6830"/>
                  <a:pt x="1" y="15316"/>
                </a:cubicBezTo>
                <a:cubicBezTo>
                  <a:pt x="1" y="20721"/>
                  <a:pt x="4213" y="25470"/>
                  <a:pt x="10567" y="28200"/>
                </a:cubicBezTo>
                <a:lnTo>
                  <a:pt x="5106" y="34075"/>
                </a:lnTo>
                <a:lnTo>
                  <a:pt x="18403" y="30276"/>
                </a:lnTo>
                <a:cubicBezTo>
                  <a:pt x="19766" y="30456"/>
                  <a:pt x="21191" y="30575"/>
                  <a:pt x="22616" y="30575"/>
                </a:cubicBezTo>
                <a:cubicBezTo>
                  <a:pt x="35144" y="30575"/>
                  <a:pt x="45292" y="23746"/>
                  <a:pt x="45292" y="15316"/>
                </a:cubicBezTo>
                <a:cubicBezTo>
                  <a:pt x="45292" y="6830"/>
                  <a:pt x="35144" y="1"/>
                  <a:pt x="226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7"/>
          <p:cNvSpPr/>
          <p:nvPr/>
        </p:nvSpPr>
        <p:spPr>
          <a:xfrm>
            <a:off x="8332423" y="1000835"/>
            <a:ext cx="559618" cy="442753"/>
          </a:xfrm>
          <a:custGeom>
            <a:avLst/>
            <a:gdLst/>
            <a:ahLst/>
            <a:cxnLst/>
            <a:rect l="l" t="t" r="r" b="b"/>
            <a:pathLst>
              <a:path w="167050" h="132165" extrusionOk="0">
                <a:moveTo>
                  <a:pt x="84782" y="7941"/>
                </a:moveTo>
                <a:cubicBezTo>
                  <a:pt x="83525" y="8993"/>
                  <a:pt x="82340" y="10133"/>
                  <a:pt x="81224" y="11348"/>
                </a:cubicBezTo>
                <a:lnTo>
                  <a:pt x="81224" y="11348"/>
                </a:lnTo>
                <a:cubicBezTo>
                  <a:pt x="79184" y="10935"/>
                  <a:pt x="77120" y="10582"/>
                  <a:pt x="75041" y="10291"/>
                </a:cubicBezTo>
                <a:lnTo>
                  <a:pt x="75041" y="10291"/>
                </a:lnTo>
                <a:cubicBezTo>
                  <a:pt x="78110" y="9046"/>
                  <a:pt x="81426" y="8313"/>
                  <a:pt x="84782" y="7941"/>
                </a:cubicBezTo>
                <a:close/>
                <a:moveTo>
                  <a:pt x="72453" y="11500"/>
                </a:moveTo>
                <a:cubicBezTo>
                  <a:pt x="74974" y="11768"/>
                  <a:pt x="77547" y="12126"/>
                  <a:pt x="80132" y="12587"/>
                </a:cubicBezTo>
                <a:lnTo>
                  <a:pt x="80132" y="12587"/>
                </a:lnTo>
                <a:cubicBezTo>
                  <a:pt x="78204" y="14867"/>
                  <a:pt x="76501" y="17378"/>
                  <a:pt x="75017" y="20044"/>
                </a:cubicBezTo>
                <a:lnTo>
                  <a:pt x="75017" y="20044"/>
                </a:lnTo>
                <a:cubicBezTo>
                  <a:pt x="72273" y="19692"/>
                  <a:pt x="69483" y="19526"/>
                  <a:pt x="66678" y="19526"/>
                </a:cubicBezTo>
                <a:cubicBezTo>
                  <a:pt x="65700" y="19526"/>
                  <a:pt x="64721" y="19547"/>
                  <a:pt x="63741" y="19586"/>
                </a:cubicBezTo>
                <a:lnTo>
                  <a:pt x="63741" y="19586"/>
                </a:lnTo>
                <a:cubicBezTo>
                  <a:pt x="64658" y="18129"/>
                  <a:pt x="65726" y="16771"/>
                  <a:pt x="66953" y="15543"/>
                </a:cubicBezTo>
                <a:cubicBezTo>
                  <a:pt x="68597" y="13899"/>
                  <a:pt x="70452" y="12568"/>
                  <a:pt x="72453" y="11500"/>
                </a:cubicBezTo>
                <a:close/>
                <a:moveTo>
                  <a:pt x="75694" y="21523"/>
                </a:moveTo>
                <a:lnTo>
                  <a:pt x="75694" y="21523"/>
                </a:lnTo>
                <a:cubicBezTo>
                  <a:pt x="81586" y="22300"/>
                  <a:pt x="87245" y="23958"/>
                  <a:pt x="92219" y="26779"/>
                </a:cubicBezTo>
                <a:lnTo>
                  <a:pt x="92219" y="26779"/>
                </a:lnTo>
                <a:cubicBezTo>
                  <a:pt x="91479" y="26763"/>
                  <a:pt x="90744" y="26755"/>
                  <a:pt x="90016" y="26755"/>
                </a:cubicBezTo>
                <a:cubicBezTo>
                  <a:pt x="87740" y="26755"/>
                  <a:pt x="85532" y="26829"/>
                  <a:pt x="83437" y="26955"/>
                </a:cubicBezTo>
                <a:cubicBezTo>
                  <a:pt x="79961" y="27177"/>
                  <a:pt x="76456" y="27576"/>
                  <a:pt x="72989" y="28197"/>
                </a:cubicBezTo>
                <a:lnTo>
                  <a:pt x="72989" y="28197"/>
                </a:lnTo>
                <a:cubicBezTo>
                  <a:pt x="73009" y="28128"/>
                  <a:pt x="73029" y="28059"/>
                  <a:pt x="73049" y="27990"/>
                </a:cubicBezTo>
                <a:lnTo>
                  <a:pt x="73049" y="27990"/>
                </a:lnTo>
                <a:cubicBezTo>
                  <a:pt x="77842" y="27261"/>
                  <a:pt x="82678" y="26817"/>
                  <a:pt x="87482" y="26638"/>
                </a:cubicBezTo>
                <a:cubicBezTo>
                  <a:pt x="88327" y="26558"/>
                  <a:pt x="88350" y="25208"/>
                  <a:pt x="87553" y="25208"/>
                </a:cubicBezTo>
                <a:cubicBezTo>
                  <a:pt x="87530" y="25208"/>
                  <a:pt x="87507" y="25209"/>
                  <a:pt x="87482" y="25211"/>
                </a:cubicBezTo>
                <a:cubicBezTo>
                  <a:pt x="82826" y="25393"/>
                  <a:pt x="78157" y="25816"/>
                  <a:pt x="73525" y="26499"/>
                </a:cubicBezTo>
                <a:lnTo>
                  <a:pt x="73525" y="26499"/>
                </a:lnTo>
                <a:cubicBezTo>
                  <a:pt x="74115" y="24800"/>
                  <a:pt x="74854" y="23131"/>
                  <a:pt x="75694" y="21523"/>
                </a:cubicBezTo>
                <a:close/>
                <a:moveTo>
                  <a:pt x="81565" y="12854"/>
                </a:moveTo>
                <a:lnTo>
                  <a:pt x="81565" y="12854"/>
                </a:lnTo>
                <a:cubicBezTo>
                  <a:pt x="93610" y="15184"/>
                  <a:pt x="105775" y="19829"/>
                  <a:pt x="114225" y="28256"/>
                </a:cubicBezTo>
                <a:lnTo>
                  <a:pt x="114225" y="28256"/>
                </a:lnTo>
                <a:cubicBezTo>
                  <a:pt x="111985" y="27854"/>
                  <a:pt x="109726" y="27655"/>
                  <a:pt x="107522" y="27655"/>
                </a:cubicBezTo>
                <a:cubicBezTo>
                  <a:pt x="107234" y="27655"/>
                  <a:pt x="106947" y="27658"/>
                  <a:pt x="106661" y="27665"/>
                </a:cubicBezTo>
                <a:cubicBezTo>
                  <a:pt x="105761" y="27684"/>
                  <a:pt x="104859" y="27728"/>
                  <a:pt x="103957" y="27796"/>
                </a:cubicBezTo>
                <a:lnTo>
                  <a:pt x="103957" y="27796"/>
                </a:lnTo>
                <a:cubicBezTo>
                  <a:pt x="100932" y="27310"/>
                  <a:pt x="97873" y="27018"/>
                  <a:pt x="94873" y="26872"/>
                </a:cubicBezTo>
                <a:lnTo>
                  <a:pt x="94873" y="26872"/>
                </a:lnTo>
                <a:cubicBezTo>
                  <a:pt x="93994" y="26306"/>
                  <a:pt x="93087" y="25777"/>
                  <a:pt x="92155" y="25287"/>
                </a:cubicBezTo>
                <a:cubicBezTo>
                  <a:pt x="87280" y="22708"/>
                  <a:pt x="81941" y="21081"/>
                  <a:pt x="76394" y="20237"/>
                </a:cubicBezTo>
                <a:lnTo>
                  <a:pt x="76394" y="20237"/>
                </a:lnTo>
                <a:cubicBezTo>
                  <a:pt x="77937" y="17513"/>
                  <a:pt x="79743" y="14999"/>
                  <a:pt x="81565" y="12854"/>
                </a:cubicBezTo>
                <a:close/>
                <a:moveTo>
                  <a:pt x="97149" y="28468"/>
                </a:moveTo>
                <a:cubicBezTo>
                  <a:pt x="97490" y="28496"/>
                  <a:pt x="97830" y="28525"/>
                  <a:pt x="98171" y="28557"/>
                </a:cubicBezTo>
                <a:lnTo>
                  <a:pt x="98171" y="28557"/>
                </a:lnTo>
                <a:cubicBezTo>
                  <a:pt x="97929" y="28602"/>
                  <a:pt x="97687" y="28649"/>
                  <a:pt x="97445" y="28697"/>
                </a:cubicBezTo>
                <a:lnTo>
                  <a:pt x="97445" y="28697"/>
                </a:lnTo>
                <a:cubicBezTo>
                  <a:pt x="97347" y="28620"/>
                  <a:pt x="97248" y="28544"/>
                  <a:pt x="97149" y="28468"/>
                </a:cubicBezTo>
                <a:close/>
                <a:moveTo>
                  <a:pt x="67148" y="20982"/>
                </a:moveTo>
                <a:cubicBezTo>
                  <a:pt x="69548" y="20982"/>
                  <a:pt x="71945" y="21101"/>
                  <a:pt x="74311" y="21357"/>
                </a:cubicBezTo>
                <a:lnTo>
                  <a:pt x="74311" y="21357"/>
                </a:lnTo>
                <a:cubicBezTo>
                  <a:pt x="74071" y="21818"/>
                  <a:pt x="73838" y="22283"/>
                  <a:pt x="73610" y="22751"/>
                </a:cubicBezTo>
                <a:cubicBezTo>
                  <a:pt x="72983" y="24055"/>
                  <a:pt x="72448" y="25386"/>
                  <a:pt x="72016" y="26731"/>
                </a:cubicBezTo>
                <a:lnTo>
                  <a:pt x="72016" y="26731"/>
                </a:lnTo>
                <a:cubicBezTo>
                  <a:pt x="67955" y="27381"/>
                  <a:pt x="63928" y="28232"/>
                  <a:pt x="59966" y="29298"/>
                </a:cubicBezTo>
                <a:lnTo>
                  <a:pt x="59966" y="29298"/>
                </a:lnTo>
                <a:cubicBezTo>
                  <a:pt x="60550" y="26416"/>
                  <a:pt x="61499" y="23638"/>
                  <a:pt x="62857" y="21106"/>
                </a:cubicBezTo>
                <a:lnTo>
                  <a:pt x="62857" y="21106"/>
                </a:lnTo>
                <a:cubicBezTo>
                  <a:pt x="64284" y="21025"/>
                  <a:pt x="65717" y="20982"/>
                  <a:pt x="67148" y="20982"/>
                </a:cubicBezTo>
                <a:close/>
                <a:moveTo>
                  <a:pt x="107975" y="1444"/>
                </a:moveTo>
                <a:cubicBezTo>
                  <a:pt x="109864" y="1444"/>
                  <a:pt x="111758" y="1574"/>
                  <a:pt x="113635" y="1829"/>
                </a:cubicBezTo>
                <a:cubicBezTo>
                  <a:pt x="119460" y="2610"/>
                  <a:pt x="125178" y="4621"/>
                  <a:pt x="130252" y="7676"/>
                </a:cubicBezTo>
                <a:lnTo>
                  <a:pt x="130252" y="7676"/>
                </a:lnTo>
                <a:cubicBezTo>
                  <a:pt x="130354" y="7854"/>
                  <a:pt x="130524" y="7980"/>
                  <a:pt x="130746" y="7980"/>
                </a:cubicBezTo>
                <a:cubicBezTo>
                  <a:pt x="130747" y="7980"/>
                  <a:pt x="130748" y="7980"/>
                  <a:pt x="130749" y="7980"/>
                </a:cubicBezTo>
                <a:lnTo>
                  <a:pt x="130749" y="7980"/>
                </a:lnTo>
                <a:cubicBezTo>
                  <a:pt x="135272" y="10789"/>
                  <a:pt x="139261" y="14437"/>
                  <a:pt x="142323" y="18789"/>
                </a:cubicBezTo>
                <a:cubicBezTo>
                  <a:pt x="144729" y="22239"/>
                  <a:pt x="146332" y="26058"/>
                  <a:pt x="147169" y="30015"/>
                </a:cubicBezTo>
                <a:lnTo>
                  <a:pt x="147169" y="30015"/>
                </a:lnTo>
                <a:cubicBezTo>
                  <a:pt x="145448" y="28066"/>
                  <a:pt x="143616" y="26243"/>
                  <a:pt x="141689" y="24577"/>
                </a:cubicBezTo>
                <a:cubicBezTo>
                  <a:pt x="133923" y="17762"/>
                  <a:pt x="124172" y="13324"/>
                  <a:pt x="114427" y="10230"/>
                </a:cubicBezTo>
                <a:cubicBezTo>
                  <a:pt x="107451" y="7980"/>
                  <a:pt x="98885" y="6213"/>
                  <a:pt x="90538" y="6213"/>
                </a:cubicBezTo>
                <a:cubicBezTo>
                  <a:pt x="90191" y="6213"/>
                  <a:pt x="89844" y="6216"/>
                  <a:pt x="89498" y="6222"/>
                </a:cubicBezTo>
                <a:lnTo>
                  <a:pt x="89498" y="6222"/>
                </a:lnTo>
                <a:cubicBezTo>
                  <a:pt x="95038" y="2979"/>
                  <a:pt x="101480" y="1444"/>
                  <a:pt x="107975" y="1444"/>
                </a:cubicBezTo>
                <a:close/>
                <a:moveTo>
                  <a:pt x="141314" y="5587"/>
                </a:moveTo>
                <a:cubicBezTo>
                  <a:pt x="143716" y="5587"/>
                  <a:pt x="146020" y="6152"/>
                  <a:pt x="147947" y="7694"/>
                </a:cubicBezTo>
                <a:cubicBezTo>
                  <a:pt x="151592" y="10547"/>
                  <a:pt x="151751" y="15936"/>
                  <a:pt x="151275" y="20057"/>
                </a:cubicBezTo>
                <a:cubicBezTo>
                  <a:pt x="150925" y="23462"/>
                  <a:pt x="150029" y="26963"/>
                  <a:pt x="148684" y="30353"/>
                </a:cubicBezTo>
                <a:lnTo>
                  <a:pt x="148684" y="30353"/>
                </a:lnTo>
                <a:cubicBezTo>
                  <a:pt x="148544" y="29612"/>
                  <a:pt x="148379" y="28874"/>
                  <a:pt x="148188" y="28140"/>
                </a:cubicBezTo>
                <a:cubicBezTo>
                  <a:pt x="145943" y="19444"/>
                  <a:pt x="139859" y="12323"/>
                  <a:pt x="132424" y="7419"/>
                </a:cubicBezTo>
                <a:lnTo>
                  <a:pt x="132424" y="7419"/>
                </a:lnTo>
                <a:cubicBezTo>
                  <a:pt x="135180" y="6463"/>
                  <a:pt x="138323" y="5587"/>
                  <a:pt x="141314" y="5587"/>
                </a:cubicBezTo>
                <a:close/>
                <a:moveTo>
                  <a:pt x="109900" y="29031"/>
                </a:moveTo>
                <a:lnTo>
                  <a:pt x="109900" y="29031"/>
                </a:lnTo>
                <a:cubicBezTo>
                  <a:pt x="111860" y="29136"/>
                  <a:pt x="113799" y="29389"/>
                  <a:pt x="115700" y="29809"/>
                </a:cubicBezTo>
                <a:lnTo>
                  <a:pt x="115700" y="29809"/>
                </a:lnTo>
                <a:cubicBezTo>
                  <a:pt x="116192" y="30356"/>
                  <a:pt x="116669" y="30918"/>
                  <a:pt x="117130" y="31495"/>
                </a:cubicBezTo>
                <a:lnTo>
                  <a:pt x="117130" y="31495"/>
                </a:lnTo>
                <a:cubicBezTo>
                  <a:pt x="114829" y="30492"/>
                  <a:pt x="112400" y="29680"/>
                  <a:pt x="109900" y="29031"/>
                </a:cubicBezTo>
                <a:close/>
                <a:moveTo>
                  <a:pt x="71580" y="28223"/>
                </a:moveTo>
                <a:cubicBezTo>
                  <a:pt x="71558" y="28307"/>
                  <a:pt x="71536" y="28392"/>
                  <a:pt x="71515" y="28476"/>
                </a:cubicBezTo>
                <a:lnTo>
                  <a:pt x="71515" y="28476"/>
                </a:lnTo>
                <a:cubicBezTo>
                  <a:pt x="67413" y="29291"/>
                  <a:pt x="63380" y="30431"/>
                  <a:pt x="59530" y="31977"/>
                </a:cubicBezTo>
                <a:lnTo>
                  <a:pt x="59530" y="31977"/>
                </a:lnTo>
                <a:cubicBezTo>
                  <a:pt x="59577" y="31593"/>
                  <a:pt x="59631" y="31210"/>
                  <a:pt x="59691" y="30829"/>
                </a:cubicBezTo>
                <a:lnTo>
                  <a:pt x="59691" y="30829"/>
                </a:lnTo>
                <a:cubicBezTo>
                  <a:pt x="63590" y="29749"/>
                  <a:pt x="67568" y="28885"/>
                  <a:pt x="71580" y="28223"/>
                </a:cubicBezTo>
                <a:close/>
                <a:moveTo>
                  <a:pt x="89445" y="28174"/>
                </a:moveTo>
                <a:cubicBezTo>
                  <a:pt x="90538" y="28174"/>
                  <a:pt x="91628" y="28191"/>
                  <a:pt x="92713" y="28223"/>
                </a:cubicBezTo>
                <a:cubicBezTo>
                  <a:pt x="93363" y="28243"/>
                  <a:pt x="94016" y="28270"/>
                  <a:pt x="94672" y="28305"/>
                </a:cubicBezTo>
                <a:lnTo>
                  <a:pt x="94672" y="28305"/>
                </a:lnTo>
                <a:cubicBezTo>
                  <a:pt x="95033" y="28550"/>
                  <a:pt x="95389" y="28803"/>
                  <a:pt x="95741" y="29063"/>
                </a:cubicBezTo>
                <a:lnTo>
                  <a:pt x="95741" y="29063"/>
                </a:lnTo>
                <a:cubicBezTo>
                  <a:pt x="87577" y="30944"/>
                  <a:pt x="79621" y="34585"/>
                  <a:pt x="72607" y="39228"/>
                </a:cubicBezTo>
                <a:lnTo>
                  <a:pt x="72607" y="39228"/>
                </a:lnTo>
                <a:cubicBezTo>
                  <a:pt x="71784" y="36131"/>
                  <a:pt x="71891" y="32874"/>
                  <a:pt x="72618" y="29656"/>
                </a:cubicBezTo>
                <a:lnTo>
                  <a:pt x="72618" y="29656"/>
                </a:lnTo>
                <a:cubicBezTo>
                  <a:pt x="78163" y="28612"/>
                  <a:pt x="83846" y="28174"/>
                  <a:pt x="89445" y="28174"/>
                </a:cubicBezTo>
                <a:close/>
                <a:moveTo>
                  <a:pt x="90701" y="7629"/>
                </a:moveTo>
                <a:cubicBezTo>
                  <a:pt x="92543" y="7629"/>
                  <a:pt x="94360" y="7712"/>
                  <a:pt x="96117" y="7852"/>
                </a:cubicBezTo>
                <a:cubicBezTo>
                  <a:pt x="107688" y="8803"/>
                  <a:pt x="119182" y="12531"/>
                  <a:pt x="129402" y="17996"/>
                </a:cubicBezTo>
                <a:cubicBezTo>
                  <a:pt x="136472" y="21742"/>
                  <a:pt x="142608" y="26870"/>
                  <a:pt x="147572" y="32917"/>
                </a:cubicBezTo>
                <a:lnTo>
                  <a:pt x="147572" y="32917"/>
                </a:lnTo>
                <a:cubicBezTo>
                  <a:pt x="144969" y="38435"/>
                  <a:pt x="141197" y="43504"/>
                  <a:pt x="136702" y="47186"/>
                </a:cubicBezTo>
                <a:lnTo>
                  <a:pt x="136702" y="47186"/>
                </a:lnTo>
                <a:cubicBezTo>
                  <a:pt x="134784" y="37262"/>
                  <a:pt x="126251" y="31202"/>
                  <a:pt x="116834" y="28819"/>
                </a:cubicBezTo>
                <a:lnTo>
                  <a:pt x="116834" y="28819"/>
                </a:lnTo>
                <a:cubicBezTo>
                  <a:pt x="116382" y="28312"/>
                  <a:pt x="115922" y="27821"/>
                  <a:pt x="115454" y="27348"/>
                </a:cubicBezTo>
                <a:cubicBezTo>
                  <a:pt x="108956" y="20773"/>
                  <a:pt x="100080" y="16728"/>
                  <a:pt x="91362" y="13958"/>
                </a:cubicBezTo>
                <a:cubicBezTo>
                  <a:pt x="88526" y="13064"/>
                  <a:pt x="85613" y="12292"/>
                  <a:pt x="82648" y="11647"/>
                </a:cubicBezTo>
                <a:lnTo>
                  <a:pt x="82648" y="11647"/>
                </a:lnTo>
                <a:cubicBezTo>
                  <a:pt x="84038" y="10179"/>
                  <a:pt x="85548" y="8877"/>
                  <a:pt x="87153" y="7737"/>
                </a:cubicBezTo>
                <a:lnTo>
                  <a:pt x="87153" y="7737"/>
                </a:lnTo>
                <a:cubicBezTo>
                  <a:pt x="88339" y="7662"/>
                  <a:pt x="89525" y="7629"/>
                  <a:pt x="90701" y="7629"/>
                </a:cubicBezTo>
                <a:close/>
                <a:moveTo>
                  <a:pt x="71189" y="29939"/>
                </a:moveTo>
                <a:cubicBezTo>
                  <a:pt x="70535" y="33329"/>
                  <a:pt x="70581" y="36740"/>
                  <a:pt x="71507" y="39969"/>
                </a:cubicBezTo>
                <a:lnTo>
                  <a:pt x="71507" y="39969"/>
                </a:lnTo>
                <a:cubicBezTo>
                  <a:pt x="69095" y="41626"/>
                  <a:pt x="66801" y="43400"/>
                  <a:pt x="64658" y="45258"/>
                </a:cubicBezTo>
                <a:cubicBezTo>
                  <a:pt x="63418" y="46333"/>
                  <a:pt x="62211" y="47450"/>
                  <a:pt x="61043" y="48606"/>
                </a:cubicBezTo>
                <a:lnTo>
                  <a:pt x="61043" y="48606"/>
                </a:lnTo>
                <a:cubicBezTo>
                  <a:pt x="61033" y="48574"/>
                  <a:pt x="61023" y="48542"/>
                  <a:pt x="61013" y="48511"/>
                </a:cubicBezTo>
                <a:cubicBezTo>
                  <a:pt x="59574" y="43919"/>
                  <a:pt x="58949" y="38674"/>
                  <a:pt x="59369" y="33534"/>
                </a:cubicBezTo>
                <a:lnTo>
                  <a:pt x="59369" y="33534"/>
                </a:lnTo>
                <a:cubicBezTo>
                  <a:pt x="59842" y="33340"/>
                  <a:pt x="60310" y="33155"/>
                  <a:pt x="60772" y="32978"/>
                </a:cubicBezTo>
                <a:cubicBezTo>
                  <a:pt x="64141" y="31677"/>
                  <a:pt x="67633" y="30679"/>
                  <a:pt x="71189" y="29939"/>
                </a:cubicBezTo>
                <a:close/>
                <a:moveTo>
                  <a:pt x="97188" y="30195"/>
                </a:moveTo>
                <a:cubicBezTo>
                  <a:pt x="98493" y="31275"/>
                  <a:pt x="99725" y="32464"/>
                  <a:pt x="100872" y="33770"/>
                </a:cubicBezTo>
                <a:cubicBezTo>
                  <a:pt x="103853" y="37168"/>
                  <a:pt x="105794" y="41326"/>
                  <a:pt x="106827" y="45744"/>
                </a:cubicBezTo>
                <a:lnTo>
                  <a:pt x="106827" y="45744"/>
                </a:lnTo>
                <a:cubicBezTo>
                  <a:pt x="104661" y="45544"/>
                  <a:pt x="102505" y="45450"/>
                  <a:pt x="100397" y="45450"/>
                </a:cubicBezTo>
                <a:cubicBezTo>
                  <a:pt x="98973" y="45450"/>
                  <a:pt x="97570" y="45493"/>
                  <a:pt x="96200" y="45575"/>
                </a:cubicBezTo>
                <a:cubicBezTo>
                  <a:pt x="90466" y="45951"/>
                  <a:pt x="84620" y="46941"/>
                  <a:pt x="79060" y="48741"/>
                </a:cubicBezTo>
                <a:lnTo>
                  <a:pt x="79060" y="48741"/>
                </a:lnTo>
                <a:cubicBezTo>
                  <a:pt x="77440" y="47400"/>
                  <a:pt x="75999" y="45852"/>
                  <a:pt x="74802" y="44073"/>
                </a:cubicBezTo>
                <a:cubicBezTo>
                  <a:pt x="74069" y="42978"/>
                  <a:pt x="73497" y="41844"/>
                  <a:pt x="73067" y="40682"/>
                </a:cubicBezTo>
                <a:lnTo>
                  <a:pt x="73067" y="40682"/>
                </a:lnTo>
                <a:cubicBezTo>
                  <a:pt x="74344" y="39838"/>
                  <a:pt x="75637" y="39039"/>
                  <a:pt x="76939" y="38284"/>
                </a:cubicBezTo>
                <a:cubicBezTo>
                  <a:pt x="82893" y="34834"/>
                  <a:pt x="89930" y="31803"/>
                  <a:pt x="97188" y="30195"/>
                </a:cubicBezTo>
                <a:close/>
                <a:moveTo>
                  <a:pt x="60182" y="10859"/>
                </a:moveTo>
                <a:cubicBezTo>
                  <a:pt x="63555" y="10859"/>
                  <a:pt x="66842" y="11007"/>
                  <a:pt x="69965" y="11263"/>
                </a:cubicBezTo>
                <a:cubicBezTo>
                  <a:pt x="70012" y="11267"/>
                  <a:pt x="70060" y="11271"/>
                  <a:pt x="70108" y="11275"/>
                </a:cubicBezTo>
                <a:lnTo>
                  <a:pt x="70108" y="11275"/>
                </a:lnTo>
                <a:cubicBezTo>
                  <a:pt x="66883" y="13318"/>
                  <a:pt x="64101" y="16068"/>
                  <a:pt x="61978" y="19678"/>
                </a:cubicBezTo>
                <a:lnTo>
                  <a:pt x="61978" y="19678"/>
                </a:lnTo>
                <a:cubicBezTo>
                  <a:pt x="51823" y="20323"/>
                  <a:pt x="41696" y="22986"/>
                  <a:pt x="33034" y="26714"/>
                </a:cubicBezTo>
                <a:cubicBezTo>
                  <a:pt x="23765" y="30676"/>
                  <a:pt x="14965" y="36306"/>
                  <a:pt x="8625" y="44307"/>
                </a:cubicBezTo>
                <a:cubicBezTo>
                  <a:pt x="7405" y="45849"/>
                  <a:pt x="6320" y="47480"/>
                  <a:pt x="5370" y="49180"/>
                </a:cubicBezTo>
                <a:lnTo>
                  <a:pt x="5370" y="49180"/>
                </a:lnTo>
                <a:cubicBezTo>
                  <a:pt x="5127" y="41830"/>
                  <a:pt x="7374" y="34416"/>
                  <a:pt x="11954" y="28616"/>
                </a:cubicBezTo>
                <a:cubicBezTo>
                  <a:pt x="22852" y="14863"/>
                  <a:pt x="42666" y="10859"/>
                  <a:pt x="60182" y="10859"/>
                </a:cubicBezTo>
                <a:close/>
                <a:moveTo>
                  <a:pt x="118235" y="30479"/>
                </a:moveTo>
                <a:cubicBezTo>
                  <a:pt x="120763" y="31259"/>
                  <a:pt x="123206" y="32365"/>
                  <a:pt x="125522" y="33846"/>
                </a:cubicBezTo>
                <a:cubicBezTo>
                  <a:pt x="131554" y="37687"/>
                  <a:pt x="134485" y="42788"/>
                  <a:pt x="135256" y="48304"/>
                </a:cubicBezTo>
                <a:lnTo>
                  <a:pt x="135256" y="48304"/>
                </a:lnTo>
                <a:cubicBezTo>
                  <a:pt x="135050" y="48454"/>
                  <a:pt x="134842" y="48601"/>
                  <a:pt x="134633" y="48745"/>
                </a:cubicBezTo>
                <a:cubicBezTo>
                  <a:pt x="134366" y="48930"/>
                  <a:pt x="134097" y="49111"/>
                  <a:pt x="133825" y="49289"/>
                </a:cubicBezTo>
                <a:lnTo>
                  <a:pt x="133825" y="49289"/>
                </a:lnTo>
                <a:cubicBezTo>
                  <a:pt x="133609" y="48535"/>
                  <a:pt x="133351" y="47772"/>
                  <a:pt x="133048" y="47002"/>
                </a:cubicBezTo>
                <a:cubicBezTo>
                  <a:pt x="130483" y="40518"/>
                  <a:pt x="125784" y="35994"/>
                  <a:pt x="120019" y="32894"/>
                </a:cubicBezTo>
                <a:lnTo>
                  <a:pt x="120019" y="32894"/>
                </a:lnTo>
                <a:cubicBezTo>
                  <a:pt x="119452" y="32062"/>
                  <a:pt x="118855" y="31256"/>
                  <a:pt x="118235" y="30479"/>
                </a:cubicBezTo>
                <a:close/>
                <a:moveTo>
                  <a:pt x="103294" y="29203"/>
                </a:moveTo>
                <a:lnTo>
                  <a:pt x="103294" y="29203"/>
                </a:lnTo>
                <a:cubicBezTo>
                  <a:pt x="108794" y="30093"/>
                  <a:pt x="114207" y="31642"/>
                  <a:pt x="119074" y="34159"/>
                </a:cubicBezTo>
                <a:lnTo>
                  <a:pt x="119074" y="34159"/>
                </a:lnTo>
                <a:cubicBezTo>
                  <a:pt x="120158" y="35795"/>
                  <a:pt x="121123" y="37537"/>
                  <a:pt x="121953" y="39394"/>
                </a:cubicBezTo>
                <a:cubicBezTo>
                  <a:pt x="123655" y="43186"/>
                  <a:pt x="124306" y="46727"/>
                  <a:pt x="124125" y="50005"/>
                </a:cubicBezTo>
                <a:lnTo>
                  <a:pt x="124125" y="50005"/>
                </a:lnTo>
                <a:cubicBezTo>
                  <a:pt x="119229" y="47831"/>
                  <a:pt x="113759" y="46521"/>
                  <a:pt x="108303" y="45896"/>
                </a:cubicBezTo>
                <a:lnTo>
                  <a:pt x="108303" y="45896"/>
                </a:lnTo>
                <a:cubicBezTo>
                  <a:pt x="108211" y="45444"/>
                  <a:pt x="108112" y="44994"/>
                  <a:pt x="108005" y="44548"/>
                </a:cubicBezTo>
                <a:cubicBezTo>
                  <a:pt x="106540" y="38679"/>
                  <a:pt x="103248" y="33705"/>
                  <a:pt x="98844" y="29854"/>
                </a:cubicBezTo>
                <a:lnTo>
                  <a:pt x="98844" y="29854"/>
                </a:lnTo>
                <a:cubicBezTo>
                  <a:pt x="100323" y="29572"/>
                  <a:pt x="101809" y="29353"/>
                  <a:pt x="103294" y="29203"/>
                </a:cubicBezTo>
                <a:close/>
                <a:moveTo>
                  <a:pt x="121737" y="35671"/>
                </a:moveTo>
                <a:lnTo>
                  <a:pt x="121737" y="35671"/>
                </a:lnTo>
                <a:cubicBezTo>
                  <a:pt x="121862" y="35749"/>
                  <a:pt x="121987" y="35827"/>
                  <a:pt x="122111" y="35907"/>
                </a:cubicBezTo>
                <a:cubicBezTo>
                  <a:pt x="127243" y="39116"/>
                  <a:pt x="131054" y="44320"/>
                  <a:pt x="132550" y="50086"/>
                </a:cubicBezTo>
                <a:lnTo>
                  <a:pt x="132550" y="50086"/>
                </a:lnTo>
                <a:cubicBezTo>
                  <a:pt x="131217" y="50883"/>
                  <a:pt x="129835" y="51597"/>
                  <a:pt x="128417" y="52232"/>
                </a:cubicBezTo>
                <a:lnTo>
                  <a:pt x="128417" y="52232"/>
                </a:lnTo>
                <a:cubicBezTo>
                  <a:pt x="127454" y="51651"/>
                  <a:pt x="126458" y="51112"/>
                  <a:pt x="125433" y="50613"/>
                </a:cubicBezTo>
                <a:lnTo>
                  <a:pt x="125433" y="50613"/>
                </a:lnTo>
                <a:cubicBezTo>
                  <a:pt x="125861" y="45458"/>
                  <a:pt x="124312" y="40278"/>
                  <a:pt x="121737" y="35671"/>
                </a:cubicBezTo>
                <a:close/>
                <a:moveTo>
                  <a:pt x="125269" y="51997"/>
                </a:moveTo>
                <a:cubicBezTo>
                  <a:pt x="125816" y="52279"/>
                  <a:pt x="126355" y="52574"/>
                  <a:pt x="126885" y="52883"/>
                </a:cubicBezTo>
                <a:lnTo>
                  <a:pt x="126885" y="52883"/>
                </a:lnTo>
                <a:cubicBezTo>
                  <a:pt x="126254" y="53137"/>
                  <a:pt x="125616" y="53376"/>
                  <a:pt x="124973" y="53601"/>
                </a:cubicBezTo>
                <a:lnTo>
                  <a:pt x="124973" y="53601"/>
                </a:lnTo>
                <a:cubicBezTo>
                  <a:pt x="125089" y="53075"/>
                  <a:pt x="125188" y="52541"/>
                  <a:pt x="125269" y="51997"/>
                </a:cubicBezTo>
                <a:close/>
                <a:moveTo>
                  <a:pt x="132871" y="51517"/>
                </a:moveTo>
                <a:cubicBezTo>
                  <a:pt x="133138" y="52923"/>
                  <a:pt x="133266" y="54354"/>
                  <a:pt x="133242" y="55791"/>
                </a:cubicBezTo>
                <a:lnTo>
                  <a:pt x="133242" y="55791"/>
                </a:lnTo>
                <a:cubicBezTo>
                  <a:pt x="132160" y="54815"/>
                  <a:pt x="130999" y="53918"/>
                  <a:pt x="129774" y="53097"/>
                </a:cubicBezTo>
                <a:lnTo>
                  <a:pt x="129774" y="53097"/>
                </a:lnTo>
                <a:cubicBezTo>
                  <a:pt x="130826" y="52609"/>
                  <a:pt x="131860" y="52083"/>
                  <a:pt x="132871" y="51517"/>
                </a:cubicBezTo>
                <a:close/>
                <a:moveTo>
                  <a:pt x="71984" y="41410"/>
                </a:moveTo>
                <a:cubicBezTo>
                  <a:pt x="72835" y="43671"/>
                  <a:pt x="74148" y="45823"/>
                  <a:pt x="75988" y="47794"/>
                </a:cubicBezTo>
                <a:cubicBezTo>
                  <a:pt x="76465" y="48313"/>
                  <a:pt x="76965" y="48807"/>
                  <a:pt x="77484" y="49276"/>
                </a:cubicBezTo>
                <a:lnTo>
                  <a:pt x="77484" y="49276"/>
                </a:lnTo>
                <a:cubicBezTo>
                  <a:pt x="74231" y="50433"/>
                  <a:pt x="71091" y="51880"/>
                  <a:pt x="68145" y="53659"/>
                </a:cubicBezTo>
                <a:cubicBezTo>
                  <a:pt x="66914" y="54404"/>
                  <a:pt x="65709" y="55248"/>
                  <a:pt x="64579" y="56185"/>
                </a:cubicBezTo>
                <a:lnTo>
                  <a:pt x="64579" y="56185"/>
                </a:lnTo>
                <a:cubicBezTo>
                  <a:pt x="63367" y="54264"/>
                  <a:pt x="62342" y="52209"/>
                  <a:pt x="61535" y="50032"/>
                </a:cubicBezTo>
                <a:lnTo>
                  <a:pt x="61535" y="50032"/>
                </a:lnTo>
                <a:cubicBezTo>
                  <a:pt x="64758" y="46826"/>
                  <a:pt x="68295" y="43936"/>
                  <a:pt x="71984" y="41410"/>
                </a:cubicBezTo>
                <a:close/>
                <a:moveTo>
                  <a:pt x="108556" y="47262"/>
                </a:moveTo>
                <a:cubicBezTo>
                  <a:pt x="113848" y="47841"/>
                  <a:pt x="119182" y="49116"/>
                  <a:pt x="124000" y="51373"/>
                </a:cubicBezTo>
                <a:lnTo>
                  <a:pt x="124000" y="51373"/>
                </a:lnTo>
                <a:cubicBezTo>
                  <a:pt x="123880" y="52307"/>
                  <a:pt x="123692" y="53219"/>
                  <a:pt x="123441" y="54108"/>
                </a:cubicBezTo>
                <a:lnTo>
                  <a:pt x="123441" y="54108"/>
                </a:lnTo>
                <a:cubicBezTo>
                  <a:pt x="118791" y="55559"/>
                  <a:pt x="113886" y="56313"/>
                  <a:pt x="109030" y="56534"/>
                </a:cubicBezTo>
                <a:lnTo>
                  <a:pt x="109030" y="56534"/>
                </a:lnTo>
                <a:cubicBezTo>
                  <a:pt x="109239" y="53428"/>
                  <a:pt x="109065" y="50289"/>
                  <a:pt x="108556" y="47262"/>
                </a:cubicBezTo>
                <a:close/>
                <a:moveTo>
                  <a:pt x="100852" y="46866"/>
                </a:moveTo>
                <a:cubicBezTo>
                  <a:pt x="101895" y="46866"/>
                  <a:pt x="102934" y="46887"/>
                  <a:pt x="103966" y="46926"/>
                </a:cubicBezTo>
                <a:cubicBezTo>
                  <a:pt x="105010" y="46966"/>
                  <a:pt x="106062" y="47030"/>
                  <a:pt x="107118" y="47121"/>
                </a:cubicBezTo>
                <a:lnTo>
                  <a:pt x="107118" y="47121"/>
                </a:lnTo>
                <a:cubicBezTo>
                  <a:pt x="107707" y="50230"/>
                  <a:pt x="107863" y="53441"/>
                  <a:pt x="107628" y="56583"/>
                </a:cubicBezTo>
                <a:lnTo>
                  <a:pt x="107628" y="56583"/>
                </a:lnTo>
                <a:cubicBezTo>
                  <a:pt x="107056" y="56597"/>
                  <a:pt x="106485" y="56604"/>
                  <a:pt x="105916" y="56604"/>
                </a:cubicBezTo>
                <a:cubicBezTo>
                  <a:pt x="104702" y="56604"/>
                  <a:pt x="103494" y="56572"/>
                  <a:pt x="102299" y="56512"/>
                </a:cubicBezTo>
                <a:cubicBezTo>
                  <a:pt x="94950" y="56102"/>
                  <a:pt x="86597" y="54251"/>
                  <a:pt x="80380" y="49762"/>
                </a:cubicBezTo>
                <a:lnTo>
                  <a:pt x="80380" y="49762"/>
                </a:lnTo>
                <a:cubicBezTo>
                  <a:pt x="86982" y="47733"/>
                  <a:pt x="94002" y="46866"/>
                  <a:pt x="100852" y="46866"/>
                </a:cubicBezTo>
                <a:close/>
                <a:moveTo>
                  <a:pt x="135422" y="49935"/>
                </a:moveTo>
                <a:cubicBezTo>
                  <a:pt x="135576" y="52354"/>
                  <a:pt x="135344" y="54835"/>
                  <a:pt x="134801" y="57310"/>
                </a:cubicBezTo>
                <a:lnTo>
                  <a:pt x="134801" y="57310"/>
                </a:lnTo>
                <a:cubicBezTo>
                  <a:pt x="134737" y="57243"/>
                  <a:pt x="134673" y="57176"/>
                  <a:pt x="134609" y="57110"/>
                </a:cubicBezTo>
                <a:lnTo>
                  <a:pt x="134609" y="57110"/>
                </a:lnTo>
                <a:cubicBezTo>
                  <a:pt x="134792" y="55063"/>
                  <a:pt x="134671" y="52938"/>
                  <a:pt x="134192" y="50741"/>
                </a:cubicBezTo>
                <a:lnTo>
                  <a:pt x="134191" y="50741"/>
                </a:lnTo>
                <a:cubicBezTo>
                  <a:pt x="134608" y="50482"/>
                  <a:pt x="135018" y="50213"/>
                  <a:pt x="135422" y="49935"/>
                </a:cubicBezTo>
                <a:close/>
                <a:moveTo>
                  <a:pt x="64227" y="58386"/>
                </a:moveTo>
                <a:lnTo>
                  <a:pt x="64227" y="58386"/>
                </a:lnTo>
                <a:cubicBezTo>
                  <a:pt x="64326" y="58529"/>
                  <a:pt x="64427" y="58670"/>
                  <a:pt x="64529" y="58811"/>
                </a:cubicBezTo>
                <a:lnTo>
                  <a:pt x="64529" y="58811"/>
                </a:lnTo>
                <a:cubicBezTo>
                  <a:pt x="64102" y="58979"/>
                  <a:pt x="63679" y="59153"/>
                  <a:pt x="63260" y="59332"/>
                </a:cubicBezTo>
                <a:lnTo>
                  <a:pt x="63260" y="59332"/>
                </a:lnTo>
                <a:cubicBezTo>
                  <a:pt x="63572" y="59009"/>
                  <a:pt x="63895" y="58693"/>
                  <a:pt x="64227" y="58386"/>
                </a:cubicBezTo>
                <a:close/>
                <a:moveTo>
                  <a:pt x="134366" y="58908"/>
                </a:moveTo>
                <a:cubicBezTo>
                  <a:pt x="134377" y="58920"/>
                  <a:pt x="134387" y="58931"/>
                  <a:pt x="134398" y="58943"/>
                </a:cubicBezTo>
                <a:lnTo>
                  <a:pt x="134398" y="58943"/>
                </a:lnTo>
                <a:cubicBezTo>
                  <a:pt x="134358" y="59087"/>
                  <a:pt x="134318" y="59230"/>
                  <a:pt x="134277" y="59373"/>
                </a:cubicBezTo>
                <a:lnTo>
                  <a:pt x="134277" y="59373"/>
                </a:lnTo>
                <a:cubicBezTo>
                  <a:pt x="134308" y="59219"/>
                  <a:pt x="134338" y="59063"/>
                  <a:pt x="134366" y="58908"/>
                </a:cubicBezTo>
                <a:close/>
                <a:moveTo>
                  <a:pt x="147828" y="35212"/>
                </a:moveTo>
                <a:cubicBezTo>
                  <a:pt x="148105" y="41390"/>
                  <a:pt x="146621" y="47657"/>
                  <a:pt x="143509" y="53183"/>
                </a:cubicBezTo>
                <a:cubicBezTo>
                  <a:pt x="141888" y="56076"/>
                  <a:pt x="139920" y="58660"/>
                  <a:pt x="137680" y="60942"/>
                </a:cubicBezTo>
                <a:lnTo>
                  <a:pt x="137680" y="60942"/>
                </a:lnTo>
                <a:cubicBezTo>
                  <a:pt x="137215" y="60232"/>
                  <a:pt x="136716" y="59549"/>
                  <a:pt x="136188" y="58894"/>
                </a:cubicBezTo>
                <a:lnTo>
                  <a:pt x="136188" y="58894"/>
                </a:lnTo>
                <a:cubicBezTo>
                  <a:pt x="136966" y="55808"/>
                  <a:pt x="137284" y="52620"/>
                  <a:pt x="137010" y="49379"/>
                </a:cubicBezTo>
                <a:cubicBezTo>
                  <a:pt x="136993" y="49189"/>
                  <a:pt x="136974" y="49000"/>
                  <a:pt x="136952" y="48812"/>
                </a:cubicBezTo>
                <a:lnTo>
                  <a:pt x="136952" y="48812"/>
                </a:lnTo>
                <a:cubicBezTo>
                  <a:pt x="141533" y="45238"/>
                  <a:pt x="145154" y="40455"/>
                  <a:pt x="147828" y="35212"/>
                </a:cubicBezTo>
                <a:close/>
                <a:moveTo>
                  <a:pt x="135714" y="60582"/>
                </a:moveTo>
                <a:cubicBezTo>
                  <a:pt x="136042" y="61030"/>
                  <a:pt x="136353" y="61489"/>
                  <a:pt x="136646" y="61956"/>
                </a:cubicBezTo>
                <a:lnTo>
                  <a:pt x="136646" y="61956"/>
                </a:lnTo>
                <a:cubicBezTo>
                  <a:pt x="135967" y="62597"/>
                  <a:pt x="135266" y="63212"/>
                  <a:pt x="134544" y="63802"/>
                </a:cubicBezTo>
                <a:lnTo>
                  <a:pt x="134544" y="63802"/>
                </a:lnTo>
                <a:cubicBezTo>
                  <a:pt x="134986" y="62744"/>
                  <a:pt x="135378" y="61670"/>
                  <a:pt x="135714" y="60582"/>
                </a:cubicBezTo>
                <a:close/>
                <a:moveTo>
                  <a:pt x="57911" y="34158"/>
                </a:moveTo>
                <a:cubicBezTo>
                  <a:pt x="57617" y="39436"/>
                  <a:pt x="58363" y="44853"/>
                  <a:pt x="59958" y="49703"/>
                </a:cubicBezTo>
                <a:lnTo>
                  <a:pt x="59958" y="49703"/>
                </a:lnTo>
                <a:cubicBezTo>
                  <a:pt x="55225" y="54596"/>
                  <a:pt x="51203" y="60162"/>
                  <a:pt x="48349" y="66278"/>
                </a:cubicBezTo>
                <a:lnTo>
                  <a:pt x="48349" y="66278"/>
                </a:lnTo>
                <a:cubicBezTo>
                  <a:pt x="44357" y="61547"/>
                  <a:pt x="41751" y="55512"/>
                  <a:pt x="42703" y="49538"/>
                </a:cubicBezTo>
                <a:cubicBezTo>
                  <a:pt x="44023" y="41985"/>
                  <a:pt x="51158" y="37158"/>
                  <a:pt x="57911" y="34158"/>
                </a:cubicBezTo>
                <a:close/>
                <a:moveTo>
                  <a:pt x="60457" y="51128"/>
                </a:moveTo>
                <a:lnTo>
                  <a:pt x="60457" y="51128"/>
                </a:lnTo>
                <a:cubicBezTo>
                  <a:pt x="60729" y="51856"/>
                  <a:pt x="61020" y="52570"/>
                  <a:pt x="61330" y="53266"/>
                </a:cubicBezTo>
                <a:cubicBezTo>
                  <a:pt x="61939" y="54636"/>
                  <a:pt x="62644" y="55945"/>
                  <a:pt x="63432" y="57191"/>
                </a:cubicBezTo>
                <a:lnTo>
                  <a:pt x="63432" y="57191"/>
                </a:lnTo>
                <a:cubicBezTo>
                  <a:pt x="62275" y="58268"/>
                  <a:pt x="61222" y="59449"/>
                  <a:pt x="60333" y="60724"/>
                </a:cubicBezTo>
                <a:lnTo>
                  <a:pt x="60333" y="60724"/>
                </a:lnTo>
                <a:cubicBezTo>
                  <a:pt x="56612" y="62682"/>
                  <a:pt x="53137" y="65228"/>
                  <a:pt x="50105" y="68188"/>
                </a:cubicBezTo>
                <a:lnTo>
                  <a:pt x="50105" y="68188"/>
                </a:lnTo>
                <a:cubicBezTo>
                  <a:pt x="49824" y="67908"/>
                  <a:pt x="49548" y="67621"/>
                  <a:pt x="49278" y="67329"/>
                </a:cubicBezTo>
                <a:lnTo>
                  <a:pt x="49278" y="67329"/>
                </a:lnTo>
                <a:cubicBezTo>
                  <a:pt x="51963" y="61361"/>
                  <a:pt x="55857" y="55912"/>
                  <a:pt x="60457" y="51128"/>
                </a:cubicBezTo>
                <a:close/>
                <a:moveTo>
                  <a:pt x="48679" y="68717"/>
                </a:moveTo>
                <a:lnTo>
                  <a:pt x="48679" y="68717"/>
                </a:lnTo>
                <a:cubicBezTo>
                  <a:pt x="48826" y="68871"/>
                  <a:pt x="48975" y="69024"/>
                  <a:pt x="49125" y="69175"/>
                </a:cubicBezTo>
                <a:lnTo>
                  <a:pt x="49125" y="69175"/>
                </a:lnTo>
                <a:cubicBezTo>
                  <a:pt x="48757" y="69557"/>
                  <a:pt x="48397" y="69945"/>
                  <a:pt x="48044" y="70339"/>
                </a:cubicBezTo>
                <a:lnTo>
                  <a:pt x="48044" y="70339"/>
                </a:lnTo>
                <a:cubicBezTo>
                  <a:pt x="48245" y="69795"/>
                  <a:pt x="48457" y="69254"/>
                  <a:pt x="48679" y="68717"/>
                </a:cubicBezTo>
                <a:close/>
                <a:moveTo>
                  <a:pt x="78700" y="50306"/>
                </a:moveTo>
                <a:cubicBezTo>
                  <a:pt x="85192" y="55453"/>
                  <a:pt x="94228" y="57376"/>
                  <a:pt x="102299" y="57862"/>
                </a:cubicBezTo>
                <a:cubicBezTo>
                  <a:pt x="103670" y="57954"/>
                  <a:pt x="105052" y="58001"/>
                  <a:pt x="106438" y="58001"/>
                </a:cubicBezTo>
                <a:cubicBezTo>
                  <a:pt x="106791" y="58001"/>
                  <a:pt x="107144" y="57998"/>
                  <a:pt x="107497" y="57992"/>
                </a:cubicBezTo>
                <a:lnTo>
                  <a:pt x="107497" y="57992"/>
                </a:lnTo>
                <a:cubicBezTo>
                  <a:pt x="107317" y="59591"/>
                  <a:pt x="107036" y="61166"/>
                  <a:pt x="106661" y="62693"/>
                </a:cubicBezTo>
                <a:cubicBezTo>
                  <a:pt x="105716" y="66347"/>
                  <a:pt x="104034" y="69603"/>
                  <a:pt x="101832" y="72452"/>
                </a:cubicBezTo>
                <a:lnTo>
                  <a:pt x="101832" y="72452"/>
                </a:lnTo>
                <a:cubicBezTo>
                  <a:pt x="99614" y="66866"/>
                  <a:pt x="95453" y="61882"/>
                  <a:pt x="90652" y="59048"/>
                </a:cubicBezTo>
                <a:cubicBezTo>
                  <a:pt x="86886" y="56856"/>
                  <a:pt x="82705" y="55953"/>
                  <a:pt x="78468" y="55953"/>
                </a:cubicBezTo>
                <a:cubicBezTo>
                  <a:pt x="74249" y="55953"/>
                  <a:pt x="69976" y="56848"/>
                  <a:pt x="65999" y="58260"/>
                </a:cubicBezTo>
                <a:lnTo>
                  <a:pt x="65999" y="58260"/>
                </a:lnTo>
                <a:cubicBezTo>
                  <a:pt x="65786" y="57972"/>
                  <a:pt x="65577" y="57681"/>
                  <a:pt x="65373" y="57386"/>
                </a:cubicBezTo>
                <a:lnTo>
                  <a:pt x="65373" y="57386"/>
                </a:lnTo>
                <a:cubicBezTo>
                  <a:pt x="67648" y="55510"/>
                  <a:pt x="70234" y="53975"/>
                  <a:pt x="72659" y="52790"/>
                </a:cubicBezTo>
                <a:cubicBezTo>
                  <a:pt x="74614" y="51837"/>
                  <a:pt x="76633" y="51012"/>
                  <a:pt x="78700" y="50306"/>
                </a:cubicBezTo>
                <a:close/>
                <a:moveTo>
                  <a:pt x="122928" y="55672"/>
                </a:moveTo>
                <a:cubicBezTo>
                  <a:pt x="119921" y="63683"/>
                  <a:pt x="111775" y="69703"/>
                  <a:pt x="102868" y="73497"/>
                </a:cubicBezTo>
                <a:lnTo>
                  <a:pt x="102868" y="73497"/>
                </a:lnTo>
                <a:cubicBezTo>
                  <a:pt x="103330" y="72901"/>
                  <a:pt x="103775" y="72286"/>
                  <a:pt x="104201" y="71652"/>
                </a:cubicBezTo>
                <a:cubicBezTo>
                  <a:pt x="106887" y="67605"/>
                  <a:pt x="108388" y="62847"/>
                  <a:pt x="108907" y="57952"/>
                </a:cubicBezTo>
                <a:lnTo>
                  <a:pt x="108907" y="57952"/>
                </a:lnTo>
                <a:cubicBezTo>
                  <a:pt x="113633" y="57761"/>
                  <a:pt x="118379" y="57020"/>
                  <a:pt x="122928" y="55672"/>
                </a:cubicBezTo>
                <a:close/>
                <a:moveTo>
                  <a:pt x="58928" y="63113"/>
                </a:moveTo>
                <a:cubicBezTo>
                  <a:pt x="57794" y="65455"/>
                  <a:pt x="57231" y="68053"/>
                  <a:pt x="57526" y="70859"/>
                </a:cubicBezTo>
                <a:cubicBezTo>
                  <a:pt x="57627" y="71919"/>
                  <a:pt x="57829" y="72938"/>
                  <a:pt x="58121" y="73916"/>
                </a:cubicBezTo>
                <a:lnTo>
                  <a:pt x="58121" y="73916"/>
                </a:lnTo>
                <a:cubicBezTo>
                  <a:pt x="57492" y="73602"/>
                  <a:pt x="56870" y="73270"/>
                  <a:pt x="56258" y="72920"/>
                </a:cubicBezTo>
                <a:cubicBezTo>
                  <a:pt x="54442" y="71890"/>
                  <a:pt x="52644" y="70569"/>
                  <a:pt x="50977" y="69027"/>
                </a:cubicBezTo>
                <a:lnTo>
                  <a:pt x="50977" y="69027"/>
                </a:lnTo>
                <a:cubicBezTo>
                  <a:pt x="53397" y="66773"/>
                  <a:pt x="56089" y="64787"/>
                  <a:pt x="58928" y="63113"/>
                </a:cubicBezTo>
                <a:close/>
                <a:moveTo>
                  <a:pt x="128296" y="53752"/>
                </a:moveTo>
                <a:cubicBezTo>
                  <a:pt x="129961" y="54834"/>
                  <a:pt x="131529" y="56066"/>
                  <a:pt x="132972" y="57463"/>
                </a:cubicBezTo>
                <a:cubicBezTo>
                  <a:pt x="133024" y="57513"/>
                  <a:pt x="133077" y="57563"/>
                  <a:pt x="133129" y="57613"/>
                </a:cubicBezTo>
                <a:lnTo>
                  <a:pt x="133129" y="57613"/>
                </a:lnTo>
                <a:cubicBezTo>
                  <a:pt x="133011" y="58704"/>
                  <a:pt x="132802" y="59794"/>
                  <a:pt x="132496" y="60874"/>
                </a:cubicBezTo>
                <a:cubicBezTo>
                  <a:pt x="131825" y="63205"/>
                  <a:pt x="130780" y="65361"/>
                  <a:pt x="129459" y="67350"/>
                </a:cubicBezTo>
                <a:lnTo>
                  <a:pt x="129459" y="67350"/>
                </a:lnTo>
                <a:cubicBezTo>
                  <a:pt x="122402" y="71539"/>
                  <a:pt x="114065" y="73799"/>
                  <a:pt x="105666" y="74251"/>
                </a:cubicBezTo>
                <a:lnTo>
                  <a:pt x="105666" y="74251"/>
                </a:lnTo>
                <a:cubicBezTo>
                  <a:pt x="114488" y="70296"/>
                  <a:pt x="121980" y="64072"/>
                  <a:pt x="124577" y="55153"/>
                </a:cubicBezTo>
                <a:lnTo>
                  <a:pt x="124577" y="55153"/>
                </a:lnTo>
                <a:cubicBezTo>
                  <a:pt x="125836" y="54735"/>
                  <a:pt x="127077" y="54268"/>
                  <a:pt x="128296" y="53752"/>
                </a:cubicBezTo>
                <a:close/>
                <a:moveTo>
                  <a:pt x="77773" y="57435"/>
                </a:moveTo>
                <a:cubicBezTo>
                  <a:pt x="85225" y="57435"/>
                  <a:pt x="92346" y="60294"/>
                  <a:pt x="97068" y="66897"/>
                </a:cubicBezTo>
                <a:cubicBezTo>
                  <a:pt x="98624" y="69045"/>
                  <a:pt x="99863" y="71400"/>
                  <a:pt x="100698" y="73832"/>
                </a:cubicBezTo>
                <a:lnTo>
                  <a:pt x="100698" y="73832"/>
                </a:lnTo>
                <a:cubicBezTo>
                  <a:pt x="100562" y="73987"/>
                  <a:pt x="100425" y="74142"/>
                  <a:pt x="100286" y="74295"/>
                </a:cubicBezTo>
                <a:lnTo>
                  <a:pt x="100286" y="74295"/>
                </a:lnTo>
                <a:cubicBezTo>
                  <a:pt x="94464" y="74076"/>
                  <a:pt x="88739" y="72995"/>
                  <a:pt x="83520" y="71094"/>
                </a:cubicBezTo>
                <a:cubicBezTo>
                  <a:pt x="76977" y="68714"/>
                  <a:pt x="71146" y="64693"/>
                  <a:pt x="66862" y="59378"/>
                </a:cubicBezTo>
                <a:lnTo>
                  <a:pt x="66862" y="59378"/>
                </a:lnTo>
                <a:cubicBezTo>
                  <a:pt x="66946" y="59348"/>
                  <a:pt x="67029" y="59318"/>
                  <a:pt x="67112" y="59289"/>
                </a:cubicBezTo>
                <a:cubicBezTo>
                  <a:pt x="70592" y="58085"/>
                  <a:pt x="74220" y="57435"/>
                  <a:pt x="77773" y="57435"/>
                </a:cubicBezTo>
                <a:close/>
                <a:moveTo>
                  <a:pt x="65382" y="59940"/>
                </a:moveTo>
                <a:cubicBezTo>
                  <a:pt x="69924" y="65687"/>
                  <a:pt x="76327" y="69867"/>
                  <a:pt x="83120" y="72444"/>
                </a:cubicBezTo>
                <a:cubicBezTo>
                  <a:pt x="87536" y="74119"/>
                  <a:pt x="92260" y="75180"/>
                  <a:pt x="97080" y="75627"/>
                </a:cubicBezTo>
                <a:lnTo>
                  <a:pt x="97080" y="75627"/>
                </a:lnTo>
                <a:cubicBezTo>
                  <a:pt x="93699" y="76685"/>
                  <a:pt x="90343" y="77425"/>
                  <a:pt x="87241" y="77833"/>
                </a:cubicBezTo>
                <a:cubicBezTo>
                  <a:pt x="84499" y="78210"/>
                  <a:pt x="81690" y="78415"/>
                  <a:pt x="78870" y="78415"/>
                </a:cubicBezTo>
                <a:cubicBezTo>
                  <a:pt x="72376" y="78415"/>
                  <a:pt x="65823" y="77327"/>
                  <a:pt x="59893" y="74743"/>
                </a:cubicBezTo>
                <a:lnTo>
                  <a:pt x="59893" y="74743"/>
                </a:lnTo>
                <a:cubicBezTo>
                  <a:pt x="59407" y="73535"/>
                  <a:pt x="59058" y="72241"/>
                  <a:pt x="58870" y="70859"/>
                </a:cubicBezTo>
                <a:cubicBezTo>
                  <a:pt x="58434" y="67462"/>
                  <a:pt x="59418" y="64459"/>
                  <a:pt x="61187" y="61861"/>
                </a:cubicBezTo>
                <a:lnTo>
                  <a:pt x="61187" y="61861"/>
                </a:lnTo>
                <a:cubicBezTo>
                  <a:pt x="62564" y="61147"/>
                  <a:pt x="63967" y="60505"/>
                  <a:pt x="65382" y="59940"/>
                </a:cubicBezTo>
                <a:close/>
                <a:moveTo>
                  <a:pt x="61137" y="21222"/>
                </a:moveTo>
                <a:lnTo>
                  <a:pt x="61137" y="21222"/>
                </a:lnTo>
                <a:cubicBezTo>
                  <a:pt x="61067" y="21361"/>
                  <a:pt x="60998" y="21501"/>
                  <a:pt x="60930" y="21642"/>
                </a:cubicBezTo>
                <a:cubicBezTo>
                  <a:pt x="59737" y="24155"/>
                  <a:pt x="58909" y="26890"/>
                  <a:pt x="58414" y="29727"/>
                </a:cubicBezTo>
                <a:lnTo>
                  <a:pt x="58414" y="29727"/>
                </a:lnTo>
                <a:cubicBezTo>
                  <a:pt x="56084" y="30390"/>
                  <a:pt x="53778" y="31128"/>
                  <a:pt x="51503" y="31944"/>
                </a:cubicBezTo>
                <a:cubicBezTo>
                  <a:pt x="41676" y="35514"/>
                  <a:pt x="31373" y="41220"/>
                  <a:pt x="26301" y="50806"/>
                </a:cubicBezTo>
                <a:cubicBezTo>
                  <a:pt x="20907" y="60998"/>
                  <a:pt x="24742" y="72430"/>
                  <a:pt x="30292" y="81637"/>
                </a:cubicBezTo>
                <a:lnTo>
                  <a:pt x="30292" y="81637"/>
                </a:lnTo>
                <a:cubicBezTo>
                  <a:pt x="28622" y="80875"/>
                  <a:pt x="26997" y="80055"/>
                  <a:pt x="25426" y="79177"/>
                </a:cubicBezTo>
                <a:cubicBezTo>
                  <a:pt x="16791" y="74346"/>
                  <a:pt x="9418" y="66897"/>
                  <a:pt x="6647" y="57146"/>
                </a:cubicBezTo>
                <a:cubicBezTo>
                  <a:pt x="6171" y="55530"/>
                  <a:pt x="5827" y="53880"/>
                  <a:pt x="5614" y="52214"/>
                </a:cubicBezTo>
                <a:lnTo>
                  <a:pt x="5614" y="52214"/>
                </a:lnTo>
                <a:cubicBezTo>
                  <a:pt x="12528" y="38246"/>
                  <a:pt x="27450" y="29238"/>
                  <a:pt x="42861" y="24653"/>
                </a:cubicBezTo>
                <a:cubicBezTo>
                  <a:pt x="48420" y="22987"/>
                  <a:pt x="54701" y="21725"/>
                  <a:pt x="61137" y="21222"/>
                </a:cubicBezTo>
                <a:close/>
                <a:moveTo>
                  <a:pt x="127528" y="69923"/>
                </a:moveTo>
                <a:cubicBezTo>
                  <a:pt x="123196" y="75076"/>
                  <a:pt x="117053" y="78947"/>
                  <a:pt x="111257" y="81713"/>
                </a:cubicBezTo>
                <a:cubicBezTo>
                  <a:pt x="108646" y="82946"/>
                  <a:pt x="105913" y="84025"/>
                  <a:pt x="103107" y="84917"/>
                </a:cubicBezTo>
                <a:lnTo>
                  <a:pt x="103107" y="84917"/>
                </a:lnTo>
                <a:cubicBezTo>
                  <a:pt x="103193" y="84519"/>
                  <a:pt x="103269" y="84113"/>
                  <a:pt x="103332" y="83698"/>
                </a:cubicBezTo>
                <a:cubicBezTo>
                  <a:pt x="103722" y="81122"/>
                  <a:pt x="103544" y="78465"/>
                  <a:pt x="102919" y="75867"/>
                </a:cubicBezTo>
                <a:lnTo>
                  <a:pt x="102919" y="75867"/>
                </a:lnTo>
                <a:cubicBezTo>
                  <a:pt x="111466" y="75784"/>
                  <a:pt x="120050" y="73803"/>
                  <a:pt x="127528" y="69923"/>
                </a:cubicBezTo>
                <a:close/>
                <a:moveTo>
                  <a:pt x="58180" y="31259"/>
                </a:moveTo>
                <a:lnTo>
                  <a:pt x="58180" y="31259"/>
                </a:lnTo>
                <a:cubicBezTo>
                  <a:pt x="58122" y="31706"/>
                  <a:pt x="58071" y="32155"/>
                  <a:pt x="58028" y="32605"/>
                </a:cubicBezTo>
                <a:lnTo>
                  <a:pt x="58028" y="32605"/>
                </a:lnTo>
                <a:cubicBezTo>
                  <a:pt x="56862" y="33112"/>
                  <a:pt x="55715" y="33658"/>
                  <a:pt x="54590" y="34246"/>
                </a:cubicBezTo>
                <a:cubicBezTo>
                  <a:pt x="48016" y="37574"/>
                  <a:pt x="41993" y="43039"/>
                  <a:pt x="41200" y="50647"/>
                </a:cubicBezTo>
                <a:cubicBezTo>
                  <a:pt x="40507" y="56771"/>
                  <a:pt x="43560" y="62939"/>
                  <a:pt x="47722" y="67674"/>
                </a:cubicBezTo>
                <a:lnTo>
                  <a:pt x="47722" y="67674"/>
                </a:lnTo>
                <a:cubicBezTo>
                  <a:pt x="46951" y="69462"/>
                  <a:pt x="46279" y="71295"/>
                  <a:pt x="45719" y="73170"/>
                </a:cubicBezTo>
                <a:lnTo>
                  <a:pt x="45719" y="73170"/>
                </a:lnTo>
                <a:cubicBezTo>
                  <a:pt x="42954" y="76849"/>
                  <a:pt x="40847" y="80917"/>
                  <a:pt x="39658" y="85141"/>
                </a:cubicBezTo>
                <a:lnTo>
                  <a:pt x="39658" y="85141"/>
                </a:lnTo>
                <a:cubicBezTo>
                  <a:pt x="37087" y="84372"/>
                  <a:pt x="34577" y="83473"/>
                  <a:pt x="32153" y="82452"/>
                </a:cubicBezTo>
                <a:lnTo>
                  <a:pt x="32153" y="82452"/>
                </a:lnTo>
                <a:cubicBezTo>
                  <a:pt x="25975" y="73446"/>
                  <a:pt x="22635" y="61293"/>
                  <a:pt x="27487" y="51522"/>
                </a:cubicBezTo>
                <a:cubicBezTo>
                  <a:pt x="32800" y="40820"/>
                  <a:pt x="45480" y="35273"/>
                  <a:pt x="56175" y="31868"/>
                </a:cubicBezTo>
                <a:cubicBezTo>
                  <a:pt x="56841" y="31659"/>
                  <a:pt x="57509" y="31456"/>
                  <a:pt x="58180" y="31259"/>
                </a:cubicBezTo>
                <a:close/>
                <a:moveTo>
                  <a:pt x="44937" y="76123"/>
                </a:moveTo>
                <a:cubicBezTo>
                  <a:pt x="44551" y="77798"/>
                  <a:pt x="44254" y="79503"/>
                  <a:pt x="44053" y="81238"/>
                </a:cubicBezTo>
                <a:cubicBezTo>
                  <a:pt x="43876" y="82920"/>
                  <a:pt x="43809" y="84598"/>
                  <a:pt x="43845" y="86267"/>
                </a:cubicBezTo>
                <a:lnTo>
                  <a:pt x="43845" y="86267"/>
                </a:lnTo>
                <a:cubicBezTo>
                  <a:pt x="42806" y="86019"/>
                  <a:pt x="41774" y="85749"/>
                  <a:pt x="40751" y="85460"/>
                </a:cubicBezTo>
                <a:lnTo>
                  <a:pt x="40751" y="85460"/>
                </a:lnTo>
                <a:cubicBezTo>
                  <a:pt x="41018" y="84389"/>
                  <a:pt x="41351" y="83325"/>
                  <a:pt x="41752" y="82271"/>
                </a:cubicBezTo>
                <a:cubicBezTo>
                  <a:pt x="42586" y="80117"/>
                  <a:pt x="43663" y="78062"/>
                  <a:pt x="44937" y="76123"/>
                </a:cubicBezTo>
                <a:close/>
                <a:moveTo>
                  <a:pt x="60851" y="76720"/>
                </a:moveTo>
                <a:cubicBezTo>
                  <a:pt x="66641" y="78927"/>
                  <a:pt x="73029" y="79756"/>
                  <a:pt x="79151" y="79756"/>
                </a:cubicBezTo>
                <a:cubicBezTo>
                  <a:pt x="79712" y="79756"/>
                  <a:pt x="80270" y="79749"/>
                  <a:pt x="80825" y="79735"/>
                </a:cubicBezTo>
                <a:cubicBezTo>
                  <a:pt x="85829" y="79641"/>
                  <a:pt x="91542" y="78857"/>
                  <a:pt x="97174" y="77291"/>
                </a:cubicBezTo>
                <a:lnTo>
                  <a:pt x="97174" y="77291"/>
                </a:lnTo>
                <a:cubicBezTo>
                  <a:pt x="94459" y="79588"/>
                  <a:pt x="91372" y="81487"/>
                  <a:pt x="88116" y="82981"/>
                </a:cubicBezTo>
                <a:cubicBezTo>
                  <a:pt x="84389" y="84713"/>
                  <a:pt x="80421" y="86010"/>
                  <a:pt x="76313" y="86901"/>
                </a:cubicBezTo>
                <a:lnTo>
                  <a:pt x="76313" y="86901"/>
                </a:lnTo>
                <a:cubicBezTo>
                  <a:pt x="70080" y="85543"/>
                  <a:pt x="63972" y="82183"/>
                  <a:pt x="60851" y="76720"/>
                </a:cubicBezTo>
                <a:close/>
                <a:moveTo>
                  <a:pt x="101326" y="75984"/>
                </a:moveTo>
                <a:cubicBezTo>
                  <a:pt x="102091" y="79174"/>
                  <a:pt x="102140" y="82429"/>
                  <a:pt x="101285" y="85467"/>
                </a:cubicBezTo>
                <a:lnTo>
                  <a:pt x="101285" y="85467"/>
                </a:lnTo>
                <a:cubicBezTo>
                  <a:pt x="96105" y="86947"/>
                  <a:pt x="90711" y="87784"/>
                  <a:pt x="85382" y="87784"/>
                </a:cubicBezTo>
                <a:cubicBezTo>
                  <a:pt x="83574" y="87784"/>
                  <a:pt x="81773" y="87687"/>
                  <a:pt x="79991" y="87487"/>
                </a:cubicBezTo>
                <a:lnTo>
                  <a:pt x="79991" y="87487"/>
                </a:lnTo>
                <a:cubicBezTo>
                  <a:pt x="87767" y="85473"/>
                  <a:pt x="94987" y="81910"/>
                  <a:pt x="100442" y="76289"/>
                </a:cubicBezTo>
                <a:lnTo>
                  <a:pt x="100442" y="76289"/>
                </a:lnTo>
                <a:cubicBezTo>
                  <a:pt x="100737" y="76189"/>
                  <a:pt x="101032" y="76088"/>
                  <a:pt x="101326" y="75984"/>
                </a:cubicBezTo>
                <a:close/>
                <a:moveTo>
                  <a:pt x="49970" y="69997"/>
                </a:moveTo>
                <a:cubicBezTo>
                  <a:pt x="50857" y="70830"/>
                  <a:pt x="51770" y="71597"/>
                  <a:pt x="52688" y="72286"/>
                </a:cubicBezTo>
                <a:cubicBezTo>
                  <a:pt x="54607" y="73724"/>
                  <a:pt x="56680" y="74916"/>
                  <a:pt x="58856" y="75894"/>
                </a:cubicBezTo>
                <a:lnTo>
                  <a:pt x="58856" y="75894"/>
                </a:lnTo>
                <a:cubicBezTo>
                  <a:pt x="61385" y="81551"/>
                  <a:pt x="66995" y="85573"/>
                  <a:pt x="72900" y="87502"/>
                </a:cubicBezTo>
                <a:cubicBezTo>
                  <a:pt x="72930" y="87511"/>
                  <a:pt x="72959" y="87521"/>
                  <a:pt x="72988" y="87530"/>
                </a:cubicBezTo>
                <a:lnTo>
                  <a:pt x="72988" y="87530"/>
                </a:lnTo>
                <a:cubicBezTo>
                  <a:pt x="69335" y="88121"/>
                  <a:pt x="65595" y="88408"/>
                  <a:pt x="61836" y="88408"/>
                </a:cubicBezTo>
                <a:cubicBezTo>
                  <a:pt x="56315" y="88408"/>
                  <a:pt x="50753" y="87790"/>
                  <a:pt x="45366" y="86615"/>
                </a:cubicBezTo>
                <a:lnTo>
                  <a:pt x="45366" y="86615"/>
                </a:lnTo>
                <a:cubicBezTo>
                  <a:pt x="45226" y="82668"/>
                  <a:pt x="45659" y="78585"/>
                  <a:pt x="46748" y="74422"/>
                </a:cubicBezTo>
                <a:cubicBezTo>
                  <a:pt x="46859" y="74003"/>
                  <a:pt x="46976" y="73586"/>
                  <a:pt x="47100" y="73170"/>
                </a:cubicBezTo>
                <a:lnTo>
                  <a:pt x="47100" y="73170"/>
                </a:lnTo>
                <a:cubicBezTo>
                  <a:pt x="47995" y="72065"/>
                  <a:pt x="48955" y="71007"/>
                  <a:pt x="49970" y="69997"/>
                </a:cubicBezTo>
                <a:close/>
                <a:moveTo>
                  <a:pt x="33677" y="84537"/>
                </a:moveTo>
                <a:cubicBezTo>
                  <a:pt x="35544" y="85229"/>
                  <a:pt x="37437" y="85845"/>
                  <a:pt x="39335" y="86386"/>
                </a:cubicBezTo>
                <a:lnTo>
                  <a:pt x="39335" y="86386"/>
                </a:lnTo>
                <a:cubicBezTo>
                  <a:pt x="39060" y="87547"/>
                  <a:pt x="38855" y="88717"/>
                  <a:pt x="38726" y="89893"/>
                </a:cubicBezTo>
                <a:lnTo>
                  <a:pt x="38726" y="89893"/>
                </a:lnTo>
                <a:cubicBezTo>
                  <a:pt x="38019" y="89284"/>
                  <a:pt x="37336" y="88646"/>
                  <a:pt x="36680" y="87977"/>
                </a:cubicBezTo>
                <a:cubicBezTo>
                  <a:pt x="35639" y="86917"/>
                  <a:pt x="34633" y="85765"/>
                  <a:pt x="33677" y="84537"/>
                </a:cubicBezTo>
                <a:close/>
                <a:moveTo>
                  <a:pt x="130464" y="68265"/>
                </a:moveTo>
                <a:cubicBezTo>
                  <a:pt x="128771" y="71238"/>
                  <a:pt x="126752" y="74027"/>
                  <a:pt x="124571" y="76483"/>
                </a:cubicBezTo>
                <a:cubicBezTo>
                  <a:pt x="118231" y="83615"/>
                  <a:pt x="110148" y="88529"/>
                  <a:pt x="101430" y="92333"/>
                </a:cubicBezTo>
                <a:cubicBezTo>
                  <a:pt x="100432" y="92761"/>
                  <a:pt x="99424" y="93177"/>
                  <a:pt x="98409" y="93581"/>
                </a:cubicBezTo>
                <a:lnTo>
                  <a:pt x="98409" y="93581"/>
                </a:lnTo>
                <a:cubicBezTo>
                  <a:pt x="100352" y="91624"/>
                  <a:pt x="101843" y="89257"/>
                  <a:pt x="102714" y="86417"/>
                </a:cubicBezTo>
                <a:lnTo>
                  <a:pt x="102714" y="86417"/>
                </a:lnTo>
                <a:cubicBezTo>
                  <a:pt x="112433" y="83565"/>
                  <a:pt x="124048" y="77229"/>
                  <a:pt x="130257" y="68391"/>
                </a:cubicBezTo>
                <a:lnTo>
                  <a:pt x="130257" y="68391"/>
                </a:lnTo>
                <a:cubicBezTo>
                  <a:pt x="130326" y="68349"/>
                  <a:pt x="130395" y="68307"/>
                  <a:pt x="130464" y="68265"/>
                </a:cubicBezTo>
                <a:close/>
                <a:moveTo>
                  <a:pt x="40471" y="86702"/>
                </a:moveTo>
                <a:cubicBezTo>
                  <a:pt x="41613" y="87010"/>
                  <a:pt x="42755" y="87291"/>
                  <a:pt x="43893" y="87548"/>
                </a:cubicBezTo>
                <a:lnTo>
                  <a:pt x="43893" y="87548"/>
                </a:lnTo>
                <a:cubicBezTo>
                  <a:pt x="44011" y="89760"/>
                  <a:pt x="44310" y="91951"/>
                  <a:pt x="44776" y="94104"/>
                </a:cubicBezTo>
                <a:lnTo>
                  <a:pt x="44776" y="94104"/>
                </a:lnTo>
                <a:cubicBezTo>
                  <a:pt x="43090" y="93158"/>
                  <a:pt x="41477" y="92094"/>
                  <a:pt x="39960" y="90906"/>
                </a:cubicBezTo>
                <a:lnTo>
                  <a:pt x="39960" y="90906"/>
                </a:lnTo>
                <a:cubicBezTo>
                  <a:pt x="40021" y="89507"/>
                  <a:pt x="40190" y="88101"/>
                  <a:pt x="40471" y="86702"/>
                </a:cubicBezTo>
                <a:close/>
                <a:moveTo>
                  <a:pt x="100780" y="86969"/>
                </a:moveTo>
                <a:cubicBezTo>
                  <a:pt x="99820" y="89412"/>
                  <a:pt x="98223" y="91675"/>
                  <a:pt x="95883" y="93601"/>
                </a:cubicBezTo>
                <a:cubicBezTo>
                  <a:pt x="95009" y="94316"/>
                  <a:pt x="94085" y="94963"/>
                  <a:pt x="93120" y="95547"/>
                </a:cubicBezTo>
                <a:lnTo>
                  <a:pt x="93120" y="95547"/>
                </a:lnTo>
                <a:cubicBezTo>
                  <a:pt x="87260" y="97577"/>
                  <a:pt x="81180" y="99202"/>
                  <a:pt x="75002" y="100381"/>
                </a:cubicBezTo>
                <a:lnTo>
                  <a:pt x="75002" y="100381"/>
                </a:lnTo>
                <a:cubicBezTo>
                  <a:pt x="73924" y="100435"/>
                  <a:pt x="72851" y="100460"/>
                  <a:pt x="71789" y="100460"/>
                </a:cubicBezTo>
                <a:cubicBezTo>
                  <a:pt x="69949" y="100460"/>
                  <a:pt x="68141" y="100386"/>
                  <a:pt x="66402" y="100258"/>
                </a:cubicBezTo>
                <a:cubicBezTo>
                  <a:pt x="59729" y="99760"/>
                  <a:pt x="52744" y="98135"/>
                  <a:pt x="46566" y="95052"/>
                </a:cubicBezTo>
                <a:lnTo>
                  <a:pt x="46566" y="95052"/>
                </a:lnTo>
                <a:cubicBezTo>
                  <a:pt x="45980" y="92726"/>
                  <a:pt x="45595" y="90330"/>
                  <a:pt x="45431" y="87879"/>
                </a:cubicBezTo>
                <a:lnTo>
                  <a:pt x="45431" y="87879"/>
                </a:lnTo>
                <a:cubicBezTo>
                  <a:pt x="47538" y="88313"/>
                  <a:pt x="49624" y="88661"/>
                  <a:pt x="51661" y="88928"/>
                </a:cubicBezTo>
                <a:cubicBezTo>
                  <a:pt x="55052" y="89374"/>
                  <a:pt x="58632" y="89622"/>
                  <a:pt x="62284" y="89622"/>
                </a:cubicBezTo>
                <a:cubicBezTo>
                  <a:pt x="66848" y="89622"/>
                  <a:pt x="71524" y="89235"/>
                  <a:pt x="76082" y="88364"/>
                </a:cubicBezTo>
                <a:lnTo>
                  <a:pt x="76082" y="88364"/>
                </a:lnTo>
                <a:cubicBezTo>
                  <a:pt x="78945" y="88994"/>
                  <a:pt x="81890" y="89272"/>
                  <a:pt x="84852" y="89272"/>
                </a:cubicBezTo>
                <a:cubicBezTo>
                  <a:pt x="90247" y="89272"/>
                  <a:pt x="95693" y="88351"/>
                  <a:pt x="100780" y="86969"/>
                </a:cubicBezTo>
                <a:close/>
                <a:moveTo>
                  <a:pt x="4594" y="54450"/>
                </a:moveTo>
                <a:cubicBezTo>
                  <a:pt x="4853" y="55876"/>
                  <a:pt x="5194" y="57283"/>
                  <a:pt x="5614" y="58655"/>
                </a:cubicBezTo>
                <a:cubicBezTo>
                  <a:pt x="9381" y="70920"/>
                  <a:pt x="19817" y="78938"/>
                  <a:pt x="31611" y="83734"/>
                </a:cubicBezTo>
                <a:lnTo>
                  <a:pt x="31611" y="83734"/>
                </a:lnTo>
                <a:cubicBezTo>
                  <a:pt x="33610" y="86735"/>
                  <a:pt x="35965" y="89289"/>
                  <a:pt x="38599" y="91453"/>
                </a:cubicBezTo>
                <a:lnTo>
                  <a:pt x="38599" y="91453"/>
                </a:lnTo>
                <a:cubicBezTo>
                  <a:pt x="38414" y="95004"/>
                  <a:pt x="38934" y="98584"/>
                  <a:pt x="40303" y="102064"/>
                </a:cubicBezTo>
                <a:lnTo>
                  <a:pt x="40303" y="102064"/>
                </a:lnTo>
                <a:cubicBezTo>
                  <a:pt x="39437" y="101975"/>
                  <a:pt x="38574" y="101876"/>
                  <a:pt x="37713" y="101767"/>
                </a:cubicBezTo>
                <a:cubicBezTo>
                  <a:pt x="28362" y="100657"/>
                  <a:pt x="18693" y="97880"/>
                  <a:pt x="11402" y="91781"/>
                </a:cubicBezTo>
                <a:cubicBezTo>
                  <a:pt x="4187" y="85758"/>
                  <a:pt x="1258" y="76958"/>
                  <a:pt x="1651" y="67765"/>
                </a:cubicBezTo>
                <a:cubicBezTo>
                  <a:pt x="1868" y="62930"/>
                  <a:pt x="2904" y="58495"/>
                  <a:pt x="4594" y="54450"/>
                </a:cubicBezTo>
                <a:close/>
                <a:moveTo>
                  <a:pt x="39939" y="92502"/>
                </a:moveTo>
                <a:cubicBezTo>
                  <a:pt x="41592" y="93736"/>
                  <a:pt x="43344" y="94829"/>
                  <a:pt x="45177" y="95795"/>
                </a:cubicBezTo>
                <a:lnTo>
                  <a:pt x="45177" y="95795"/>
                </a:lnTo>
                <a:cubicBezTo>
                  <a:pt x="45776" y="98107"/>
                  <a:pt x="46566" y="100368"/>
                  <a:pt x="47529" y="102558"/>
                </a:cubicBezTo>
                <a:lnTo>
                  <a:pt x="47529" y="102558"/>
                </a:lnTo>
                <a:cubicBezTo>
                  <a:pt x="45661" y="102492"/>
                  <a:pt x="43802" y="102379"/>
                  <a:pt x="41953" y="102219"/>
                </a:cubicBezTo>
                <a:lnTo>
                  <a:pt x="41953" y="102219"/>
                </a:lnTo>
                <a:cubicBezTo>
                  <a:pt x="40677" y="99151"/>
                  <a:pt x="39994" y="95856"/>
                  <a:pt x="39939" y="92502"/>
                </a:cubicBezTo>
                <a:close/>
                <a:moveTo>
                  <a:pt x="47021" y="96711"/>
                </a:moveTo>
                <a:lnTo>
                  <a:pt x="47021" y="96711"/>
                </a:lnTo>
                <a:cubicBezTo>
                  <a:pt x="50008" y="98109"/>
                  <a:pt x="53187" y="99197"/>
                  <a:pt x="56492" y="100023"/>
                </a:cubicBezTo>
                <a:cubicBezTo>
                  <a:pt x="59488" y="100780"/>
                  <a:pt x="63131" y="101367"/>
                  <a:pt x="67049" y="101644"/>
                </a:cubicBezTo>
                <a:lnTo>
                  <a:pt x="67049" y="101644"/>
                </a:lnTo>
                <a:cubicBezTo>
                  <a:pt x="61918" y="102295"/>
                  <a:pt x="56757" y="102631"/>
                  <a:pt x="51635" y="102631"/>
                </a:cubicBezTo>
                <a:cubicBezTo>
                  <a:pt x="50846" y="102631"/>
                  <a:pt x="50059" y="102623"/>
                  <a:pt x="49272" y="102607"/>
                </a:cubicBezTo>
                <a:lnTo>
                  <a:pt x="49272" y="102607"/>
                </a:lnTo>
                <a:cubicBezTo>
                  <a:pt x="48378" y="100705"/>
                  <a:pt x="47623" y="98737"/>
                  <a:pt x="47021" y="96711"/>
                </a:cubicBezTo>
                <a:close/>
                <a:moveTo>
                  <a:pt x="42655" y="103761"/>
                </a:moveTo>
                <a:cubicBezTo>
                  <a:pt x="44506" y="103918"/>
                  <a:pt x="46365" y="104023"/>
                  <a:pt x="48230" y="104079"/>
                </a:cubicBezTo>
                <a:lnTo>
                  <a:pt x="48230" y="104079"/>
                </a:lnTo>
                <a:cubicBezTo>
                  <a:pt x="49999" y="107736"/>
                  <a:pt x="52254" y="111174"/>
                  <a:pt x="54907" y="114288"/>
                </a:cubicBezTo>
                <a:cubicBezTo>
                  <a:pt x="55855" y="115400"/>
                  <a:pt x="56842" y="116457"/>
                  <a:pt x="57863" y="117458"/>
                </a:cubicBezTo>
                <a:lnTo>
                  <a:pt x="57863" y="117458"/>
                </a:lnTo>
                <a:cubicBezTo>
                  <a:pt x="55327" y="116329"/>
                  <a:pt x="52903" y="114937"/>
                  <a:pt x="50628" y="113255"/>
                </a:cubicBezTo>
                <a:cubicBezTo>
                  <a:pt x="47136" y="110671"/>
                  <a:pt x="44457" y="107406"/>
                  <a:pt x="42655" y="103761"/>
                </a:cubicBezTo>
                <a:close/>
                <a:moveTo>
                  <a:pt x="137321" y="63100"/>
                </a:moveTo>
                <a:cubicBezTo>
                  <a:pt x="141253" y="70214"/>
                  <a:pt x="141444" y="79097"/>
                  <a:pt x="138678" y="86785"/>
                </a:cubicBezTo>
                <a:cubicBezTo>
                  <a:pt x="134874" y="97405"/>
                  <a:pt x="125598" y="105254"/>
                  <a:pt x="116171" y="110719"/>
                </a:cubicBezTo>
                <a:cubicBezTo>
                  <a:pt x="105431" y="116917"/>
                  <a:pt x="91367" y="121386"/>
                  <a:pt x="77829" y="121386"/>
                </a:cubicBezTo>
                <a:cubicBezTo>
                  <a:pt x="72573" y="121386"/>
                  <a:pt x="67395" y="120712"/>
                  <a:pt x="62523" y="119204"/>
                </a:cubicBezTo>
                <a:lnTo>
                  <a:pt x="62523" y="119204"/>
                </a:lnTo>
                <a:cubicBezTo>
                  <a:pt x="57328" y="115032"/>
                  <a:pt x="53021" y="109908"/>
                  <a:pt x="50019" y="104117"/>
                </a:cubicBezTo>
                <a:lnTo>
                  <a:pt x="50019" y="104117"/>
                </a:lnTo>
                <a:cubicBezTo>
                  <a:pt x="50507" y="104124"/>
                  <a:pt x="50996" y="104127"/>
                  <a:pt x="51485" y="104127"/>
                </a:cubicBezTo>
                <a:cubicBezTo>
                  <a:pt x="59390" y="104127"/>
                  <a:pt x="67355" y="103277"/>
                  <a:pt x="75150" y="101746"/>
                </a:cubicBezTo>
                <a:lnTo>
                  <a:pt x="75150" y="101746"/>
                </a:lnTo>
                <a:cubicBezTo>
                  <a:pt x="82379" y="101403"/>
                  <a:pt x="89694" y="99826"/>
                  <a:pt x="95094" y="96272"/>
                </a:cubicBezTo>
                <a:lnTo>
                  <a:pt x="95094" y="96272"/>
                </a:lnTo>
                <a:cubicBezTo>
                  <a:pt x="95730" y="96047"/>
                  <a:pt x="96362" y="95818"/>
                  <a:pt x="96992" y="95585"/>
                </a:cubicBezTo>
                <a:cubicBezTo>
                  <a:pt x="105152" y="92574"/>
                  <a:pt x="113235" y="88687"/>
                  <a:pt x="119892" y="82981"/>
                </a:cubicBezTo>
                <a:cubicBezTo>
                  <a:pt x="125168" y="78494"/>
                  <a:pt x="130154" y="72757"/>
                  <a:pt x="133389" y="66315"/>
                </a:cubicBezTo>
                <a:lnTo>
                  <a:pt x="133389" y="66315"/>
                </a:lnTo>
                <a:cubicBezTo>
                  <a:pt x="134761" y="65321"/>
                  <a:pt x="136075" y="64249"/>
                  <a:pt x="137321" y="63100"/>
                </a:cubicBezTo>
                <a:close/>
                <a:moveTo>
                  <a:pt x="149226" y="35024"/>
                </a:moveTo>
                <a:lnTo>
                  <a:pt x="149226" y="35024"/>
                </a:lnTo>
                <a:cubicBezTo>
                  <a:pt x="159885" y="49223"/>
                  <a:pt x="164356" y="67892"/>
                  <a:pt x="159834" y="85600"/>
                </a:cubicBezTo>
                <a:cubicBezTo>
                  <a:pt x="152632" y="113729"/>
                  <a:pt x="124552" y="130854"/>
                  <a:pt x="96567" y="130854"/>
                </a:cubicBezTo>
                <a:cubicBezTo>
                  <a:pt x="94989" y="130854"/>
                  <a:pt x="93411" y="130800"/>
                  <a:pt x="91838" y="130690"/>
                </a:cubicBezTo>
                <a:cubicBezTo>
                  <a:pt x="82312" y="130023"/>
                  <a:pt x="73226" y="126724"/>
                  <a:pt x="65654" y="121529"/>
                </a:cubicBezTo>
                <a:lnTo>
                  <a:pt x="65654" y="121529"/>
                </a:lnTo>
                <a:cubicBezTo>
                  <a:pt x="69346" y="122296"/>
                  <a:pt x="73188" y="122638"/>
                  <a:pt x="77063" y="122638"/>
                </a:cubicBezTo>
                <a:cubicBezTo>
                  <a:pt x="87154" y="122638"/>
                  <a:pt x="97467" y="120319"/>
                  <a:pt x="105944" y="117141"/>
                </a:cubicBezTo>
                <a:cubicBezTo>
                  <a:pt x="124413" y="110085"/>
                  <a:pt x="144460" y="94076"/>
                  <a:pt x="141689" y="72045"/>
                </a:cubicBezTo>
                <a:cubicBezTo>
                  <a:pt x="141202" y="68261"/>
                  <a:pt x="140051" y="64957"/>
                  <a:pt x="138384" y="62085"/>
                </a:cubicBezTo>
                <a:lnTo>
                  <a:pt x="138384" y="62085"/>
                </a:lnTo>
                <a:cubicBezTo>
                  <a:pt x="139405" y="61075"/>
                  <a:pt x="140375" y="60010"/>
                  <a:pt x="141290" y="58889"/>
                </a:cubicBezTo>
                <a:cubicBezTo>
                  <a:pt x="146779" y="52218"/>
                  <a:pt x="149617" y="43578"/>
                  <a:pt x="149226" y="35024"/>
                </a:cubicBezTo>
                <a:close/>
                <a:moveTo>
                  <a:pt x="107933" y="1"/>
                </a:moveTo>
                <a:cubicBezTo>
                  <a:pt x="104598" y="1"/>
                  <a:pt x="101265" y="390"/>
                  <a:pt x="98019" y="1195"/>
                </a:cubicBezTo>
                <a:cubicBezTo>
                  <a:pt x="93850" y="2210"/>
                  <a:pt x="90136" y="3985"/>
                  <a:pt x="86857" y="6333"/>
                </a:cubicBezTo>
                <a:lnTo>
                  <a:pt x="86857" y="6333"/>
                </a:lnTo>
                <a:cubicBezTo>
                  <a:pt x="81713" y="6676"/>
                  <a:pt x="76758" y="7781"/>
                  <a:pt x="72431" y="9960"/>
                </a:cubicBezTo>
                <a:lnTo>
                  <a:pt x="72431" y="9960"/>
                </a:lnTo>
                <a:cubicBezTo>
                  <a:pt x="68615" y="9526"/>
                  <a:pt x="64757" y="9302"/>
                  <a:pt x="60902" y="9302"/>
                </a:cubicBezTo>
                <a:cubicBezTo>
                  <a:pt x="49689" y="9302"/>
                  <a:pt x="38500" y="11195"/>
                  <a:pt x="28438" y="15302"/>
                </a:cubicBezTo>
                <a:cubicBezTo>
                  <a:pt x="20278" y="18630"/>
                  <a:pt x="12746" y="23943"/>
                  <a:pt x="8150" y="31710"/>
                </a:cubicBezTo>
                <a:cubicBezTo>
                  <a:pt x="4705" y="37553"/>
                  <a:pt x="3497" y="44644"/>
                  <a:pt x="4179" y="51493"/>
                </a:cubicBezTo>
                <a:lnTo>
                  <a:pt x="4179" y="51493"/>
                </a:lnTo>
                <a:cubicBezTo>
                  <a:pt x="1282" y="57624"/>
                  <a:pt x="1" y="64500"/>
                  <a:pt x="225" y="71335"/>
                </a:cubicBezTo>
                <a:cubicBezTo>
                  <a:pt x="859" y="90355"/>
                  <a:pt x="17584" y="99865"/>
                  <a:pt x="34461" y="102718"/>
                </a:cubicBezTo>
                <a:cubicBezTo>
                  <a:pt x="36614" y="103088"/>
                  <a:pt x="38785" y="103383"/>
                  <a:pt x="40969" y="103605"/>
                </a:cubicBezTo>
                <a:lnTo>
                  <a:pt x="40969" y="103605"/>
                </a:lnTo>
                <a:cubicBezTo>
                  <a:pt x="42136" y="106081"/>
                  <a:pt x="43753" y="108496"/>
                  <a:pt x="45873" y="110801"/>
                </a:cubicBezTo>
                <a:cubicBezTo>
                  <a:pt x="50084" y="115419"/>
                  <a:pt x="55313" y="118476"/>
                  <a:pt x="61064" y="120325"/>
                </a:cubicBezTo>
                <a:lnTo>
                  <a:pt x="61064" y="120325"/>
                </a:lnTo>
                <a:cubicBezTo>
                  <a:pt x="71082" y="128520"/>
                  <a:pt x="83805" y="132164"/>
                  <a:pt x="96732" y="132164"/>
                </a:cubicBezTo>
                <a:cubicBezTo>
                  <a:pt x="108721" y="132164"/>
                  <a:pt x="120885" y="129029"/>
                  <a:pt x="131228" y="123481"/>
                </a:cubicBezTo>
                <a:cubicBezTo>
                  <a:pt x="154445" y="111118"/>
                  <a:pt x="167049" y="84807"/>
                  <a:pt x="161736" y="58972"/>
                </a:cubicBezTo>
                <a:cubicBezTo>
                  <a:pt x="159828" y="49530"/>
                  <a:pt x="155336" y="40133"/>
                  <a:pt x="149160" y="32387"/>
                </a:cubicBezTo>
                <a:lnTo>
                  <a:pt x="149160" y="32387"/>
                </a:lnTo>
                <a:cubicBezTo>
                  <a:pt x="149946" y="30577"/>
                  <a:pt x="150626" y="28729"/>
                  <a:pt x="151199" y="26872"/>
                </a:cubicBezTo>
                <a:cubicBezTo>
                  <a:pt x="153101" y="21090"/>
                  <a:pt x="154287" y="13324"/>
                  <a:pt x="150324" y="8093"/>
                </a:cubicBezTo>
                <a:cubicBezTo>
                  <a:pt x="148133" y="5222"/>
                  <a:pt x="144897" y="4241"/>
                  <a:pt x="141467" y="4241"/>
                </a:cubicBezTo>
                <a:cubicBezTo>
                  <a:pt x="137831" y="4241"/>
                  <a:pt x="133975" y="5344"/>
                  <a:pt x="130915" y="6466"/>
                </a:cubicBezTo>
                <a:lnTo>
                  <a:pt x="130915" y="6466"/>
                </a:lnTo>
                <a:cubicBezTo>
                  <a:pt x="130158" y="6007"/>
                  <a:pt x="129388" y="5571"/>
                  <a:pt x="128610" y="5158"/>
                </a:cubicBezTo>
                <a:cubicBezTo>
                  <a:pt x="122283" y="1804"/>
                  <a:pt x="115105" y="1"/>
                  <a:pt x="10793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84" name="Google Shape;84;p7"/>
          <p:cNvCxnSpPr/>
          <p:nvPr/>
        </p:nvCxnSpPr>
        <p:spPr>
          <a:xfrm rot="10800000">
            <a:off x="-25" y="4895850"/>
            <a:ext cx="587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1033050" y="1602388"/>
            <a:ext cx="4076100" cy="14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1033050" y="2950413"/>
            <a:ext cx="4076100" cy="5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1" name="Google Shape;101;p9"/>
          <p:cNvCxnSpPr/>
          <p:nvPr/>
        </p:nvCxnSpPr>
        <p:spPr>
          <a:xfrm rot="10800000">
            <a:off x="-75" y="4895850"/>
            <a:ext cx="5572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" name="Google Shape;102;p9"/>
          <p:cNvGrpSpPr/>
          <p:nvPr/>
        </p:nvGrpSpPr>
        <p:grpSpPr>
          <a:xfrm>
            <a:off x="197809" y="4399802"/>
            <a:ext cx="719721" cy="644965"/>
            <a:chOff x="197809" y="4399802"/>
            <a:chExt cx="719721" cy="644965"/>
          </a:xfrm>
        </p:grpSpPr>
        <p:grpSp>
          <p:nvGrpSpPr>
            <p:cNvPr id="103" name="Google Shape;103;p9"/>
            <p:cNvGrpSpPr/>
            <p:nvPr/>
          </p:nvGrpSpPr>
          <p:grpSpPr>
            <a:xfrm rot="1743276">
              <a:off x="562870" y="4453945"/>
              <a:ext cx="300733" cy="299950"/>
              <a:chOff x="2667050" y="470325"/>
              <a:chExt cx="732075" cy="730325"/>
            </a:xfrm>
          </p:grpSpPr>
          <p:sp>
            <p:nvSpPr>
              <p:cNvPr id="104" name="Google Shape;104;p9"/>
              <p:cNvSpPr/>
              <p:nvPr/>
            </p:nvSpPr>
            <p:spPr>
              <a:xfrm>
                <a:off x="2667050" y="470325"/>
                <a:ext cx="732075" cy="730325"/>
              </a:xfrm>
              <a:custGeom>
                <a:avLst/>
                <a:gdLst/>
                <a:ahLst/>
                <a:cxnLst/>
                <a:rect l="l" t="t" r="r" b="b"/>
                <a:pathLst>
                  <a:path w="29283" h="29213" extrusionOk="0">
                    <a:moveTo>
                      <a:pt x="14641" y="1"/>
                    </a:moveTo>
                    <a:cubicBezTo>
                      <a:pt x="6573" y="1"/>
                      <a:pt x="0" y="6573"/>
                      <a:pt x="0" y="14642"/>
                    </a:cubicBezTo>
                    <a:cubicBezTo>
                      <a:pt x="0" y="22705"/>
                      <a:pt x="6573" y="29212"/>
                      <a:pt x="14641" y="29212"/>
                    </a:cubicBezTo>
                    <a:cubicBezTo>
                      <a:pt x="22705" y="29212"/>
                      <a:pt x="29282" y="22705"/>
                      <a:pt x="29282" y="14642"/>
                    </a:cubicBezTo>
                    <a:cubicBezTo>
                      <a:pt x="29282" y="6573"/>
                      <a:pt x="22705" y="1"/>
                      <a:pt x="146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2667050" y="778750"/>
                <a:ext cx="732075" cy="113475"/>
              </a:xfrm>
              <a:custGeom>
                <a:avLst/>
                <a:gdLst/>
                <a:ahLst/>
                <a:cxnLst/>
                <a:rect l="l" t="t" r="r" b="b"/>
                <a:pathLst>
                  <a:path w="29283" h="4539" extrusionOk="0">
                    <a:moveTo>
                      <a:pt x="201" y="0"/>
                    </a:moveTo>
                    <a:cubicBezTo>
                      <a:pt x="136" y="743"/>
                      <a:pt x="0" y="1491"/>
                      <a:pt x="0" y="2305"/>
                    </a:cubicBezTo>
                    <a:cubicBezTo>
                      <a:pt x="0" y="3048"/>
                      <a:pt x="136" y="3796"/>
                      <a:pt x="201" y="4539"/>
                    </a:cubicBezTo>
                    <a:lnTo>
                      <a:pt x="29076" y="4539"/>
                    </a:lnTo>
                    <a:cubicBezTo>
                      <a:pt x="29212" y="3796"/>
                      <a:pt x="29282" y="3048"/>
                      <a:pt x="29282" y="2305"/>
                    </a:cubicBezTo>
                    <a:cubicBezTo>
                      <a:pt x="29282" y="1491"/>
                      <a:pt x="29212" y="743"/>
                      <a:pt x="2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6" name="Google Shape;106;p9"/>
            <p:cNvGrpSpPr/>
            <p:nvPr/>
          </p:nvGrpSpPr>
          <p:grpSpPr>
            <a:xfrm>
              <a:off x="197809" y="4507814"/>
              <a:ext cx="484798" cy="536954"/>
              <a:chOff x="309459" y="4507814"/>
              <a:chExt cx="484798" cy="536954"/>
            </a:xfrm>
          </p:grpSpPr>
          <p:sp>
            <p:nvSpPr>
              <p:cNvPr id="107" name="Google Shape;107;p9"/>
              <p:cNvSpPr/>
              <p:nvPr/>
            </p:nvSpPr>
            <p:spPr>
              <a:xfrm rot="-2295742">
                <a:off x="529296" y="4748073"/>
                <a:ext cx="206372" cy="260809"/>
              </a:xfrm>
              <a:custGeom>
                <a:avLst/>
                <a:gdLst/>
                <a:ahLst/>
                <a:cxnLst/>
                <a:rect l="l" t="t" r="r" b="b"/>
                <a:pathLst>
                  <a:path w="30302" h="38295" extrusionOk="0">
                    <a:moveTo>
                      <a:pt x="0" y="1"/>
                    </a:moveTo>
                    <a:lnTo>
                      <a:pt x="0" y="23112"/>
                    </a:lnTo>
                    <a:cubicBezTo>
                      <a:pt x="0" y="31517"/>
                      <a:pt x="6778" y="38295"/>
                      <a:pt x="15118" y="38295"/>
                    </a:cubicBezTo>
                    <a:cubicBezTo>
                      <a:pt x="23523" y="38295"/>
                      <a:pt x="30301" y="31517"/>
                      <a:pt x="30301" y="23112"/>
                    </a:cubicBezTo>
                    <a:lnTo>
                      <a:pt x="3030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108;p9"/>
              <p:cNvSpPr/>
              <p:nvPr/>
            </p:nvSpPr>
            <p:spPr>
              <a:xfrm rot="-2295742">
                <a:off x="367911" y="4543748"/>
                <a:ext cx="206372" cy="260366"/>
              </a:xfrm>
              <a:custGeom>
                <a:avLst/>
                <a:gdLst/>
                <a:ahLst/>
                <a:cxnLst/>
                <a:rect l="l" t="t" r="r" b="b"/>
                <a:pathLst>
                  <a:path w="30302" h="38230" extrusionOk="0">
                    <a:moveTo>
                      <a:pt x="15118" y="1"/>
                    </a:moveTo>
                    <a:cubicBezTo>
                      <a:pt x="6778" y="1"/>
                      <a:pt x="0" y="6779"/>
                      <a:pt x="0" y="15184"/>
                    </a:cubicBezTo>
                    <a:lnTo>
                      <a:pt x="0" y="38230"/>
                    </a:lnTo>
                    <a:lnTo>
                      <a:pt x="30301" y="38230"/>
                    </a:lnTo>
                    <a:lnTo>
                      <a:pt x="30301" y="15184"/>
                    </a:lnTo>
                    <a:cubicBezTo>
                      <a:pt x="30301" y="6779"/>
                      <a:pt x="23523" y="1"/>
                      <a:pt x="151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3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720000" y="2275763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3"/>
          <p:cNvSpPr txBox="1">
            <a:spLocks noGrp="1"/>
          </p:cNvSpPr>
          <p:nvPr>
            <p:ph type="subTitle" idx="2"/>
          </p:nvPr>
        </p:nvSpPr>
        <p:spPr>
          <a:xfrm>
            <a:off x="720000" y="3893337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 txBox="1">
            <a:spLocks noGrp="1"/>
          </p:cNvSpPr>
          <p:nvPr>
            <p:ph type="subTitle" idx="3"/>
          </p:nvPr>
        </p:nvSpPr>
        <p:spPr>
          <a:xfrm>
            <a:off x="4166875" y="2275763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>
            <a:spLocks noGrp="1"/>
          </p:cNvSpPr>
          <p:nvPr>
            <p:ph type="subTitle" idx="4"/>
          </p:nvPr>
        </p:nvSpPr>
        <p:spPr>
          <a:xfrm>
            <a:off x="4166875" y="3893337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>
            <a:spLocks noGrp="1"/>
          </p:cNvSpPr>
          <p:nvPr>
            <p:ph type="title" idx="5" hasCustomPrompt="1"/>
          </p:nvPr>
        </p:nvSpPr>
        <p:spPr>
          <a:xfrm>
            <a:off x="818402" y="1419433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6" hasCustomPrompt="1"/>
          </p:nvPr>
        </p:nvSpPr>
        <p:spPr>
          <a:xfrm>
            <a:off x="818402" y="3057154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 hasCustomPrompt="1"/>
          </p:nvPr>
        </p:nvSpPr>
        <p:spPr>
          <a:xfrm>
            <a:off x="4265277" y="1419433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8" hasCustomPrompt="1"/>
          </p:nvPr>
        </p:nvSpPr>
        <p:spPr>
          <a:xfrm>
            <a:off x="4265277" y="3057154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9"/>
          </p:nvPr>
        </p:nvSpPr>
        <p:spPr>
          <a:xfrm>
            <a:off x="4166875" y="1943225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36" name="Google Shape;136;p13"/>
          <p:cNvSpPr txBox="1">
            <a:spLocks noGrp="1"/>
          </p:cNvSpPr>
          <p:nvPr>
            <p:ph type="subTitle" idx="13"/>
          </p:nvPr>
        </p:nvSpPr>
        <p:spPr>
          <a:xfrm>
            <a:off x="720000" y="1943225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37" name="Google Shape;137;p13"/>
          <p:cNvSpPr txBox="1">
            <a:spLocks noGrp="1"/>
          </p:cNvSpPr>
          <p:nvPr>
            <p:ph type="subTitle" idx="14"/>
          </p:nvPr>
        </p:nvSpPr>
        <p:spPr>
          <a:xfrm>
            <a:off x="720000" y="3592001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38" name="Google Shape;138;p13"/>
          <p:cNvSpPr txBox="1">
            <a:spLocks noGrp="1"/>
          </p:cNvSpPr>
          <p:nvPr>
            <p:ph type="subTitle" idx="15"/>
          </p:nvPr>
        </p:nvSpPr>
        <p:spPr>
          <a:xfrm>
            <a:off x="4166875" y="3592000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cxnSp>
        <p:nvCxnSpPr>
          <p:cNvPr id="139" name="Google Shape;139;p13"/>
          <p:cNvCxnSpPr/>
          <p:nvPr/>
        </p:nvCxnSpPr>
        <p:spPr>
          <a:xfrm rot="10800000">
            <a:off x="-175" y="4895850"/>
            <a:ext cx="7623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16"/>
          <p:cNvSpPr/>
          <p:nvPr/>
        </p:nvSpPr>
        <p:spPr>
          <a:xfrm>
            <a:off x="8424000" y="4469950"/>
            <a:ext cx="611700" cy="692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63" name="Google Shape;163;p16"/>
          <p:cNvCxnSpPr/>
          <p:nvPr/>
        </p:nvCxnSpPr>
        <p:spPr>
          <a:xfrm rot="10800000">
            <a:off x="-75" y="4895850"/>
            <a:ext cx="8421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4" name="Google Shape;164;p16"/>
          <p:cNvGrpSpPr/>
          <p:nvPr/>
        </p:nvGrpSpPr>
        <p:grpSpPr>
          <a:xfrm>
            <a:off x="8512679" y="4604117"/>
            <a:ext cx="456711" cy="428644"/>
            <a:chOff x="1930413" y="3295425"/>
            <a:chExt cx="547550" cy="513900"/>
          </a:xfrm>
        </p:grpSpPr>
        <p:sp>
          <p:nvSpPr>
            <p:cNvPr id="165" name="Google Shape;165;p16"/>
            <p:cNvSpPr/>
            <p:nvPr/>
          </p:nvSpPr>
          <p:spPr>
            <a:xfrm>
              <a:off x="2124638" y="3520250"/>
              <a:ext cx="353325" cy="289075"/>
            </a:xfrm>
            <a:custGeom>
              <a:avLst/>
              <a:gdLst/>
              <a:ahLst/>
              <a:cxnLst/>
              <a:rect l="l" t="t" r="r" b="b"/>
              <a:pathLst>
                <a:path w="14133" h="11563" extrusionOk="0">
                  <a:moveTo>
                    <a:pt x="6810" y="1"/>
                  </a:moveTo>
                  <a:lnTo>
                    <a:pt x="6620" y="196"/>
                  </a:lnTo>
                  <a:cubicBezTo>
                    <a:pt x="5463" y="1542"/>
                    <a:pt x="3598" y="2380"/>
                    <a:pt x="1481" y="2508"/>
                  </a:cubicBezTo>
                  <a:lnTo>
                    <a:pt x="1224" y="2570"/>
                  </a:lnTo>
                  <a:lnTo>
                    <a:pt x="1029" y="2827"/>
                  </a:lnTo>
                  <a:cubicBezTo>
                    <a:pt x="386" y="3726"/>
                    <a:pt x="1" y="4754"/>
                    <a:pt x="1" y="5782"/>
                  </a:cubicBezTo>
                  <a:cubicBezTo>
                    <a:pt x="1" y="8993"/>
                    <a:pt x="3213" y="11563"/>
                    <a:pt x="7067" y="11563"/>
                  </a:cubicBezTo>
                  <a:lnTo>
                    <a:pt x="13747" y="11563"/>
                  </a:lnTo>
                  <a:lnTo>
                    <a:pt x="12077" y="9893"/>
                  </a:lnTo>
                  <a:cubicBezTo>
                    <a:pt x="13429" y="8803"/>
                    <a:pt x="14133" y="7323"/>
                    <a:pt x="14133" y="5782"/>
                  </a:cubicBezTo>
                  <a:cubicBezTo>
                    <a:pt x="14133" y="2570"/>
                    <a:pt x="10988" y="1"/>
                    <a:pt x="70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1930413" y="3295425"/>
              <a:ext cx="417550" cy="321200"/>
            </a:xfrm>
            <a:custGeom>
              <a:avLst/>
              <a:gdLst/>
              <a:ahLst/>
              <a:cxnLst/>
              <a:rect l="l" t="t" r="r" b="b"/>
              <a:pathLst>
                <a:path w="16702" h="12848" extrusionOk="0">
                  <a:moveTo>
                    <a:pt x="8351" y="1"/>
                  </a:moveTo>
                  <a:cubicBezTo>
                    <a:pt x="3726" y="1"/>
                    <a:pt x="0" y="2894"/>
                    <a:pt x="0" y="6424"/>
                  </a:cubicBezTo>
                  <a:cubicBezTo>
                    <a:pt x="0" y="8094"/>
                    <a:pt x="833" y="9703"/>
                    <a:pt x="2313" y="10859"/>
                  </a:cubicBezTo>
                  <a:lnTo>
                    <a:pt x="386" y="12848"/>
                  </a:lnTo>
                  <a:lnTo>
                    <a:pt x="8351" y="12848"/>
                  </a:lnTo>
                  <a:cubicBezTo>
                    <a:pt x="12395" y="12848"/>
                    <a:pt x="16701" y="10407"/>
                    <a:pt x="16701" y="6424"/>
                  </a:cubicBezTo>
                  <a:cubicBezTo>
                    <a:pt x="16701" y="2894"/>
                    <a:pt x="12976" y="1"/>
                    <a:pt x="8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2221013" y="364872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2285238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2349463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090988" y="3359675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0"/>
                  </a:moveTo>
                  <a:cubicBezTo>
                    <a:pt x="833" y="0"/>
                    <a:pt x="1" y="838"/>
                    <a:pt x="1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8" y="1285"/>
                  </a:cubicBezTo>
                  <a:cubicBezTo>
                    <a:pt x="2246" y="1285"/>
                    <a:pt x="2570" y="1542"/>
                    <a:pt x="2570" y="1927"/>
                  </a:cubicBezTo>
                  <a:cubicBezTo>
                    <a:pt x="2570" y="2123"/>
                    <a:pt x="2442" y="2313"/>
                    <a:pt x="2313" y="2441"/>
                  </a:cubicBezTo>
                  <a:cubicBezTo>
                    <a:pt x="2246" y="2508"/>
                    <a:pt x="2118" y="2508"/>
                    <a:pt x="1928" y="2827"/>
                  </a:cubicBezTo>
                  <a:cubicBezTo>
                    <a:pt x="1475" y="3279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50"/>
                    <a:pt x="2760" y="3726"/>
                    <a:pt x="3084" y="3469"/>
                  </a:cubicBezTo>
                  <a:cubicBezTo>
                    <a:pt x="3531" y="3150"/>
                    <a:pt x="3855" y="2508"/>
                    <a:pt x="3855" y="1927"/>
                  </a:cubicBezTo>
                  <a:cubicBezTo>
                    <a:pt x="3855" y="838"/>
                    <a:pt x="2955" y="0"/>
                    <a:pt x="1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2123113" y="3520250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5" name="Google Shape;175;p17"/>
          <p:cNvGrpSpPr/>
          <p:nvPr/>
        </p:nvGrpSpPr>
        <p:grpSpPr>
          <a:xfrm rot="1950612">
            <a:off x="8129159" y="291531"/>
            <a:ext cx="923131" cy="495941"/>
            <a:chOff x="238125" y="300425"/>
            <a:chExt cx="3724750" cy="2001075"/>
          </a:xfrm>
        </p:grpSpPr>
        <p:sp>
          <p:nvSpPr>
            <p:cNvPr id="176" name="Google Shape;176;p17"/>
            <p:cNvSpPr/>
            <p:nvPr/>
          </p:nvSpPr>
          <p:spPr>
            <a:xfrm>
              <a:off x="1945950" y="300425"/>
              <a:ext cx="2016925" cy="2001075"/>
            </a:xfrm>
            <a:custGeom>
              <a:avLst/>
              <a:gdLst/>
              <a:ahLst/>
              <a:cxnLst/>
              <a:rect l="l" t="t" r="r" b="b"/>
              <a:pathLst>
                <a:path w="80677" h="80043" extrusionOk="0">
                  <a:moveTo>
                    <a:pt x="40342" y="20446"/>
                  </a:moveTo>
                  <a:cubicBezTo>
                    <a:pt x="51278" y="20446"/>
                    <a:pt x="60154" y="29322"/>
                    <a:pt x="60154" y="40259"/>
                  </a:cubicBezTo>
                  <a:cubicBezTo>
                    <a:pt x="60154" y="51278"/>
                    <a:pt x="51278" y="60154"/>
                    <a:pt x="40342" y="60154"/>
                  </a:cubicBezTo>
                  <a:cubicBezTo>
                    <a:pt x="29405" y="60154"/>
                    <a:pt x="20529" y="51278"/>
                    <a:pt x="20529" y="40259"/>
                  </a:cubicBezTo>
                  <a:cubicBezTo>
                    <a:pt x="20529" y="29322"/>
                    <a:pt x="29405" y="20446"/>
                    <a:pt x="40342" y="20446"/>
                  </a:cubicBezTo>
                  <a:close/>
                  <a:moveTo>
                    <a:pt x="39074" y="0"/>
                  </a:moveTo>
                  <a:lnTo>
                    <a:pt x="39308" y="7690"/>
                  </a:lnTo>
                  <a:cubicBezTo>
                    <a:pt x="34002" y="7849"/>
                    <a:pt x="29088" y="9193"/>
                    <a:pt x="24650" y="11653"/>
                  </a:cubicBezTo>
                  <a:lnTo>
                    <a:pt x="21005" y="4913"/>
                  </a:lnTo>
                  <a:cubicBezTo>
                    <a:pt x="15533" y="7925"/>
                    <a:pt x="10702" y="12287"/>
                    <a:pt x="7133" y="17435"/>
                  </a:cubicBezTo>
                  <a:lnTo>
                    <a:pt x="13473" y="21797"/>
                  </a:lnTo>
                  <a:cubicBezTo>
                    <a:pt x="10620" y="25918"/>
                    <a:pt x="8718" y="30749"/>
                    <a:pt x="8008" y="35903"/>
                  </a:cubicBezTo>
                  <a:lnTo>
                    <a:pt x="400" y="34870"/>
                  </a:lnTo>
                  <a:cubicBezTo>
                    <a:pt x="159" y="36696"/>
                    <a:pt x="0" y="38515"/>
                    <a:pt x="0" y="40259"/>
                  </a:cubicBezTo>
                  <a:cubicBezTo>
                    <a:pt x="0" y="44779"/>
                    <a:pt x="793" y="49217"/>
                    <a:pt x="2219" y="53497"/>
                  </a:cubicBezTo>
                  <a:lnTo>
                    <a:pt x="9510" y="50961"/>
                  </a:lnTo>
                  <a:cubicBezTo>
                    <a:pt x="11178" y="55874"/>
                    <a:pt x="14031" y="60230"/>
                    <a:pt x="17594" y="63717"/>
                  </a:cubicBezTo>
                  <a:lnTo>
                    <a:pt x="12287" y="69264"/>
                  </a:lnTo>
                  <a:cubicBezTo>
                    <a:pt x="16801" y="73626"/>
                    <a:pt x="22431" y="76955"/>
                    <a:pt x="28372" y="78774"/>
                  </a:cubicBezTo>
                  <a:lnTo>
                    <a:pt x="30673" y="71483"/>
                  </a:lnTo>
                  <a:cubicBezTo>
                    <a:pt x="33685" y="72434"/>
                    <a:pt x="37013" y="72992"/>
                    <a:pt x="40342" y="72992"/>
                  </a:cubicBezTo>
                  <a:cubicBezTo>
                    <a:pt x="42161" y="72992"/>
                    <a:pt x="43987" y="72751"/>
                    <a:pt x="45731" y="72517"/>
                  </a:cubicBezTo>
                  <a:lnTo>
                    <a:pt x="46999" y="80042"/>
                  </a:lnTo>
                  <a:cubicBezTo>
                    <a:pt x="53256" y="79015"/>
                    <a:pt x="59203" y="76479"/>
                    <a:pt x="64275" y="72751"/>
                  </a:cubicBezTo>
                  <a:lnTo>
                    <a:pt x="59679" y="66570"/>
                  </a:lnTo>
                  <a:cubicBezTo>
                    <a:pt x="63800" y="63558"/>
                    <a:pt x="67204" y="59596"/>
                    <a:pt x="69506" y="54999"/>
                  </a:cubicBezTo>
                  <a:lnTo>
                    <a:pt x="76321" y="58486"/>
                  </a:lnTo>
                  <a:cubicBezTo>
                    <a:pt x="79174" y="52863"/>
                    <a:pt x="80677" y="46599"/>
                    <a:pt x="80677" y="40259"/>
                  </a:cubicBezTo>
                  <a:lnTo>
                    <a:pt x="72993" y="40259"/>
                  </a:lnTo>
                  <a:cubicBezTo>
                    <a:pt x="72993" y="38122"/>
                    <a:pt x="72834" y="35903"/>
                    <a:pt x="72359" y="33843"/>
                  </a:cubicBezTo>
                  <a:lnTo>
                    <a:pt x="79884" y="32334"/>
                  </a:lnTo>
                  <a:cubicBezTo>
                    <a:pt x="78699" y="26152"/>
                    <a:pt x="75922" y="20288"/>
                    <a:pt x="72042" y="15374"/>
                  </a:cubicBezTo>
                  <a:lnTo>
                    <a:pt x="66019" y="20129"/>
                  </a:lnTo>
                  <a:cubicBezTo>
                    <a:pt x="62849" y="16091"/>
                    <a:pt x="58804" y="12921"/>
                    <a:pt x="54131" y="10702"/>
                  </a:cubicBezTo>
                  <a:lnTo>
                    <a:pt x="57377" y="3728"/>
                  </a:lnTo>
                  <a:cubicBezTo>
                    <a:pt x="52071" y="1268"/>
                    <a:pt x="46282" y="0"/>
                    <a:pt x="40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238125" y="383400"/>
              <a:ext cx="1392900" cy="1397100"/>
            </a:xfrm>
            <a:custGeom>
              <a:avLst/>
              <a:gdLst/>
              <a:ahLst/>
              <a:cxnLst/>
              <a:rect l="l" t="t" r="r" b="b"/>
              <a:pathLst>
                <a:path w="55716" h="55884" extrusionOk="0">
                  <a:moveTo>
                    <a:pt x="27762" y="14205"/>
                  </a:moveTo>
                  <a:cubicBezTo>
                    <a:pt x="30851" y="14205"/>
                    <a:pt x="33962" y="15244"/>
                    <a:pt x="36537" y="17368"/>
                  </a:cubicBezTo>
                  <a:cubicBezTo>
                    <a:pt x="42402" y="22199"/>
                    <a:pt x="43270" y="30841"/>
                    <a:pt x="38439" y="36705"/>
                  </a:cubicBezTo>
                  <a:cubicBezTo>
                    <a:pt x="35709" y="40016"/>
                    <a:pt x="31742" y="41734"/>
                    <a:pt x="27749" y="41734"/>
                  </a:cubicBezTo>
                  <a:cubicBezTo>
                    <a:pt x="24669" y="41734"/>
                    <a:pt x="21574" y="40711"/>
                    <a:pt x="19020" y="38607"/>
                  </a:cubicBezTo>
                  <a:cubicBezTo>
                    <a:pt x="13155" y="33770"/>
                    <a:pt x="12363" y="25052"/>
                    <a:pt x="17200" y="19188"/>
                  </a:cubicBezTo>
                  <a:cubicBezTo>
                    <a:pt x="19910" y="15899"/>
                    <a:pt x="23818" y="14205"/>
                    <a:pt x="27762" y="14205"/>
                  </a:cubicBezTo>
                  <a:close/>
                  <a:moveTo>
                    <a:pt x="27872" y="1"/>
                  </a:moveTo>
                  <a:cubicBezTo>
                    <a:pt x="25258" y="1"/>
                    <a:pt x="22638" y="362"/>
                    <a:pt x="20129" y="1119"/>
                  </a:cubicBezTo>
                  <a:lnTo>
                    <a:pt x="21556" y="6191"/>
                  </a:lnTo>
                  <a:cubicBezTo>
                    <a:pt x="18227" y="7142"/>
                    <a:pt x="15140" y="8885"/>
                    <a:pt x="12445" y="11345"/>
                  </a:cubicBezTo>
                  <a:lnTo>
                    <a:pt x="8800" y="7459"/>
                  </a:lnTo>
                  <a:cubicBezTo>
                    <a:pt x="7925" y="8251"/>
                    <a:pt x="7056" y="9202"/>
                    <a:pt x="6264" y="10153"/>
                  </a:cubicBezTo>
                  <a:cubicBezTo>
                    <a:pt x="4279" y="12613"/>
                    <a:pt x="2694" y="15308"/>
                    <a:pt x="1585" y="18161"/>
                  </a:cubicBezTo>
                  <a:lnTo>
                    <a:pt x="6581" y="20063"/>
                  </a:lnTo>
                  <a:cubicBezTo>
                    <a:pt x="5313" y="23391"/>
                    <a:pt x="4913" y="26954"/>
                    <a:pt x="5313" y="30441"/>
                  </a:cubicBezTo>
                  <a:lnTo>
                    <a:pt x="0" y="31075"/>
                  </a:lnTo>
                  <a:cubicBezTo>
                    <a:pt x="476" y="35437"/>
                    <a:pt x="1984" y="39634"/>
                    <a:pt x="4438" y="43280"/>
                  </a:cubicBezTo>
                  <a:lnTo>
                    <a:pt x="8800" y="40351"/>
                  </a:lnTo>
                  <a:cubicBezTo>
                    <a:pt x="10068" y="42253"/>
                    <a:pt x="11570" y="43914"/>
                    <a:pt x="13396" y="45423"/>
                  </a:cubicBezTo>
                  <a:cubicBezTo>
                    <a:pt x="14347" y="46215"/>
                    <a:pt x="15374" y="46925"/>
                    <a:pt x="16484" y="47559"/>
                  </a:cubicBezTo>
                  <a:lnTo>
                    <a:pt x="13789" y="52156"/>
                  </a:lnTo>
                  <a:cubicBezTo>
                    <a:pt x="17593" y="54375"/>
                    <a:pt x="21873" y="55643"/>
                    <a:pt x="26235" y="55884"/>
                  </a:cubicBezTo>
                  <a:lnTo>
                    <a:pt x="26552" y="50571"/>
                  </a:lnTo>
                  <a:cubicBezTo>
                    <a:pt x="26901" y="50587"/>
                    <a:pt x="27250" y="50595"/>
                    <a:pt x="27600" y="50595"/>
                  </a:cubicBezTo>
                  <a:cubicBezTo>
                    <a:pt x="30748" y="50595"/>
                    <a:pt x="33927" y="49953"/>
                    <a:pt x="36854" y="48669"/>
                  </a:cubicBezTo>
                  <a:lnTo>
                    <a:pt x="38991" y="53582"/>
                  </a:lnTo>
                  <a:cubicBezTo>
                    <a:pt x="42953" y="51839"/>
                    <a:pt x="46599" y="49144"/>
                    <a:pt x="49376" y="45740"/>
                  </a:cubicBezTo>
                  <a:lnTo>
                    <a:pt x="45255" y="42411"/>
                  </a:lnTo>
                  <a:cubicBezTo>
                    <a:pt x="46206" y="41219"/>
                    <a:pt x="47074" y="39951"/>
                    <a:pt x="47791" y="38683"/>
                  </a:cubicBezTo>
                  <a:lnTo>
                    <a:pt x="52463" y="41143"/>
                  </a:lnTo>
                  <a:cubicBezTo>
                    <a:pt x="54524" y="37339"/>
                    <a:pt x="55633" y="32977"/>
                    <a:pt x="55716" y="28622"/>
                  </a:cubicBezTo>
                  <a:lnTo>
                    <a:pt x="50403" y="28539"/>
                  </a:lnTo>
                  <a:cubicBezTo>
                    <a:pt x="50485" y="24976"/>
                    <a:pt x="49769" y="21489"/>
                    <a:pt x="48266" y="18237"/>
                  </a:cubicBezTo>
                  <a:lnTo>
                    <a:pt x="53021" y="15942"/>
                  </a:lnTo>
                  <a:cubicBezTo>
                    <a:pt x="51278" y="12214"/>
                    <a:pt x="48818" y="9044"/>
                    <a:pt x="45572" y="6432"/>
                  </a:cubicBezTo>
                  <a:lnTo>
                    <a:pt x="44938" y="5874"/>
                  </a:lnTo>
                  <a:lnTo>
                    <a:pt x="41609" y="10077"/>
                  </a:lnTo>
                  <a:cubicBezTo>
                    <a:pt x="38756" y="7858"/>
                    <a:pt x="35504" y="6349"/>
                    <a:pt x="32099" y="5715"/>
                  </a:cubicBezTo>
                  <a:lnTo>
                    <a:pt x="33126" y="485"/>
                  </a:lnTo>
                  <a:cubicBezTo>
                    <a:pt x="31401" y="166"/>
                    <a:pt x="29638" y="1"/>
                    <a:pt x="27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78" name="Google Shape;178;p17"/>
          <p:cNvCxnSpPr/>
          <p:nvPr/>
        </p:nvCxnSpPr>
        <p:spPr>
          <a:xfrm rot="10800000">
            <a:off x="-50" y="4895850"/>
            <a:ext cx="9145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1" name="Google Shape;281;p26"/>
          <p:cNvSpPr txBox="1">
            <a:spLocks noGrp="1"/>
          </p:cNvSpPr>
          <p:nvPr>
            <p:ph type="subTitle" idx="1"/>
          </p:nvPr>
        </p:nvSpPr>
        <p:spPr>
          <a:xfrm>
            <a:off x="937626" y="3170389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26"/>
          <p:cNvSpPr txBox="1">
            <a:spLocks noGrp="1"/>
          </p:cNvSpPr>
          <p:nvPr>
            <p:ph type="subTitle" idx="2"/>
          </p:nvPr>
        </p:nvSpPr>
        <p:spPr>
          <a:xfrm>
            <a:off x="3484347" y="3170389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26"/>
          <p:cNvSpPr txBox="1">
            <a:spLocks noGrp="1"/>
          </p:cNvSpPr>
          <p:nvPr>
            <p:ph type="subTitle" idx="3"/>
          </p:nvPr>
        </p:nvSpPr>
        <p:spPr>
          <a:xfrm>
            <a:off x="6031074" y="3170389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26"/>
          <p:cNvSpPr txBox="1">
            <a:spLocks noGrp="1"/>
          </p:cNvSpPr>
          <p:nvPr>
            <p:ph type="subTitle" idx="4"/>
          </p:nvPr>
        </p:nvSpPr>
        <p:spPr>
          <a:xfrm>
            <a:off x="937625" y="2727124"/>
            <a:ext cx="2175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5" name="Google Shape;285;p26"/>
          <p:cNvSpPr txBox="1">
            <a:spLocks noGrp="1"/>
          </p:cNvSpPr>
          <p:nvPr>
            <p:ph type="subTitle" idx="5"/>
          </p:nvPr>
        </p:nvSpPr>
        <p:spPr>
          <a:xfrm>
            <a:off x="3484350" y="2727124"/>
            <a:ext cx="2175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6" name="Google Shape;286;p26"/>
          <p:cNvSpPr txBox="1">
            <a:spLocks noGrp="1"/>
          </p:cNvSpPr>
          <p:nvPr>
            <p:ph type="subTitle" idx="6"/>
          </p:nvPr>
        </p:nvSpPr>
        <p:spPr>
          <a:xfrm>
            <a:off x="6031075" y="2727124"/>
            <a:ext cx="2175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grpSp>
        <p:nvGrpSpPr>
          <p:cNvPr id="287" name="Google Shape;287;p26"/>
          <p:cNvGrpSpPr/>
          <p:nvPr/>
        </p:nvGrpSpPr>
        <p:grpSpPr>
          <a:xfrm rot="3466300">
            <a:off x="8226314" y="377088"/>
            <a:ext cx="923339" cy="496052"/>
            <a:chOff x="238125" y="300425"/>
            <a:chExt cx="3724750" cy="2001075"/>
          </a:xfrm>
        </p:grpSpPr>
        <p:sp>
          <p:nvSpPr>
            <p:cNvPr id="288" name="Google Shape;288;p26"/>
            <p:cNvSpPr/>
            <p:nvPr/>
          </p:nvSpPr>
          <p:spPr>
            <a:xfrm>
              <a:off x="1945950" y="300425"/>
              <a:ext cx="2016925" cy="2001075"/>
            </a:xfrm>
            <a:custGeom>
              <a:avLst/>
              <a:gdLst/>
              <a:ahLst/>
              <a:cxnLst/>
              <a:rect l="l" t="t" r="r" b="b"/>
              <a:pathLst>
                <a:path w="80677" h="80043" extrusionOk="0">
                  <a:moveTo>
                    <a:pt x="40342" y="20446"/>
                  </a:moveTo>
                  <a:cubicBezTo>
                    <a:pt x="51278" y="20446"/>
                    <a:pt x="60154" y="29322"/>
                    <a:pt x="60154" y="40259"/>
                  </a:cubicBezTo>
                  <a:cubicBezTo>
                    <a:pt x="60154" y="51278"/>
                    <a:pt x="51278" y="60154"/>
                    <a:pt x="40342" y="60154"/>
                  </a:cubicBezTo>
                  <a:cubicBezTo>
                    <a:pt x="29405" y="60154"/>
                    <a:pt x="20529" y="51278"/>
                    <a:pt x="20529" y="40259"/>
                  </a:cubicBezTo>
                  <a:cubicBezTo>
                    <a:pt x="20529" y="29322"/>
                    <a:pt x="29405" y="20446"/>
                    <a:pt x="40342" y="20446"/>
                  </a:cubicBezTo>
                  <a:close/>
                  <a:moveTo>
                    <a:pt x="39074" y="0"/>
                  </a:moveTo>
                  <a:lnTo>
                    <a:pt x="39308" y="7690"/>
                  </a:lnTo>
                  <a:cubicBezTo>
                    <a:pt x="34002" y="7849"/>
                    <a:pt x="29088" y="9193"/>
                    <a:pt x="24650" y="11653"/>
                  </a:cubicBezTo>
                  <a:lnTo>
                    <a:pt x="21005" y="4913"/>
                  </a:lnTo>
                  <a:cubicBezTo>
                    <a:pt x="15533" y="7925"/>
                    <a:pt x="10702" y="12287"/>
                    <a:pt x="7133" y="17435"/>
                  </a:cubicBezTo>
                  <a:lnTo>
                    <a:pt x="13473" y="21797"/>
                  </a:lnTo>
                  <a:cubicBezTo>
                    <a:pt x="10620" y="25918"/>
                    <a:pt x="8718" y="30749"/>
                    <a:pt x="8008" y="35903"/>
                  </a:cubicBezTo>
                  <a:lnTo>
                    <a:pt x="400" y="34870"/>
                  </a:lnTo>
                  <a:cubicBezTo>
                    <a:pt x="159" y="36696"/>
                    <a:pt x="0" y="38515"/>
                    <a:pt x="0" y="40259"/>
                  </a:cubicBezTo>
                  <a:cubicBezTo>
                    <a:pt x="0" y="44779"/>
                    <a:pt x="793" y="49217"/>
                    <a:pt x="2219" y="53497"/>
                  </a:cubicBezTo>
                  <a:lnTo>
                    <a:pt x="9510" y="50961"/>
                  </a:lnTo>
                  <a:cubicBezTo>
                    <a:pt x="11178" y="55874"/>
                    <a:pt x="14031" y="60230"/>
                    <a:pt x="17594" y="63717"/>
                  </a:cubicBezTo>
                  <a:lnTo>
                    <a:pt x="12287" y="69264"/>
                  </a:lnTo>
                  <a:cubicBezTo>
                    <a:pt x="16801" y="73626"/>
                    <a:pt x="22431" y="76955"/>
                    <a:pt x="28372" y="78774"/>
                  </a:cubicBezTo>
                  <a:lnTo>
                    <a:pt x="30673" y="71483"/>
                  </a:lnTo>
                  <a:cubicBezTo>
                    <a:pt x="33685" y="72434"/>
                    <a:pt x="37013" y="72992"/>
                    <a:pt x="40342" y="72992"/>
                  </a:cubicBezTo>
                  <a:cubicBezTo>
                    <a:pt x="42161" y="72992"/>
                    <a:pt x="43987" y="72751"/>
                    <a:pt x="45731" y="72517"/>
                  </a:cubicBezTo>
                  <a:lnTo>
                    <a:pt x="46999" y="80042"/>
                  </a:lnTo>
                  <a:cubicBezTo>
                    <a:pt x="53256" y="79015"/>
                    <a:pt x="59203" y="76479"/>
                    <a:pt x="64275" y="72751"/>
                  </a:cubicBezTo>
                  <a:lnTo>
                    <a:pt x="59679" y="66570"/>
                  </a:lnTo>
                  <a:cubicBezTo>
                    <a:pt x="63800" y="63558"/>
                    <a:pt x="67204" y="59596"/>
                    <a:pt x="69506" y="54999"/>
                  </a:cubicBezTo>
                  <a:lnTo>
                    <a:pt x="76321" y="58486"/>
                  </a:lnTo>
                  <a:cubicBezTo>
                    <a:pt x="79174" y="52863"/>
                    <a:pt x="80677" y="46599"/>
                    <a:pt x="80677" y="40259"/>
                  </a:cubicBezTo>
                  <a:lnTo>
                    <a:pt x="72993" y="40259"/>
                  </a:lnTo>
                  <a:cubicBezTo>
                    <a:pt x="72993" y="38122"/>
                    <a:pt x="72834" y="35903"/>
                    <a:pt x="72359" y="33843"/>
                  </a:cubicBezTo>
                  <a:lnTo>
                    <a:pt x="79884" y="32334"/>
                  </a:lnTo>
                  <a:cubicBezTo>
                    <a:pt x="78699" y="26152"/>
                    <a:pt x="75922" y="20288"/>
                    <a:pt x="72042" y="15374"/>
                  </a:cubicBezTo>
                  <a:lnTo>
                    <a:pt x="66019" y="20129"/>
                  </a:lnTo>
                  <a:cubicBezTo>
                    <a:pt x="62849" y="16091"/>
                    <a:pt x="58804" y="12921"/>
                    <a:pt x="54131" y="10702"/>
                  </a:cubicBezTo>
                  <a:lnTo>
                    <a:pt x="57377" y="3728"/>
                  </a:lnTo>
                  <a:cubicBezTo>
                    <a:pt x="52071" y="1268"/>
                    <a:pt x="46282" y="0"/>
                    <a:pt x="40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38125" y="383400"/>
              <a:ext cx="1392900" cy="1397100"/>
            </a:xfrm>
            <a:custGeom>
              <a:avLst/>
              <a:gdLst/>
              <a:ahLst/>
              <a:cxnLst/>
              <a:rect l="l" t="t" r="r" b="b"/>
              <a:pathLst>
                <a:path w="55716" h="55884" extrusionOk="0">
                  <a:moveTo>
                    <a:pt x="27762" y="14205"/>
                  </a:moveTo>
                  <a:cubicBezTo>
                    <a:pt x="30851" y="14205"/>
                    <a:pt x="33962" y="15244"/>
                    <a:pt x="36537" y="17368"/>
                  </a:cubicBezTo>
                  <a:cubicBezTo>
                    <a:pt x="42402" y="22199"/>
                    <a:pt x="43270" y="30841"/>
                    <a:pt x="38439" y="36705"/>
                  </a:cubicBezTo>
                  <a:cubicBezTo>
                    <a:pt x="35709" y="40016"/>
                    <a:pt x="31742" y="41734"/>
                    <a:pt x="27749" y="41734"/>
                  </a:cubicBezTo>
                  <a:cubicBezTo>
                    <a:pt x="24669" y="41734"/>
                    <a:pt x="21574" y="40711"/>
                    <a:pt x="19020" y="38607"/>
                  </a:cubicBezTo>
                  <a:cubicBezTo>
                    <a:pt x="13155" y="33770"/>
                    <a:pt x="12363" y="25052"/>
                    <a:pt x="17200" y="19188"/>
                  </a:cubicBezTo>
                  <a:cubicBezTo>
                    <a:pt x="19910" y="15899"/>
                    <a:pt x="23818" y="14205"/>
                    <a:pt x="27762" y="14205"/>
                  </a:cubicBezTo>
                  <a:close/>
                  <a:moveTo>
                    <a:pt x="27872" y="1"/>
                  </a:moveTo>
                  <a:cubicBezTo>
                    <a:pt x="25258" y="1"/>
                    <a:pt x="22638" y="362"/>
                    <a:pt x="20129" y="1119"/>
                  </a:cubicBezTo>
                  <a:lnTo>
                    <a:pt x="21556" y="6191"/>
                  </a:lnTo>
                  <a:cubicBezTo>
                    <a:pt x="18227" y="7142"/>
                    <a:pt x="15140" y="8885"/>
                    <a:pt x="12445" y="11345"/>
                  </a:cubicBezTo>
                  <a:lnTo>
                    <a:pt x="8800" y="7459"/>
                  </a:lnTo>
                  <a:cubicBezTo>
                    <a:pt x="7925" y="8251"/>
                    <a:pt x="7056" y="9202"/>
                    <a:pt x="6264" y="10153"/>
                  </a:cubicBezTo>
                  <a:cubicBezTo>
                    <a:pt x="4279" y="12613"/>
                    <a:pt x="2694" y="15308"/>
                    <a:pt x="1585" y="18161"/>
                  </a:cubicBezTo>
                  <a:lnTo>
                    <a:pt x="6581" y="20063"/>
                  </a:lnTo>
                  <a:cubicBezTo>
                    <a:pt x="5313" y="23391"/>
                    <a:pt x="4913" y="26954"/>
                    <a:pt x="5313" y="30441"/>
                  </a:cubicBezTo>
                  <a:lnTo>
                    <a:pt x="0" y="31075"/>
                  </a:lnTo>
                  <a:cubicBezTo>
                    <a:pt x="476" y="35437"/>
                    <a:pt x="1984" y="39634"/>
                    <a:pt x="4438" y="43280"/>
                  </a:cubicBezTo>
                  <a:lnTo>
                    <a:pt x="8800" y="40351"/>
                  </a:lnTo>
                  <a:cubicBezTo>
                    <a:pt x="10068" y="42253"/>
                    <a:pt x="11570" y="43914"/>
                    <a:pt x="13396" y="45423"/>
                  </a:cubicBezTo>
                  <a:cubicBezTo>
                    <a:pt x="14347" y="46215"/>
                    <a:pt x="15374" y="46925"/>
                    <a:pt x="16484" y="47559"/>
                  </a:cubicBezTo>
                  <a:lnTo>
                    <a:pt x="13789" y="52156"/>
                  </a:lnTo>
                  <a:cubicBezTo>
                    <a:pt x="17593" y="54375"/>
                    <a:pt x="21873" y="55643"/>
                    <a:pt x="26235" y="55884"/>
                  </a:cubicBezTo>
                  <a:lnTo>
                    <a:pt x="26552" y="50571"/>
                  </a:lnTo>
                  <a:cubicBezTo>
                    <a:pt x="26901" y="50587"/>
                    <a:pt x="27250" y="50595"/>
                    <a:pt x="27600" y="50595"/>
                  </a:cubicBezTo>
                  <a:cubicBezTo>
                    <a:pt x="30748" y="50595"/>
                    <a:pt x="33927" y="49953"/>
                    <a:pt x="36854" y="48669"/>
                  </a:cubicBezTo>
                  <a:lnTo>
                    <a:pt x="38991" y="53582"/>
                  </a:lnTo>
                  <a:cubicBezTo>
                    <a:pt x="42953" y="51839"/>
                    <a:pt x="46599" y="49144"/>
                    <a:pt x="49376" y="45740"/>
                  </a:cubicBezTo>
                  <a:lnTo>
                    <a:pt x="45255" y="42411"/>
                  </a:lnTo>
                  <a:cubicBezTo>
                    <a:pt x="46206" y="41219"/>
                    <a:pt x="47074" y="39951"/>
                    <a:pt x="47791" y="38683"/>
                  </a:cubicBezTo>
                  <a:lnTo>
                    <a:pt x="52463" y="41143"/>
                  </a:lnTo>
                  <a:cubicBezTo>
                    <a:pt x="54524" y="37339"/>
                    <a:pt x="55633" y="32977"/>
                    <a:pt x="55716" y="28622"/>
                  </a:cubicBezTo>
                  <a:lnTo>
                    <a:pt x="50403" y="28539"/>
                  </a:lnTo>
                  <a:cubicBezTo>
                    <a:pt x="50485" y="24976"/>
                    <a:pt x="49769" y="21489"/>
                    <a:pt x="48266" y="18237"/>
                  </a:cubicBezTo>
                  <a:lnTo>
                    <a:pt x="53021" y="15942"/>
                  </a:lnTo>
                  <a:cubicBezTo>
                    <a:pt x="51278" y="12214"/>
                    <a:pt x="48818" y="9044"/>
                    <a:pt x="45572" y="6432"/>
                  </a:cubicBezTo>
                  <a:lnTo>
                    <a:pt x="44938" y="5874"/>
                  </a:lnTo>
                  <a:lnTo>
                    <a:pt x="41609" y="10077"/>
                  </a:lnTo>
                  <a:cubicBezTo>
                    <a:pt x="38756" y="7858"/>
                    <a:pt x="35504" y="6349"/>
                    <a:pt x="32099" y="5715"/>
                  </a:cubicBezTo>
                  <a:lnTo>
                    <a:pt x="33126" y="485"/>
                  </a:lnTo>
                  <a:cubicBezTo>
                    <a:pt x="31401" y="166"/>
                    <a:pt x="29638" y="1"/>
                    <a:pt x="27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290" name="Google Shape;290;p26"/>
          <p:cNvCxnSpPr/>
          <p:nvPr/>
        </p:nvCxnSpPr>
        <p:spPr>
          <a:xfrm rot="10800000">
            <a:off x="-50" y="4895850"/>
            <a:ext cx="9145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8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7" name="Google Shape;307;p28"/>
          <p:cNvSpPr txBox="1">
            <a:spLocks noGrp="1"/>
          </p:cNvSpPr>
          <p:nvPr>
            <p:ph type="subTitle" idx="1"/>
          </p:nvPr>
        </p:nvSpPr>
        <p:spPr>
          <a:xfrm>
            <a:off x="1896775" y="18903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8"/>
          <p:cNvSpPr txBox="1">
            <a:spLocks noGrp="1"/>
          </p:cNvSpPr>
          <p:nvPr>
            <p:ph type="subTitle" idx="2"/>
          </p:nvPr>
        </p:nvSpPr>
        <p:spPr>
          <a:xfrm>
            <a:off x="5414826" y="18903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8"/>
          <p:cNvSpPr txBox="1">
            <a:spLocks noGrp="1"/>
          </p:cNvSpPr>
          <p:nvPr>
            <p:ph type="subTitle" idx="3"/>
          </p:nvPr>
        </p:nvSpPr>
        <p:spPr>
          <a:xfrm>
            <a:off x="1896775" y="36285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8"/>
          <p:cNvSpPr txBox="1">
            <a:spLocks noGrp="1"/>
          </p:cNvSpPr>
          <p:nvPr>
            <p:ph type="subTitle" idx="4"/>
          </p:nvPr>
        </p:nvSpPr>
        <p:spPr>
          <a:xfrm>
            <a:off x="5414826" y="36285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8"/>
          <p:cNvSpPr txBox="1">
            <a:spLocks noGrp="1"/>
          </p:cNvSpPr>
          <p:nvPr>
            <p:ph type="subTitle" idx="5"/>
          </p:nvPr>
        </p:nvSpPr>
        <p:spPr>
          <a:xfrm>
            <a:off x="1896775" y="16067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2" name="Google Shape;312;p28"/>
          <p:cNvSpPr txBox="1">
            <a:spLocks noGrp="1"/>
          </p:cNvSpPr>
          <p:nvPr>
            <p:ph type="subTitle" idx="6"/>
          </p:nvPr>
        </p:nvSpPr>
        <p:spPr>
          <a:xfrm>
            <a:off x="1896775" y="334502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3" name="Google Shape;313;p28"/>
          <p:cNvSpPr txBox="1">
            <a:spLocks noGrp="1"/>
          </p:cNvSpPr>
          <p:nvPr>
            <p:ph type="subTitle" idx="7"/>
          </p:nvPr>
        </p:nvSpPr>
        <p:spPr>
          <a:xfrm>
            <a:off x="5414825" y="16067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4" name="Google Shape;314;p28"/>
          <p:cNvSpPr txBox="1">
            <a:spLocks noGrp="1"/>
          </p:cNvSpPr>
          <p:nvPr>
            <p:ph type="subTitle" idx="8"/>
          </p:nvPr>
        </p:nvSpPr>
        <p:spPr>
          <a:xfrm>
            <a:off x="5414825" y="334502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cxnSp>
        <p:nvCxnSpPr>
          <p:cNvPr id="315" name="Google Shape;315;p28"/>
          <p:cNvCxnSpPr/>
          <p:nvPr/>
        </p:nvCxnSpPr>
        <p:spPr>
          <a:xfrm rot="10800000">
            <a:off x="50" y="4895850"/>
            <a:ext cx="8532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6" name="Google Shape;316;p28"/>
          <p:cNvGrpSpPr/>
          <p:nvPr/>
        </p:nvGrpSpPr>
        <p:grpSpPr>
          <a:xfrm>
            <a:off x="8521566" y="4430106"/>
            <a:ext cx="505413" cy="572704"/>
            <a:chOff x="2906763" y="742150"/>
            <a:chExt cx="483325" cy="547675"/>
          </a:xfrm>
        </p:grpSpPr>
        <p:sp>
          <p:nvSpPr>
            <p:cNvPr id="317" name="Google Shape;317;p28"/>
            <p:cNvSpPr/>
            <p:nvPr/>
          </p:nvSpPr>
          <p:spPr>
            <a:xfrm>
              <a:off x="2906763" y="902725"/>
              <a:ext cx="483325" cy="387100"/>
            </a:xfrm>
            <a:custGeom>
              <a:avLst/>
              <a:gdLst/>
              <a:ahLst/>
              <a:cxnLst/>
              <a:rect l="l" t="t" r="r" b="b"/>
              <a:pathLst>
                <a:path w="19333" h="15484" extrusionOk="0">
                  <a:moveTo>
                    <a:pt x="1285" y="0"/>
                  </a:moveTo>
                  <a:cubicBezTo>
                    <a:pt x="576" y="0"/>
                    <a:pt x="1" y="581"/>
                    <a:pt x="1" y="1285"/>
                  </a:cubicBezTo>
                  <a:lnTo>
                    <a:pt x="1" y="15483"/>
                  </a:lnTo>
                  <a:lnTo>
                    <a:pt x="19333" y="15483"/>
                  </a:lnTo>
                  <a:lnTo>
                    <a:pt x="19333" y="1285"/>
                  </a:lnTo>
                  <a:cubicBezTo>
                    <a:pt x="19333" y="581"/>
                    <a:pt x="18757" y="0"/>
                    <a:pt x="18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2906763" y="774250"/>
              <a:ext cx="483325" cy="160625"/>
            </a:xfrm>
            <a:custGeom>
              <a:avLst/>
              <a:gdLst/>
              <a:ahLst/>
              <a:cxnLst/>
              <a:rect l="l" t="t" r="r" b="b"/>
              <a:pathLst>
                <a:path w="19333" h="6425" extrusionOk="0">
                  <a:moveTo>
                    <a:pt x="5782" y="1"/>
                  </a:moveTo>
                  <a:lnTo>
                    <a:pt x="5139" y="1285"/>
                  </a:lnTo>
                  <a:lnTo>
                    <a:pt x="1" y="1285"/>
                  </a:lnTo>
                  <a:lnTo>
                    <a:pt x="1" y="6424"/>
                  </a:lnTo>
                  <a:lnTo>
                    <a:pt x="19333" y="6424"/>
                  </a:lnTo>
                  <a:lnTo>
                    <a:pt x="19333" y="1285"/>
                  </a:lnTo>
                  <a:lnTo>
                    <a:pt x="16763" y="1285"/>
                  </a:lnTo>
                  <a:lnTo>
                    <a:pt x="16059" y="1"/>
                  </a:lnTo>
                  <a:lnTo>
                    <a:pt x="15479" y="1285"/>
                  </a:lnTo>
                  <a:lnTo>
                    <a:pt x="11563" y="1285"/>
                  </a:lnTo>
                  <a:lnTo>
                    <a:pt x="10982" y="1"/>
                  </a:lnTo>
                  <a:lnTo>
                    <a:pt x="10278" y="1285"/>
                  </a:lnTo>
                  <a:lnTo>
                    <a:pt x="6424" y="1285"/>
                  </a:lnTo>
                  <a:lnTo>
                    <a:pt x="57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3003113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1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3003113" y="1000750"/>
              <a:ext cx="32150" cy="128475"/>
            </a:xfrm>
            <a:custGeom>
              <a:avLst/>
              <a:gdLst/>
              <a:ahLst/>
              <a:cxnLst/>
              <a:rect l="l" t="t" r="r" b="b"/>
              <a:pathLst>
                <a:path w="1286" h="5139" extrusionOk="0">
                  <a:moveTo>
                    <a:pt x="1" y="0"/>
                  </a:moveTo>
                  <a:lnTo>
                    <a:pt x="1" y="5139"/>
                  </a:lnTo>
                  <a:lnTo>
                    <a:pt x="1285" y="5139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3260063" y="1161325"/>
              <a:ext cx="33675" cy="32150"/>
            </a:xfrm>
            <a:custGeom>
              <a:avLst/>
              <a:gdLst/>
              <a:ahLst/>
              <a:cxnLst/>
              <a:rect l="l" t="t" r="r" b="b"/>
              <a:pathLst>
                <a:path w="1347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347" y="1285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3260063" y="1000750"/>
              <a:ext cx="33675" cy="128475"/>
            </a:xfrm>
            <a:custGeom>
              <a:avLst/>
              <a:gdLst/>
              <a:ahLst/>
              <a:cxnLst/>
              <a:rect l="l" t="t" r="r" b="b"/>
              <a:pathLst>
                <a:path w="1347" h="5139" extrusionOk="0">
                  <a:moveTo>
                    <a:pt x="0" y="0"/>
                  </a:moveTo>
                  <a:lnTo>
                    <a:pt x="0" y="5139"/>
                  </a:lnTo>
                  <a:lnTo>
                    <a:pt x="1347" y="5139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309946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570" y="1542"/>
                    <a:pt x="2570" y="1927"/>
                  </a:cubicBezTo>
                  <a:lnTo>
                    <a:pt x="2570" y="2569"/>
                  </a:lnTo>
                  <a:lnTo>
                    <a:pt x="3855" y="2569"/>
                  </a:lnTo>
                  <a:lnTo>
                    <a:pt x="3855" y="1927"/>
                  </a:lnTo>
                  <a:cubicBezTo>
                    <a:pt x="3855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297101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7" y="0"/>
                  </a:moveTo>
                  <a:cubicBezTo>
                    <a:pt x="899" y="0"/>
                    <a:pt x="0" y="838"/>
                    <a:pt x="0" y="1927"/>
                  </a:cubicBezTo>
                  <a:lnTo>
                    <a:pt x="0" y="4496"/>
                  </a:lnTo>
                  <a:cubicBezTo>
                    <a:pt x="0" y="5524"/>
                    <a:pt x="899" y="6423"/>
                    <a:pt x="1927" y="6423"/>
                  </a:cubicBezTo>
                  <a:lnTo>
                    <a:pt x="1927" y="5139"/>
                  </a:lnTo>
                  <a:cubicBezTo>
                    <a:pt x="1603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3" y="1285"/>
                    <a:pt x="1927" y="1285"/>
                  </a:cubicBezTo>
                  <a:cubicBezTo>
                    <a:pt x="2312" y="1285"/>
                    <a:pt x="2569" y="1542"/>
                    <a:pt x="2569" y="1927"/>
                  </a:cubicBezTo>
                  <a:lnTo>
                    <a:pt x="2569" y="2569"/>
                  </a:lnTo>
                  <a:lnTo>
                    <a:pt x="3854" y="2569"/>
                  </a:lnTo>
                  <a:lnTo>
                    <a:pt x="3854" y="1927"/>
                  </a:lnTo>
                  <a:cubicBezTo>
                    <a:pt x="3854" y="838"/>
                    <a:pt x="3016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3227938" y="742150"/>
              <a:ext cx="97925" cy="160600"/>
            </a:xfrm>
            <a:custGeom>
              <a:avLst/>
              <a:gdLst/>
              <a:ahLst/>
              <a:cxnLst/>
              <a:rect l="l" t="t" r="r" b="b"/>
              <a:pathLst>
                <a:path w="3917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632" y="1542"/>
                    <a:pt x="2632" y="1927"/>
                  </a:cubicBezTo>
                  <a:lnTo>
                    <a:pt x="2632" y="2569"/>
                  </a:lnTo>
                  <a:lnTo>
                    <a:pt x="3916" y="2569"/>
                  </a:lnTo>
                  <a:lnTo>
                    <a:pt x="3916" y="1927"/>
                  </a:lnTo>
                  <a:cubicBezTo>
                    <a:pt x="3916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3099463" y="10007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8" y="0"/>
                  </a:moveTo>
                  <a:cubicBezTo>
                    <a:pt x="900" y="0"/>
                    <a:pt x="1" y="900"/>
                    <a:pt x="1" y="1927"/>
                  </a:cubicBezTo>
                  <a:lnTo>
                    <a:pt x="1285" y="1927"/>
                  </a:lnTo>
                  <a:cubicBezTo>
                    <a:pt x="1285" y="1604"/>
                    <a:pt x="1604" y="1285"/>
                    <a:pt x="1928" y="1285"/>
                  </a:cubicBezTo>
                  <a:cubicBezTo>
                    <a:pt x="2313" y="1285"/>
                    <a:pt x="2570" y="1604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cubicBezTo>
                    <a:pt x="2313" y="2503"/>
                    <a:pt x="2185" y="2570"/>
                    <a:pt x="1928" y="2827"/>
                  </a:cubicBez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98" y="3145"/>
                    <a:pt x="3855" y="2570"/>
                    <a:pt x="3855" y="1927"/>
                  </a:cubicBezTo>
                  <a:cubicBezTo>
                    <a:pt x="3855" y="900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3131588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0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>
            <a:spLocks noGrp="1"/>
          </p:cNvSpPr>
          <p:nvPr>
            <p:ph type="title" hasCustomPrompt="1"/>
          </p:nvPr>
        </p:nvSpPr>
        <p:spPr>
          <a:xfrm>
            <a:off x="1632450" y="614200"/>
            <a:ext cx="3142800" cy="69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7" name="Google Shape;347;p30"/>
          <p:cNvSpPr txBox="1">
            <a:spLocks noGrp="1"/>
          </p:cNvSpPr>
          <p:nvPr>
            <p:ph type="subTitle" idx="1"/>
          </p:nvPr>
        </p:nvSpPr>
        <p:spPr>
          <a:xfrm>
            <a:off x="1632450" y="1297499"/>
            <a:ext cx="3142800" cy="329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30"/>
          <p:cNvSpPr txBox="1">
            <a:spLocks noGrp="1"/>
          </p:cNvSpPr>
          <p:nvPr>
            <p:ph type="title" idx="2" hasCustomPrompt="1"/>
          </p:nvPr>
        </p:nvSpPr>
        <p:spPr>
          <a:xfrm>
            <a:off x="1632450" y="2001099"/>
            <a:ext cx="3142800" cy="69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30"/>
          <p:cNvSpPr txBox="1">
            <a:spLocks noGrp="1"/>
          </p:cNvSpPr>
          <p:nvPr>
            <p:ph type="subTitle" idx="3"/>
          </p:nvPr>
        </p:nvSpPr>
        <p:spPr>
          <a:xfrm>
            <a:off x="1632450" y="2686962"/>
            <a:ext cx="3142800" cy="329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30"/>
          <p:cNvSpPr txBox="1">
            <a:spLocks noGrp="1"/>
          </p:cNvSpPr>
          <p:nvPr>
            <p:ph type="title" idx="4" hasCustomPrompt="1"/>
          </p:nvPr>
        </p:nvSpPr>
        <p:spPr>
          <a:xfrm>
            <a:off x="1632450" y="3390526"/>
            <a:ext cx="3142800" cy="69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1" name="Google Shape;351;p30"/>
          <p:cNvSpPr txBox="1">
            <a:spLocks noGrp="1"/>
          </p:cNvSpPr>
          <p:nvPr>
            <p:ph type="subTitle" idx="5"/>
          </p:nvPr>
        </p:nvSpPr>
        <p:spPr>
          <a:xfrm>
            <a:off x="1632450" y="4079000"/>
            <a:ext cx="3142800" cy="329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52" name="Google Shape;352;p30"/>
          <p:cNvCxnSpPr/>
          <p:nvPr/>
        </p:nvCxnSpPr>
        <p:spPr>
          <a:xfrm rot="10800000">
            <a:off x="0" y="4895850"/>
            <a:ext cx="6170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3" name="Google Shape;353;p30"/>
          <p:cNvGrpSpPr/>
          <p:nvPr/>
        </p:nvGrpSpPr>
        <p:grpSpPr>
          <a:xfrm rot="643802">
            <a:off x="147575" y="167428"/>
            <a:ext cx="785624" cy="557686"/>
            <a:chOff x="3336000" y="1371950"/>
            <a:chExt cx="519790" cy="369032"/>
          </a:xfrm>
        </p:grpSpPr>
        <p:sp>
          <p:nvSpPr>
            <p:cNvPr id="354" name="Google Shape;354;p30"/>
            <p:cNvSpPr/>
            <p:nvPr/>
          </p:nvSpPr>
          <p:spPr>
            <a:xfrm>
              <a:off x="3594565" y="1508032"/>
              <a:ext cx="261225" cy="232950"/>
            </a:xfrm>
            <a:custGeom>
              <a:avLst/>
              <a:gdLst/>
              <a:ahLst/>
              <a:cxnLst/>
              <a:rect l="l" t="t" r="r" b="b"/>
              <a:pathLst>
                <a:path w="10449" h="9318" extrusionOk="0">
                  <a:moveTo>
                    <a:pt x="2912" y="0"/>
                  </a:moveTo>
                  <a:lnTo>
                    <a:pt x="2731" y="3025"/>
                  </a:lnTo>
                  <a:cubicBezTo>
                    <a:pt x="2298" y="2724"/>
                    <a:pt x="1929" y="2642"/>
                    <a:pt x="1622" y="2642"/>
                  </a:cubicBezTo>
                  <a:cubicBezTo>
                    <a:pt x="1508" y="2642"/>
                    <a:pt x="1403" y="2654"/>
                    <a:pt x="1307" y="2669"/>
                  </a:cubicBezTo>
                  <a:cubicBezTo>
                    <a:pt x="476" y="2731"/>
                    <a:pt x="181" y="3381"/>
                    <a:pt x="62" y="3799"/>
                  </a:cubicBezTo>
                  <a:cubicBezTo>
                    <a:pt x="62" y="3856"/>
                    <a:pt x="62" y="3975"/>
                    <a:pt x="1" y="4094"/>
                  </a:cubicBezTo>
                  <a:lnTo>
                    <a:pt x="1" y="4393"/>
                  </a:lnTo>
                  <a:cubicBezTo>
                    <a:pt x="1" y="4806"/>
                    <a:pt x="181" y="5518"/>
                    <a:pt x="950" y="5756"/>
                  </a:cubicBezTo>
                  <a:cubicBezTo>
                    <a:pt x="1145" y="5811"/>
                    <a:pt x="1351" y="5854"/>
                    <a:pt x="1582" y="5854"/>
                  </a:cubicBezTo>
                  <a:cubicBezTo>
                    <a:pt x="1848" y="5854"/>
                    <a:pt x="2146" y="5797"/>
                    <a:pt x="2494" y="5637"/>
                  </a:cubicBezTo>
                  <a:lnTo>
                    <a:pt x="2494" y="5637"/>
                  </a:lnTo>
                  <a:lnTo>
                    <a:pt x="2019" y="8667"/>
                  </a:lnTo>
                  <a:lnTo>
                    <a:pt x="4750" y="8905"/>
                  </a:lnTo>
                  <a:cubicBezTo>
                    <a:pt x="4750" y="8905"/>
                    <a:pt x="4584" y="7000"/>
                    <a:pt x="5933" y="7000"/>
                  </a:cubicBezTo>
                  <a:cubicBezTo>
                    <a:pt x="5972" y="7000"/>
                    <a:pt x="6013" y="7002"/>
                    <a:pt x="6056" y="7005"/>
                  </a:cubicBezTo>
                  <a:cubicBezTo>
                    <a:pt x="7599" y="7124"/>
                    <a:pt x="7305" y="8724"/>
                    <a:pt x="6830" y="9080"/>
                  </a:cubicBezTo>
                  <a:lnTo>
                    <a:pt x="9617" y="9318"/>
                  </a:lnTo>
                  <a:lnTo>
                    <a:pt x="9917" y="6530"/>
                  </a:lnTo>
                  <a:cubicBezTo>
                    <a:pt x="9917" y="6530"/>
                    <a:pt x="8074" y="6468"/>
                    <a:pt x="8136" y="4987"/>
                  </a:cubicBezTo>
                  <a:lnTo>
                    <a:pt x="8136" y="4925"/>
                  </a:lnTo>
                  <a:cubicBezTo>
                    <a:pt x="8136" y="4925"/>
                    <a:pt x="8193" y="4925"/>
                    <a:pt x="8193" y="4868"/>
                  </a:cubicBezTo>
                  <a:lnTo>
                    <a:pt x="8193" y="4806"/>
                  </a:lnTo>
                  <a:cubicBezTo>
                    <a:pt x="8363" y="3746"/>
                    <a:pt x="9294" y="3595"/>
                    <a:pt x="9810" y="3595"/>
                  </a:cubicBezTo>
                  <a:cubicBezTo>
                    <a:pt x="10015" y="3595"/>
                    <a:pt x="10154" y="3619"/>
                    <a:pt x="10154" y="3619"/>
                  </a:cubicBezTo>
                  <a:lnTo>
                    <a:pt x="10448" y="769"/>
                  </a:lnTo>
                  <a:lnTo>
                    <a:pt x="7661" y="475"/>
                  </a:lnTo>
                  <a:lnTo>
                    <a:pt x="7661" y="475"/>
                  </a:lnTo>
                  <a:cubicBezTo>
                    <a:pt x="8053" y="926"/>
                    <a:pt x="8022" y="2445"/>
                    <a:pt x="6747" y="2445"/>
                  </a:cubicBezTo>
                  <a:cubicBezTo>
                    <a:pt x="6679" y="2445"/>
                    <a:pt x="6607" y="2441"/>
                    <a:pt x="6531" y="2432"/>
                  </a:cubicBezTo>
                  <a:cubicBezTo>
                    <a:pt x="4987" y="2256"/>
                    <a:pt x="5581" y="295"/>
                    <a:pt x="5581" y="295"/>
                  </a:cubicBezTo>
                  <a:lnTo>
                    <a:pt x="2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3336000" y="1371950"/>
              <a:ext cx="334150" cy="304300"/>
            </a:xfrm>
            <a:custGeom>
              <a:avLst/>
              <a:gdLst/>
              <a:ahLst/>
              <a:cxnLst/>
              <a:rect l="l" t="t" r="r" b="b"/>
              <a:pathLst>
                <a:path w="13366" h="12172" extrusionOk="0">
                  <a:moveTo>
                    <a:pt x="6480" y="0"/>
                  </a:moveTo>
                  <a:lnTo>
                    <a:pt x="4286" y="2674"/>
                  </a:lnTo>
                  <a:cubicBezTo>
                    <a:pt x="4286" y="2674"/>
                    <a:pt x="3619" y="1343"/>
                    <a:pt x="2565" y="1343"/>
                  </a:cubicBezTo>
                  <a:cubicBezTo>
                    <a:pt x="2176" y="1343"/>
                    <a:pt x="1735" y="1523"/>
                    <a:pt x="1256" y="2018"/>
                  </a:cubicBezTo>
                  <a:cubicBezTo>
                    <a:pt x="0" y="3331"/>
                    <a:pt x="1461" y="4845"/>
                    <a:pt x="2349" y="4845"/>
                  </a:cubicBezTo>
                  <a:cubicBezTo>
                    <a:pt x="2425" y="4845"/>
                    <a:pt x="2496" y="4834"/>
                    <a:pt x="2562" y="4811"/>
                  </a:cubicBezTo>
                  <a:lnTo>
                    <a:pt x="2562" y="4811"/>
                  </a:lnTo>
                  <a:lnTo>
                    <a:pt x="543" y="7124"/>
                  </a:lnTo>
                  <a:lnTo>
                    <a:pt x="2799" y="8904"/>
                  </a:lnTo>
                  <a:cubicBezTo>
                    <a:pt x="2799" y="8904"/>
                    <a:pt x="3522" y="7614"/>
                    <a:pt x="4479" y="7614"/>
                  </a:cubicBezTo>
                  <a:cubicBezTo>
                    <a:pt x="4719" y="7614"/>
                    <a:pt x="4974" y="7695"/>
                    <a:pt x="5235" y="7898"/>
                  </a:cubicBezTo>
                  <a:cubicBezTo>
                    <a:pt x="6541" y="8904"/>
                    <a:pt x="5292" y="10272"/>
                    <a:pt x="4642" y="10329"/>
                  </a:cubicBezTo>
                  <a:lnTo>
                    <a:pt x="6898" y="12172"/>
                  </a:lnTo>
                  <a:lnTo>
                    <a:pt x="8973" y="9498"/>
                  </a:lnTo>
                  <a:cubicBezTo>
                    <a:pt x="8379" y="9441"/>
                    <a:pt x="8085" y="9204"/>
                    <a:pt x="7786" y="8904"/>
                  </a:cubicBezTo>
                  <a:cubicBezTo>
                    <a:pt x="7254" y="8311"/>
                    <a:pt x="7429" y="7779"/>
                    <a:pt x="7667" y="7361"/>
                  </a:cubicBezTo>
                  <a:cubicBezTo>
                    <a:pt x="7667" y="7361"/>
                    <a:pt x="7729" y="7242"/>
                    <a:pt x="7847" y="7124"/>
                  </a:cubicBezTo>
                  <a:cubicBezTo>
                    <a:pt x="8157" y="6736"/>
                    <a:pt x="8568" y="6527"/>
                    <a:pt x="8964" y="6527"/>
                  </a:cubicBezTo>
                  <a:cubicBezTo>
                    <a:pt x="9175" y="6527"/>
                    <a:pt x="9381" y="6587"/>
                    <a:pt x="9566" y="6710"/>
                  </a:cubicBezTo>
                  <a:cubicBezTo>
                    <a:pt x="9923" y="6948"/>
                    <a:pt x="10222" y="7185"/>
                    <a:pt x="10398" y="7779"/>
                  </a:cubicBezTo>
                  <a:lnTo>
                    <a:pt x="12416" y="4868"/>
                  </a:lnTo>
                  <a:lnTo>
                    <a:pt x="10872" y="3624"/>
                  </a:lnTo>
                  <a:cubicBezTo>
                    <a:pt x="10872" y="3624"/>
                    <a:pt x="13366" y="2137"/>
                    <a:pt x="11466" y="655"/>
                  </a:cubicBezTo>
                  <a:cubicBezTo>
                    <a:pt x="11006" y="283"/>
                    <a:pt x="10598" y="138"/>
                    <a:pt x="10246" y="138"/>
                  </a:cubicBezTo>
                  <a:cubicBezTo>
                    <a:pt x="9193" y="138"/>
                    <a:pt x="8646" y="1440"/>
                    <a:pt x="8735" y="1843"/>
                  </a:cubicBezTo>
                  <a:lnTo>
                    <a:pt x="64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3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/>
          <p:nvPr/>
        </p:nvSpPr>
        <p:spPr>
          <a:xfrm flipH="1">
            <a:off x="146400" y="2753350"/>
            <a:ext cx="1398900" cy="24423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84" name="Google Shape;384;p33"/>
          <p:cNvGrpSpPr/>
          <p:nvPr/>
        </p:nvGrpSpPr>
        <p:grpSpPr>
          <a:xfrm>
            <a:off x="305734" y="1849732"/>
            <a:ext cx="1080174" cy="3293765"/>
            <a:chOff x="305734" y="1849732"/>
            <a:chExt cx="1080174" cy="3293765"/>
          </a:xfrm>
        </p:grpSpPr>
        <p:grpSp>
          <p:nvGrpSpPr>
            <p:cNvPr id="385" name="Google Shape;385;p33"/>
            <p:cNvGrpSpPr/>
            <p:nvPr/>
          </p:nvGrpSpPr>
          <p:grpSpPr>
            <a:xfrm flipH="1">
              <a:off x="305734" y="2665698"/>
              <a:ext cx="1080174" cy="2477799"/>
              <a:chOff x="5868043" y="1434657"/>
              <a:chExt cx="1034550" cy="2373143"/>
            </a:xfrm>
          </p:grpSpPr>
          <p:sp>
            <p:nvSpPr>
              <p:cNvPr id="386" name="Google Shape;386;p33"/>
              <p:cNvSpPr/>
              <p:nvPr/>
            </p:nvSpPr>
            <p:spPr>
              <a:xfrm rot="-237683">
                <a:off x="5901132" y="1959109"/>
                <a:ext cx="344037" cy="969616"/>
              </a:xfrm>
              <a:custGeom>
                <a:avLst/>
                <a:gdLst/>
                <a:ahLst/>
                <a:cxnLst/>
                <a:rect l="l" t="t" r="r" b="b"/>
                <a:pathLst>
                  <a:path w="17671" h="59162" extrusionOk="0">
                    <a:moveTo>
                      <a:pt x="14863" y="1"/>
                    </a:moveTo>
                    <a:cubicBezTo>
                      <a:pt x="14587" y="1"/>
                      <a:pt x="14282" y="96"/>
                      <a:pt x="13941" y="212"/>
                    </a:cubicBezTo>
                    <a:cubicBezTo>
                      <a:pt x="12418" y="669"/>
                      <a:pt x="11120" y="1809"/>
                      <a:pt x="10133" y="3106"/>
                    </a:cubicBezTo>
                    <a:cubicBezTo>
                      <a:pt x="8835" y="4782"/>
                      <a:pt x="8153" y="6915"/>
                      <a:pt x="7464" y="8968"/>
                    </a:cubicBezTo>
                    <a:cubicBezTo>
                      <a:pt x="6782" y="10948"/>
                      <a:pt x="6093" y="13008"/>
                      <a:pt x="5484" y="14988"/>
                    </a:cubicBezTo>
                    <a:cubicBezTo>
                      <a:pt x="4954" y="16663"/>
                      <a:pt x="4418" y="18339"/>
                      <a:pt x="3809" y="20014"/>
                    </a:cubicBezTo>
                    <a:cubicBezTo>
                      <a:pt x="3199" y="21842"/>
                      <a:pt x="2590" y="23743"/>
                      <a:pt x="2060" y="25650"/>
                    </a:cubicBezTo>
                    <a:cubicBezTo>
                      <a:pt x="1828" y="26638"/>
                      <a:pt x="1524" y="27631"/>
                      <a:pt x="1298" y="28618"/>
                    </a:cubicBezTo>
                    <a:cubicBezTo>
                      <a:pt x="1067" y="29459"/>
                      <a:pt x="689" y="30525"/>
                      <a:pt x="689" y="31439"/>
                    </a:cubicBezTo>
                    <a:cubicBezTo>
                      <a:pt x="305" y="33724"/>
                      <a:pt x="0" y="36009"/>
                      <a:pt x="232" y="38293"/>
                    </a:cubicBezTo>
                    <a:cubicBezTo>
                      <a:pt x="384" y="40121"/>
                      <a:pt x="914" y="41870"/>
                      <a:pt x="1451" y="43546"/>
                    </a:cubicBezTo>
                    <a:cubicBezTo>
                      <a:pt x="2669" y="47354"/>
                      <a:pt x="4113" y="51089"/>
                      <a:pt x="5868" y="54665"/>
                    </a:cubicBezTo>
                    <a:cubicBezTo>
                      <a:pt x="6550" y="55963"/>
                      <a:pt x="7239" y="57255"/>
                      <a:pt x="8226" y="58321"/>
                    </a:cubicBezTo>
                    <a:cubicBezTo>
                      <a:pt x="8610" y="58705"/>
                      <a:pt x="9140" y="59162"/>
                      <a:pt x="9676" y="59162"/>
                    </a:cubicBezTo>
                    <a:cubicBezTo>
                      <a:pt x="10663" y="59162"/>
                      <a:pt x="11272" y="58096"/>
                      <a:pt x="11656" y="57182"/>
                    </a:cubicBezTo>
                    <a:cubicBezTo>
                      <a:pt x="15081" y="48572"/>
                      <a:pt x="14855" y="39128"/>
                      <a:pt x="15007" y="30068"/>
                    </a:cubicBezTo>
                    <a:cubicBezTo>
                      <a:pt x="15081" y="25498"/>
                      <a:pt x="15233" y="21233"/>
                      <a:pt x="16226" y="16816"/>
                    </a:cubicBezTo>
                    <a:cubicBezTo>
                      <a:pt x="17213" y="12167"/>
                      <a:pt x="17670" y="7292"/>
                      <a:pt x="16531" y="2570"/>
                    </a:cubicBezTo>
                    <a:cubicBezTo>
                      <a:pt x="16378" y="1888"/>
                      <a:pt x="16147" y="974"/>
                      <a:pt x="15617" y="365"/>
                    </a:cubicBezTo>
                    <a:cubicBezTo>
                      <a:pt x="15388" y="96"/>
                      <a:pt x="15140" y="1"/>
                      <a:pt x="148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 flipH="1">
                <a:off x="6008389" y="2594651"/>
                <a:ext cx="727718" cy="1213149"/>
              </a:xfrm>
              <a:custGeom>
                <a:avLst/>
                <a:gdLst/>
                <a:ahLst/>
                <a:cxnLst/>
                <a:rect l="l" t="t" r="r" b="b"/>
                <a:pathLst>
                  <a:path w="32175" h="77111" extrusionOk="0">
                    <a:moveTo>
                      <a:pt x="16431" y="1"/>
                    </a:moveTo>
                    <a:cubicBezTo>
                      <a:pt x="15545" y="1"/>
                      <a:pt x="14659" y="19"/>
                      <a:pt x="13772" y="58"/>
                    </a:cubicBezTo>
                    <a:cubicBezTo>
                      <a:pt x="12229" y="120"/>
                      <a:pt x="10629" y="238"/>
                      <a:pt x="9204" y="889"/>
                    </a:cubicBezTo>
                    <a:cubicBezTo>
                      <a:pt x="5405" y="2551"/>
                      <a:pt x="4987" y="7063"/>
                      <a:pt x="4217" y="10805"/>
                    </a:cubicBezTo>
                    <a:cubicBezTo>
                      <a:pt x="1962" y="21609"/>
                      <a:pt x="2199" y="32351"/>
                      <a:pt x="1843" y="43393"/>
                    </a:cubicBezTo>
                    <a:cubicBezTo>
                      <a:pt x="1487" y="54614"/>
                      <a:pt x="831" y="65893"/>
                      <a:pt x="0" y="77111"/>
                    </a:cubicBezTo>
                    <a:lnTo>
                      <a:pt x="29268" y="77111"/>
                    </a:lnTo>
                    <a:cubicBezTo>
                      <a:pt x="29682" y="63163"/>
                      <a:pt x="32175" y="49509"/>
                      <a:pt x="31643" y="35438"/>
                    </a:cubicBezTo>
                    <a:cubicBezTo>
                      <a:pt x="31462" y="30869"/>
                      <a:pt x="31581" y="26415"/>
                      <a:pt x="31524" y="21903"/>
                    </a:cubicBezTo>
                    <a:cubicBezTo>
                      <a:pt x="31462" y="16979"/>
                      <a:pt x="30750" y="12168"/>
                      <a:pt x="29743" y="7362"/>
                    </a:cubicBezTo>
                    <a:cubicBezTo>
                      <a:pt x="29150" y="4512"/>
                      <a:pt x="29325" y="1126"/>
                      <a:pt x="25825" y="651"/>
                    </a:cubicBezTo>
                    <a:cubicBezTo>
                      <a:pt x="22720" y="236"/>
                      <a:pt x="19579" y="1"/>
                      <a:pt x="164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 flipH="1">
                <a:off x="6011068" y="1885287"/>
                <a:ext cx="626980" cy="817105"/>
              </a:xfrm>
              <a:custGeom>
                <a:avLst/>
                <a:gdLst/>
                <a:ahLst/>
                <a:cxnLst/>
                <a:rect l="l" t="t" r="r" b="b"/>
                <a:pathLst>
                  <a:path w="27721" h="36421" extrusionOk="0">
                    <a:moveTo>
                      <a:pt x="10891" y="0"/>
                    </a:moveTo>
                    <a:cubicBezTo>
                      <a:pt x="10585" y="0"/>
                      <a:pt x="10279" y="12"/>
                      <a:pt x="9973" y="40"/>
                    </a:cubicBezTo>
                    <a:cubicBezTo>
                      <a:pt x="6767" y="216"/>
                      <a:pt x="3856" y="1759"/>
                      <a:pt x="1069" y="3246"/>
                    </a:cubicBezTo>
                    <a:cubicBezTo>
                      <a:pt x="831" y="3364"/>
                      <a:pt x="594" y="3483"/>
                      <a:pt x="475" y="3720"/>
                    </a:cubicBezTo>
                    <a:cubicBezTo>
                      <a:pt x="413" y="3896"/>
                      <a:pt x="413" y="4077"/>
                      <a:pt x="413" y="4252"/>
                    </a:cubicBezTo>
                    <a:cubicBezTo>
                      <a:pt x="0" y="14344"/>
                      <a:pt x="295" y="24911"/>
                      <a:pt x="2313" y="34826"/>
                    </a:cubicBezTo>
                    <a:cubicBezTo>
                      <a:pt x="2375" y="35301"/>
                      <a:pt x="2493" y="35833"/>
                      <a:pt x="2907" y="36132"/>
                    </a:cubicBezTo>
                    <a:cubicBezTo>
                      <a:pt x="3263" y="36308"/>
                      <a:pt x="3681" y="36308"/>
                      <a:pt x="4037" y="36308"/>
                    </a:cubicBezTo>
                    <a:lnTo>
                      <a:pt x="21371" y="36308"/>
                    </a:lnTo>
                    <a:cubicBezTo>
                      <a:pt x="21889" y="36308"/>
                      <a:pt x="22492" y="36420"/>
                      <a:pt x="23056" y="36420"/>
                    </a:cubicBezTo>
                    <a:cubicBezTo>
                      <a:pt x="23655" y="36420"/>
                      <a:pt x="24210" y="36294"/>
                      <a:pt x="24576" y="35776"/>
                    </a:cubicBezTo>
                    <a:cubicBezTo>
                      <a:pt x="24633" y="35658"/>
                      <a:pt x="24695" y="35539"/>
                      <a:pt x="24752" y="35358"/>
                    </a:cubicBezTo>
                    <a:cubicBezTo>
                      <a:pt x="24871" y="35002"/>
                      <a:pt x="24871" y="34589"/>
                      <a:pt x="24871" y="34171"/>
                    </a:cubicBezTo>
                    <a:cubicBezTo>
                      <a:pt x="24871" y="31027"/>
                      <a:pt x="25170" y="27940"/>
                      <a:pt x="25821" y="24854"/>
                    </a:cubicBezTo>
                    <a:cubicBezTo>
                      <a:pt x="26713" y="20755"/>
                      <a:pt x="27720" y="16899"/>
                      <a:pt x="27544" y="12625"/>
                    </a:cubicBezTo>
                    <a:cubicBezTo>
                      <a:pt x="27426" y="11138"/>
                      <a:pt x="27364" y="9657"/>
                      <a:pt x="27008" y="8232"/>
                    </a:cubicBezTo>
                    <a:cubicBezTo>
                      <a:pt x="26595" y="6807"/>
                      <a:pt x="25882" y="5383"/>
                      <a:pt x="24814" y="4433"/>
                    </a:cubicBezTo>
                    <a:cubicBezTo>
                      <a:pt x="23864" y="3659"/>
                      <a:pt x="22734" y="3184"/>
                      <a:pt x="21608" y="2709"/>
                    </a:cubicBezTo>
                    <a:cubicBezTo>
                      <a:pt x="18996" y="1640"/>
                      <a:pt x="16679" y="515"/>
                      <a:pt x="13891" y="216"/>
                    </a:cubicBezTo>
                    <a:cubicBezTo>
                      <a:pt x="12891" y="125"/>
                      <a:pt x="11891" y="0"/>
                      <a:pt x="108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 flipH="1">
                <a:off x="6628674" y="2637631"/>
                <a:ext cx="241691" cy="708026"/>
              </a:xfrm>
              <a:custGeom>
                <a:avLst/>
                <a:gdLst/>
                <a:ahLst/>
                <a:cxnLst/>
                <a:rect l="l" t="t" r="r" b="b"/>
                <a:pathLst>
                  <a:path w="10686" h="31559" extrusionOk="0">
                    <a:moveTo>
                      <a:pt x="5169" y="1"/>
                    </a:moveTo>
                    <a:cubicBezTo>
                      <a:pt x="3083" y="1"/>
                      <a:pt x="623" y="1941"/>
                      <a:pt x="238" y="3722"/>
                    </a:cubicBezTo>
                    <a:cubicBezTo>
                      <a:pt x="0" y="5028"/>
                      <a:pt x="181" y="6334"/>
                      <a:pt x="418" y="7640"/>
                    </a:cubicBezTo>
                    <a:cubicBezTo>
                      <a:pt x="1843" y="15537"/>
                      <a:pt x="3918" y="23373"/>
                      <a:pt x="6649" y="30910"/>
                    </a:cubicBezTo>
                    <a:cubicBezTo>
                      <a:pt x="6829" y="31388"/>
                      <a:pt x="7169" y="31559"/>
                      <a:pt x="7572" y="31559"/>
                    </a:cubicBezTo>
                    <a:cubicBezTo>
                      <a:pt x="8372" y="31559"/>
                      <a:pt x="9421" y="30890"/>
                      <a:pt x="9973" y="30616"/>
                    </a:cubicBezTo>
                    <a:cubicBezTo>
                      <a:pt x="10210" y="30554"/>
                      <a:pt x="10391" y="30435"/>
                      <a:pt x="10567" y="30198"/>
                    </a:cubicBezTo>
                    <a:cubicBezTo>
                      <a:pt x="10685" y="30022"/>
                      <a:pt x="10628" y="29723"/>
                      <a:pt x="10628" y="29485"/>
                    </a:cubicBezTo>
                    <a:cubicBezTo>
                      <a:pt x="9736" y="21236"/>
                      <a:pt x="9379" y="12982"/>
                      <a:pt x="8430" y="4733"/>
                    </a:cubicBezTo>
                    <a:cubicBezTo>
                      <a:pt x="8311" y="3665"/>
                      <a:pt x="8135" y="2416"/>
                      <a:pt x="7598" y="1409"/>
                    </a:cubicBezTo>
                    <a:cubicBezTo>
                      <a:pt x="7304" y="991"/>
                      <a:pt x="7005" y="578"/>
                      <a:pt x="6530" y="341"/>
                    </a:cubicBezTo>
                    <a:cubicBezTo>
                      <a:pt x="6117" y="105"/>
                      <a:pt x="5653" y="1"/>
                      <a:pt x="5169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 flipH="1">
                <a:off x="6452731" y="1958556"/>
                <a:ext cx="449862" cy="899845"/>
              </a:xfrm>
              <a:custGeom>
                <a:avLst/>
                <a:gdLst/>
                <a:ahLst/>
                <a:cxnLst/>
                <a:rect l="l" t="t" r="r" b="b"/>
                <a:pathLst>
                  <a:path w="19890" h="40109" extrusionOk="0">
                    <a:moveTo>
                      <a:pt x="14133" y="0"/>
                    </a:moveTo>
                    <a:cubicBezTo>
                      <a:pt x="13954" y="0"/>
                      <a:pt x="13775" y="12"/>
                      <a:pt x="13597" y="37"/>
                    </a:cubicBezTo>
                    <a:cubicBezTo>
                      <a:pt x="10866" y="393"/>
                      <a:pt x="8966" y="4729"/>
                      <a:pt x="7955" y="6923"/>
                    </a:cubicBezTo>
                    <a:cubicBezTo>
                      <a:pt x="3149" y="17195"/>
                      <a:pt x="0" y="28711"/>
                      <a:pt x="181" y="40109"/>
                    </a:cubicBezTo>
                    <a:lnTo>
                      <a:pt x="11042" y="39752"/>
                    </a:lnTo>
                    <a:cubicBezTo>
                      <a:pt x="11279" y="38029"/>
                      <a:pt x="11222" y="36309"/>
                      <a:pt x="11341" y="34586"/>
                    </a:cubicBezTo>
                    <a:cubicBezTo>
                      <a:pt x="11578" y="31855"/>
                      <a:pt x="11992" y="29067"/>
                      <a:pt x="12823" y="26455"/>
                    </a:cubicBezTo>
                    <a:cubicBezTo>
                      <a:pt x="13416" y="24674"/>
                      <a:pt x="14190" y="22893"/>
                      <a:pt x="14960" y="21170"/>
                    </a:cubicBezTo>
                    <a:cubicBezTo>
                      <a:pt x="15316" y="20339"/>
                      <a:pt x="15672" y="19507"/>
                      <a:pt x="15971" y="18676"/>
                    </a:cubicBezTo>
                    <a:cubicBezTo>
                      <a:pt x="16978" y="16183"/>
                      <a:pt x="17809" y="13690"/>
                      <a:pt x="18403" y="11078"/>
                    </a:cubicBezTo>
                    <a:cubicBezTo>
                      <a:pt x="19058" y="8409"/>
                      <a:pt x="19889" y="4548"/>
                      <a:pt x="18165" y="2117"/>
                    </a:cubicBezTo>
                    <a:cubicBezTo>
                      <a:pt x="17263" y="890"/>
                      <a:pt x="15688" y="0"/>
                      <a:pt x="141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 flipH="1">
                <a:off x="6568200" y="3273296"/>
                <a:ext cx="170604" cy="252214"/>
              </a:xfrm>
              <a:custGeom>
                <a:avLst/>
                <a:gdLst/>
                <a:ahLst/>
                <a:cxnLst/>
                <a:rect l="l" t="t" r="r" b="b"/>
                <a:pathLst>
                  <a:path w="7543" h="11242" extrusionOk="0">
                    <a:moveTo>
                      <a:pt x="3068" y="0"/>
                    </a:moveTo>
                    <a:cubicBezTo>
                      <a:pt x="2942" y="0"/>
                      <a:pt x="2811" y="8"/>
                      <a:pt x="2674" y="25"/>
                    </a:cubicBezTo>
                    <a:cubicBezTo>
                      <a:pt x="1544" y="200"/>
                      <a:pt x="775" y="1093"/>
                      <a:pt x="537" y="2162"/>
                    </a:cubicBezTo>
                    <a:cubicBezTo>
                      <a:pt x="181" y="3824"/>
                      <a:pt x="1" y="5486"/>
                      <a:pt x="238" y="7205"/>
                    </a:cubicBezTo>
                    <a:cubicBezTo>
                      <a:pt x="357" y="7918"/>
                      <a:pt x="238" y="9105"/>
                      <a:pt x="832" y="9642"/>
                    </a:cubicBezTo>
                    <a:cubicBezTo>
                      <a:pt x="905" y="9714"/>
                      <a:pt x="1001" y="9764"/>
                      <a:pt x="1105" y="9764"/>
                    </a:cubicBezTo>
                    <a:cubicBezTo>
                      <a:pt x="1170" y="9764"/>
                      <a:pt x="1239" y="9744"/>
                      <a:pt x="1307" y="9699"/>
                    </a:cubicBezTo>
                    <a:cubicBezTo>
                      <a:pt x="1425" y="9580"/>
                      <a:pt x="1425" y="9342"/>
                      <a:pt x="1425" y="9167"/>
                    </a:cubicBezTo>
                    <a:cubicBezTo>
                      <a:pt x="1368" y="8929"/>
                      <a:pt x="1368" y="8630"/>
                      <a:pt x="1307" y="8393"/>
                    </a:cubicBezTo>
                    <a:cubicBezTo>
                      <a:pt x="1250" y="7861"/>
                      <a:pt x="1307" y="7324"/>
                      <a:pt x="1425" y="6849"/>
                    </a:cubicBezTo>
                    <a:lnTo>
                      <a:pt x="1487" y="6849"/>
                    </a:lnTo>
                    <a:lnTo>
                      <a:pt x="1544" y="6911"/>
                    </a:lnTo>
                    <a:lnTo>
                      <a:pt x="1544" y="7087"/>
                    </a:lnTo>
                    <a:lnTo>
                      <a:pt x="1544" y="7443"/>
                    </a:lnTo>
                    <a:lnTo>
                      <a:pt x="1544" y="7979"/>
                    </a:lnTo>
                    <a:cubicBezTo>
                      <a:pt x="1544" y="8454"/>
                      <a:pt x="1663" y="8986"/>
                      <a:pt x="1724" y="9461"/>
                    </a:cubicBezTo>
                    <a:cubicBezTo>
                      <a:pt x="1781" y="9817"/>
                      <a:pt x="1900" y="10173"/>
                      <a:pt x="2081" y="10473"/>
                    </a:cubicBezTo>
                    <a:cubicBezTo>
                      <a:pt x="2199" y="10710"/>
                      <a:pt x="2437" y="10829"/>
                      <a:pt x="2674" y="10948"/>
                    </a:cubicBezTo>
                    <a:cubicBezTo>
                      <a:pt x="2850" y="10948"/>
                      <a:pt x="3149" y="10948"/>
                      <a:pt x="3149" y="10710"/>
                    </a:cubicBezTo>
                    <a:cubicBezTo>
                      <a:pt x="3149" y="10473"/>
                      <a:pt x="2969" y="10235"/>
                      <a:pt x="2912" y="10055"/>
                    </a:cubicBezTo>
                    <a:cubicBezTo>
                      <a:pt x="2850" y="9817"/>
                      <a:pt x="2793" y="9523"/>
                      <a:pt x="2731" y="9285"/>
                    </a:cubicBezTo>
                    <a:cubicBezTo>
                      <a:pt x="2674" y="8749"/>
                      <a:pt x="2613" y="8217"/>
                      <a:pt x="2613" y="7680"/>
                    </a:cubicBezTo>
                    <a:cubicBezTo>
                      <a:pt x="2674" y="7561"/>
                      <a:pt x="2674" y="7267"/>
                      <a:pt x="2850" y="7148"/>
                    </a:cubicBezTo>
                    <a:cubicBezTo>
                      <a:pt x="2864" y="7143"/>
                      <a:pt x="2877" y="7141"/>
                      <a:pt x="2889" y="7141"/>
                    </a:cubicBezTo>
                    <a:cubicBezTo>
                      <a:pt x="3030" y="7141"/>
                      <a:pt x="3030" y="7452"/>
                      <a:pt x="3030" y="7561"/>
                    </a:cubicBezTo>
                    <a:cubicBezTo>
                      <a:pt x="3087" y="8155"/>
                      <a:pt x="3087" y="8749"/>
                      <a:pt x="3149" y="9342"/>
                    </a:cubicBezTo>
                    <a:lnTo>
                      <a:pt x="3325" y="10055"/>
                    </a:lnTo>
                    <a:cubicBezTo>
                      <a:pt x="3387" y="10292"/>
                      <a:pt x="3505" y="10591"/>
                      <a:pt x="3681" y="10767"/>
                    </a:cubicBezTo>
                    <a:cubicBezTo>
                      <a:pt x="3800" y="11004"/>
                      <a:pt x="4099" y="11185"/>
                      <a:pt x="4336" y="11242"/>
                    </a:cubicBezTo>
                    <a:cubicBezTo>
                      <a:pt x="4631" y="11242"/>
                      <a:pt x="4693" y="10948"/>
                      <a:pt x="4693" y="10710"/>
                    </a:cubicBezTo>
                    <a:cubicBezTo>
                      <a:pt x="4631" y="10411"/>
                      <a:pt x="4512" y="10173"/>
                      <a:pt x="4393" y="9879"/>
                    </a:cubicBezTo>
                    <a:cubicBezTo>
                      <a:pt x="4275" y="9342"/>
                      <a:pt x="4218" y="8810"/>
                      <a:pt x="4218" y="8274"/>
                    </a:cubicBezTo>
                    <a:lnTo>
                      <a:pt x="4218" y="7504"/>
                    </a:lnTo>
                    <a:cubicBezTo>
                      <a:pt x="4218" y="7386"/>
                      <a:pt x="4156" y="7267"/>
                      <a:pt x="4156" y="7148"/>
                    </a:cubicBezTo>
                    <a:cubicBezTo>
                      <a:pt x="4156" y="7062"/>
                      <a:pt x="4252" y="6879"/>
                      <a:pt x="4304" y="6879"/>
                    </a:cubicBezTo>
                    <a:cubicBezTo>
                      <a:pt x="4323" y="6879"/>
                      <a:pt x="4336" y="6904"/>
                      <a:pt x="4336" y="6968"/>
                    </a:cubicBezTo>
                    <a:cubicBezTo>
                      <a:pt x="4393" y="7561"/>
                      <a:pt x="4512" y="8155"/>
                      <a:pt x="4574" y="8692"/>
                    </a:cubicBezTo>
                    <a:cubicBezTo>
                      <a:pt x="4631" y="9048"/>
                      <a:pt x="4631" y="9404"/>
                      <a:pt x="4811" y="9760"/>
                    </a:cubicBezTo>
                    <a:cubicBezTo>
                      <a:pt x="4915" y="9967"/>
                      <a:pt x="5242" y="10444"/>
                      <a:pt x="5560" y="10444"/>
                    </a:cubicBezTo>
                    <a:cubicBezTo>
                      <a:pt x="5607" y="10444"/>
                      <a:pt x="5654" y="10434"/>
                      <a:pt x="5699" y="10411"/>
                    </a:cubicBezTo>
                    <a:cubicBezTo>
                      <a:pt x="5818" y="10292"/>
                      <a:pt x="5880" y="9998"/>
                      <a:pt x="5818" y="9817"/>
                    </a:cubicBezTo>
                    <a:cubicBezTo>
                      <a:pt x="5818" y="9404"/>
                      <a:pt x="5642" y="8986"/>
                      <a:pt x="5581" y="8573"/>
                    </a:cubicBezTo>
                    <a:cubicBezTo>
                      <a:pt x="5462" y="8217"/>
                      <a:pt x="5462" y="7799"/>
                      <a:pt x="5405" y="7443"/>
                    </a:cubicBezTo>
                    <a:cubicBezTo>
                      <a:pt x="5405" y="7030"/>
                      <a:pt x="5343" y="6612"/>
                      <a:pt x="5286" y="6198"/>
                    </a:cubicBezTo>
                    <a:cubicBezTo>
                      <a:pt x="5224" y="5899"/>
                      <a:pt x="5168" y="5306"/>
                      <a:pt x="5286" y="5011"/>
                    </a:cubicBezTo>
                    <a:cubicBezTo>
                      <a:pt x="5937" y="5249"/>
                      <a:pt x="6236" y="6018"/>
                      <a:pt x="6592" y="6493"/>
                    </a:cubicBezTo>
                    <a:cubicBezTo>
                      <a:pt x="6737" y="6675"/>
                      <a:pt x="7014" y="6900"/>
                      <a:pt x="7222" y="6900"/>
                    </a:cubicBezTo>
                    <a:cubicBezTo>
                      <a:pt x="7354" y="6900"/>
                      <a:pt x="7458" y="6808"/>
                      <a:pt x="7480" y="6555"/>
                    </a:cubicBezTo>
                    <a:cubicBezTo>
                      <a:pt x="7542" y="6317"/>
                      <a:pt x="7423" y="6080"/>
                      <a:pt x="7305" y="5842"/>
                    </a:cubicBezTo>
                    <a:cubicBezTo>
                      <a:pt x="6768" y="4536"/>
                      <a:pt x="6293" y="3169"/>
                      <a:pt x="5642" y="1863"/>
                    </a:cubicBezTo>
                    <a:cubicBezTo>
                      <a:pt x="5103" y="785"/>
                      <a:pt x="4318" y="0"/>
                      <a:pt x="3068" y="0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 flipH="1">
                <a:off x="6199050" y="1743392"/>
                <a:ext cx="263177" cy="294706"/>
              </a:xfrm>
              <a:custGeom>
                <a:avLst/>
                <a:gdLst/>
                <a:ahLst/>
                <a:cxnLst/>
                <a:rect l="l" t="t" r="r" b="b"/>
                <a:pathLst>
                  <a:path w="11636" h="13136" extrusionOk="0">
                    <a:moveTo>
                      <a:pt x="6617" y="1"/>
                    </a:moveTo>
                    <a:cubicBezTo>
                      <a:pt x="5979" y="1"/>
                      <a:pt x="5297" y="287"/>
                      <a:pt x="4692" y="429"/>
                    </a:cubicBezTo>
                    <a:cubicBezTo>
                      <a:pt x="3861" y="547"/>
                      <a:pt x="3087" y="1260"/>
                      <a:pt x="2674" y="1972"/>
                    </a:cubicBezTo>
                    <a:cubicBezTo>
                      <a:pt x="2080" y="2979"/>
                      <a:pt x="1843" y="4109"/>
                      <a:pt x="1368" y="5178"/>
                    </a:cubicBezTo>
                    <a:cubicBezTo>
                      <a:pt x="831" y="6484"/>
                      <a:pt x="0" y="7490"/>
                      <a:pt x="656" y="8858"/>
                    </a:cubicBezTo>
                    <a:cubicBezTo>
                      <a:pt x="1188" y="10102"/>
                      <a:pt x="2019" y="11114"/>
                      <a:pt x="3087" y="11883"/>
                    </a:cubicBezTo>
                    <a:cubicBezTo>
                      <a:pt x="4300" y="12709"/>
                      <a:pt x="5748" y="13136"/>
                      <a:pt x="7207" y="13136"/>
                    </a:cubicBezTo>
                    <a:cubicBezTo>
                      <a:pt x="7536" y="13136"/>
                      <a:pt x="7865" y="13114"/>
                      <a:pt x="8192" y="13071"/>
                    </a:cubicBezTo>
                    <a:cubicBezTo>
                      <a:pt x="8610" y="13014"/>
                      <a:pt x="9023" y="12833"/>
                      <a:pt x="9441" y="12596"/>
                    </a:cubicBezTo>
                    <a:cubicBezTo>
                      <a:pt x="10747" y="11883"/>
                      <a:pt x="11635" y="10340"/>
                      <a:pt x="10747" y="8796"/>
                    </a:cubicBezTo>
                    <a:cubicBezTo>
                      <a:pt x="10510" y="8265"/>
                      <a:pt x="9797" y="7908"/>
                      <a:pt x="9617" y="7433"/>
                    </a:cubicBezTo>
                    <a:cubicBezTo>
                      <a:pt x="9441" y="7016"/>
                      <a:pt x="9797" y="6484"/>
                      <a:pt x="10035" y="6066"/>
                    </a:cubicBezTo>
                    <a:cubicBezTo>
                      <a:pt x="10211" y="5653"/>
                      <a:pt x="10448" y="5235"/>
                      <a:pt x="10629" y="4822"/>
                    </a:cubicBezTo>
                    <a:cubicBezTo>
                      <a:pt x="11160" y="3810"/>
                      <a:pt x="10686" y="2860"/>
                      <a:pt x="9973" y="2029"/>
                    </a:cubicBezTo>
                    <a:cubicBezTo>
                      <a:pt x="9854" y="1910"/>
                      <a:pt x="9679" y="1735"/>
                      <a:pt x="9560" y="1554"/>
                    </a:cubicBezTo>
                    <a:cubicBezTo>
                      <a:pt x="8905" y="842"/>
                      <a:pt x="8017" y="310"/>
                      <a:pt x="7124" y="73"/>
                    </a:cubicBezTo>
                    <a:cubicBezTo>
                      <a:pt x="6960" y="22"/>
                      <a:pt x="6790" y="1"/>
                      <a:pt x="6617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 flipH="1">
                <a:off x="6209801" y="1788776"/>
                <a:ext cx="80586" cy="106701"/>
              </a:xfrm>
              <a:custGeom>
                <a:avLst/>
                <a:gdLst/>
                <a:ahLst/>
                <a:cxnLst/>
                <a:rect l="l" t="t" r="r" b="b"/>
                <a:pathLst>
                  <a:path w="3563" h="4756" extrusionOk="0">
                    <a:moveTo>
                      <a:pt x="2247" y="0"/>
                    </a:moveTo>
                    <a:cubicBezTo>
                      <a:pt x="1689" y="0"/>
                      <a:pt x="1093" y="331"/>
                      <a:pt x="594" y="661"/>
                    </a:cubicBezTo>
                    <a:cubicBezTo>
                      <a:pt x="181" y="1018"/>
                      <a:pt x="1" y="1493"/>
                      <a:pt x="62" y="2024"/>
                    </a:cubicBezTo>
                    <a:cubicBezTo>
                      <a:pt x="238" y="3093"/>
                      <a:pt x="1188" y="4043"/>
                      <a:pt x="2019" y="4698"/>
                    </a:cubicBezTo>
                    <a:lnTo>
                      <a:pt x="2081" y="4755"/>
                    </a:lnTo>
                    <a:lnTo>
                      <a:pt x="2437" y="4043"/>
                    </a:lnTo>
                    <a:cubicBezTo>
                      <a:pt x="2613" y="3630"/>
                      <a:pt x="2850" y="3212"/>
                      <a:pt x="3031" y="2799"/>
                    </a:cubicBezTo>
                    <a:cubicBezTo>
                      <a:pt x="3562" y="1787"/>
                      <a:pt x="3088" y="837"/>
                      <a:pt x="2375" y="6"/>
                    </a:cubicBezTo>
                    <a:cubicBezTo>
                      <a:pt x="2333" y="2"/>
                      <a:pt x="2290" y="0"/>
                      <a:pt x="2247" y="0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 flipH="1">
                <a:off x="6066082" y="1451639"/>
                <a:ext cx="391690" cy="423147"/>
              </a:xfrm>
              <a:custGeom>
                <a:avLst/>
                <a:gdLst/>
                <a:ahLst/>
                <a:cxnLst/>
                <a:rect l="l" t="t" r="r" b="b"/>
                <a:pathLst>
                  <a:path w="17318" h="18861" extrusionOk="0">
                    <a:moveTo>
                      <a:pt x="7187" y="1"/>
                    </a:moveTo>
                    <a:cubicBezTo>
                      <a:pt x="6962" y="1"/>
                      <a:pt x="6738" y="6"/>
                      <a:pt x="6514" y="18"/>
                    </a:cubicBezTo>
                    <a:cubicBezTo>
                      <a:pt x="5801" y="75"/>
                      <a:pt x="5326" y="136"/>
                      <a:pt x="4733" y="431"/>
                    </a:cubicBezTo>
                    <a:cubicBezTo>
                      <a:pt x="4196" y="668"/>
                      <a:pt x="3664" y="1025"/>
                      <a:pt x="3189" y="1381"/>
                    </a:cubicBezTo>
                    <a:cubicBezTo>
                      <a:pt x="1347" y="2630"/>
                      <a:pt x="934" y="4885"/>
                      <a:pt x="459" y="6961"/>
                    </a:cubicBezTo>
                    <a:cubicBezTo>
                      <a:pt x="1" y="9655"/>
                      <a:pt x="479" y="13449"/>
                      <a:pt x="3818" y="13449"/>
                    </a:cubicBezTo>
                    <a:cubicBezTo>
                      <a:pt x="3940" y="13449"/>
                      <a:pt x="4066" y="13444"/>
                      <a:pt x="4196" y="13434"/>
                    </a:cubicBezTo>
                    <a:cubicBezTo>
                      <a:pt x="4371" y="13405"/>
                      <a:pt x="4549" y="13386"/>
                      <a:pt x="4722" y="13386"/>
                    </a:cubicBezTo>
                    <a:cubicBezTo>
                      <a:pt x="5252" y="13386"/>
                      <a:pt x="5726" y="13562"/>
                      <a:pt x="5858" y="14146"/>
                    </a:cubicBezTo>
                    <a:cubicBezTo>
                      <a:pt x="6039" y="14797"/>
                      <a:pt x="6514" y="15452"/>
                      <a:pt x="6927" y="15984"/>
                    </a:cubicBezTo>
                    <a:cubicBezTo>
                      <a:pt x="7345" y="16521"/>
                      <a:pt x="7877" y="17052"/>
                      <a:pt x="8470" y="17470"/>
                    </a:cubicBezTo>
                    <a:cubicBezTo>
                      <a:pt x="9301" y="18064"/>
                      <a:pt x="10251" y="18539"/>
                      <a:pt x="11320" y="18715"/>
                    </a:cubicBezTo>
                    <a:cubicBezTo>
                      <a:pt x="11619" y="18776"/>
                      <a:pt x="11913" y="18776"/>
                      <a:pt x="12212" y="18833"/>
                    </a:cubicBezTo>
                    <a:cubicBezTo>
                      <a:pt x="12409" y="18833"/>
                      <a:pt x="12607" y="18861"/>
                      <a:pt x="12805" y="18861"/>
                    </a:cubicBezTo>
                    <a:cubicBezTo>
                      <a:pt x="12904" y="18861"/>
                      <a:pt x="13002" y="18854"/>
                      <a:pt x="13101" y="18833"/>
                    </a:cubicBezTo>
                    <a:cubicBezTo>
                      <a:pt x="13637" y="18776"/>
                      <a:pt x="13875" y="18301"/>
                      <a:pt x="14112" y="17884"/>
                    </a:cubicBezTo>
                    <a:cubicBezTo>
                      <a:pt x="14406" y="17409"/>
                      <a:pt x="14587" y="16877"/>
                      <a:pt x="14763" y="16402"/>
                    </a:cubicBezTo>
                    <a:lnTo>
                      <a:pt x="15119" y="15153"/>
                    </a:lnTo>
                    <a:cubicBezTo>
                      <a:pt x="15238" y="14858"/>
                      <a:pt x="15299" y="14322"/>
                      <a:pt x="15594" y="14146"/>
                    </a:cubicBezTo>
                    <a:cubicBezTo>
                      <a:pt x="15774" y="14027"/>
                      <a:pt x="15893" y="14027"/>
                      <a:pt x="16069" y="13966"/>
                    </a:cubicBezTo>
                    <a:cubicBezTo>
                      <a:pt x="16368" y="13909"/>
                      <a:pt x="16662" y="13790"/>
                      <a:pt x="16900" y="13609"/>
                    </a:cubicBezTo>
                    <a:cubicBezTo>
                      <a:pt x="17018" y="13552"/>
                      <a:pt x="17137" y="13434"/>
                      <a:pt x="17199" y="13315"/>
                    </a:cubicBezTo>
                    <a:cubicBezTo>
                      <a:pt x="17318" y="13078"/>
                      <a:pt x="17199" y="12778"/>
                      <a:pt x="17080" y="12603"/>
                    </a:cubicBezTo>
                    <a:cubicBezTo>
                      <a:pt x="17018" y="12422"/>
                      <a:pt x="16900" y="12365"/>
                      <a:pt x="16781" y="12246"/>
                    </a:cubicBezTo>
                    <a:cubicBezTo>
                      <a:pt x="16605" y="12066"/>
                      <a:pt x="16487" y="11829"/>
                      <a:pt x="16306" y="11534"/>
                    </a:cubicBezTo>
                    <a:cubicBezTo>
                      <a:pt x="15950" y="10997"/>
                      <a:pt x="15475" y="10347"/>
                      <a:pt x="15418" y="9691"/>
                    </a:cubicBezTo>
                    <a:cubicBezTo>
                      <a:pt x="15299" y="9160"/>
                      <a:pt x="15356" y="8566"/>
                      <a:pt x="15475" y="8029"/>
                    </a:cubicBezTo>
                    <a:cubicBezTo>
                      <a:pt x="15712" y="6785"/>
                      <a:pt x="16012" y="5479"/>
                      <a:pt x="15475" y="4230"/>
                    </a:cubicBezTo>
                    <a:cubicBezTo>
                      <a:pt x="15299" y="3817"/>
                      <a:pt x="15119" y="3342"/>
                      <a:pt x="14943" y="2924"/>
                    </a:cubicBezTo>
                    <a:cubicBezTo>
                      <a:pt x="14587" y="2274"/>
                      <a:pt x="13993" y="1917"/>
                      <a:pt x="13338" y="1561"/>
                    </a:cubicBezTo>
                    <a:cubicBezTo>
                      <a:pt x="12806" y="1324"/>
                      <a:pt x="12212" y="1025"/>
                      <a:pt x="11676" y="787"/>
                    </a:cubicBezTo>
                    <a:cubicBezTo>
                      <a:pt x="11201" y="611"/>
                      <a:pt x="10669" y="312"/>
                      <a:pt x="10132" y="193"/>
                    </a:cubicBezTo>
                    <a:cubicBezTo>
                      <a:pt x="9123" y="97"/>
                      <a:pt x="8151" y="1"/>
                      <a:pt x="7187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 flipH="1">
                <a:off x="6126554" y="1434657"/>
                <a:ext cx="498083" cy="547997"/>
              </a:xfrm>
              <a:custGeom>
                <a:avLst/>
                <a:gdLst/>
                <a:ahLst/>
                <a:cxnLst/>
                <a:rect l="l" t="t" r="r" b="b"/>
                <a:pathLst>
                  <a:path w="22022" h="24426" extrusionOk="0">
                    <a:moveTo>
                      <a:pt x="13844" y="58"/>
                    </a:moveTo>
                    <a:cubicBezTo>
                      <a:pt x="12743" y="58"/>
                      <a:pt x="11407" y="620"/>
                      <a:pt x="10449" y="1131"/>
                    </a:cubicBezTo>
                    <a:cubicBezTo>
                      <a:pt x="10092" y="1250"/>
                      <a:pt x="9736" y="1425"/>
                      <a:pt x="9380" y="1663"/>
                    </a:cubicBezTo>
                    <a:cubicBezTo>
                      <a:pt x="8668" y="2081"/>
                      <a:pt x="7955" y="2556"/>
                      <a:pt x="7480" y="3325"/>
                    </a:cubicBezTo>
                    <a:cubicBezTo>
                      <a:pt x="6412" y="4987"/>
                      <a:pt x="6293" y="6948"/>
                      <a:pt x="5581" y="8786"/>
                    </a:cubicBezTo>
                    <a:cubicBezTo>
                      <a:pt x="5343" y="9499"/>
                      <a:pt x="4926" y="10154"/>
                      <a:pt x="4512" y="10748"/>
                    </a:cubicBezTo>
                    <a:cubicBezTo>
                      <a:pt x="3620" y="11816"/>
                      <a:pt x="2494" y="12704"/>
                      <a:pt x="1900" y="13953"/>
                    </a:cubicBezTo>
                    <a:cubicBezTo>
                      <a:pt x="1482" y="14960"/>
                      <a:pt x="1482" y="16090"/>
                      <a:pt x="1544" y="17159"/>
                    </a:cubicBezTo>
                    <a:cubicBezTo>
                      <a:pt x="1544" y="17752"/>
                      <a:pt x="1544" y="18346"/>
                      <a:pt x="1364" y="18878"/>
                    </a:cubicBezTo>
                    <a:cubicBezTo>
                      <a:pt x="1126" y="19353"/>
                      <a:pt x="713" y="19771"/>
                      <a:pt x="414" y="20184"/>
                    </a:cubicBezTo>
                    <a:cubicBezTo>
                      <a:pt x="120" y="20721"/>
                      <a:pt x="1" y="21314"/>
                      <a:pt x="120" y="21908"/>
                    </a:cubicBezTo>
                    <a:cubicBezTo>
                      <a:pt x="295" y="22440"/>
                      <a:pt x="713" y="22915"/>
                      <a:pt x="1245" y="23095"/>
                    </a:cubicBezTo>
                    <a:cubicBezTo>
                      <a:pt x="1482" y="23183"/>
                      <a:pt x="1735" y="23197"/>
                      <a:pt x="1988" y="23197"/>
                    </a:cubicBezTo>
                    <a:cubicBezTo>
                      <a:pt x="2110" y="23197"/>
                      <a:pt x="2231" y="23194"/>
                      <a:pt x="2351" y="23194"/>
                    </a:cubicBezTo>
                    <a:cubicBezTo>
                      <a:pt x="2480" y="23194"/>
                      <a:pt x="2608" y="23198"/>
                      <a:pt x="2731" y="23214"/>
                    </a:cubicBezTo>
                    <a:cubicBezTo>
                      <a:pt x="3563" y="23271"/>
                      <a:pt x="4275" y="23689"/>
                      <a:pt x="5044" y="23983"/>
                    </a:cubicBezTo>
                    <a:cubicBezTo>
                      <a:pt x="5620" y="24206"/>
                      <a:pt x="6228" y="24426"/>
                      <a:pt x="6844" y="24426"/>
                    </a:cubicBezTo>
                    <a:cubicBezTo>
                      <a:pt x="7056" y="24426"/>
                      <a:pt x="7268" y="24400"/>
                      <a:pt x="7480" y="24339"/>
                    </a:cubicBezTo>
                    <a:cubicBezTo>
                      <a:pt x="7837" y="24221"/>
                      <a:pt x="8193" y="23983"/>
                      <a:pt x="8606" y="23864"/>
                    </a:cubicBezTo>
                    <a:cubicBezTo>
                      <a:pt x="8729" y="23837"/>
                      <a:pt x="8855" y="23826"/>
                      <a:pt x="8985" y="23826"/>
                    </a:cubicBezTo>
                    <a:cubicBezTo>
                      <a:pt x="9729" y="23826"/>
                      <a:pt x="10568" y="24209"/>
                      <a:pt x="11295" y="24209"/>
                    </a:cubicBezTo>
                    <a:cubicBezTo>
                      <a:pt x="11543" y="24209"/>
                      <a:pt x="11778" y="24165"/>
                      <a:pt x="11992" y="24045"/>
                    </a:cubicBezTo>
                    <a:cubicBezTo>
                      <a:pt x="12942" y="23508"/>
                      <a:pt x="13355" y="21789"/>
                      <a:pt x="13355" y="20778"/>
                    </a:cubicBezTo>
                    <a:cubicBezTo>
                      <a:pt x="13355" y="18997"/>
                      <a:pt x="12348" y="17278"/>
                      <a:pt x="12761" y="15497"/>
                    </a:cubicBezTo>
                    <a:cubicBezTo>
                      <a:pt x="13118" y="14191"/>
                      <a:pt x="14186" y="13003"/>
                      <a:pt x="14723" y="11754"/>
                    </a:cubicBezTo>
                    <a:cubicBezTo>
                      <a:pt x="15316" y="10391"/>
                      <a:pt x="16741" y="9204"/>
                      <a:pt x="17867" y="8311"/>
                    </a:cubicBezTo>
                    <a:cubicBezTo>
                      <a:pt x="18759" y="7661"/>
                      <a:pt x="19647" y="7005"/>
                      <a:pt x="20479" y="6174"/>
                    </a:cubicBezTo>
                    <a:cubicBezTo>
                      <a:pt x="21253" y="5405"/>
                      <a:pt x="21903" y="4393"/>
                      <a:pt x="21965" y="3268"/>
                    </a:cubicBezTo>
                    <a:cubicBezTo>
                      <a:pt x="22022" y="2912"/>
                      <a:pt x="21965" y="2556"/>
                      <a:pt x="21846" y="2256"/>
                    </a:cubicBezTo>
                    <a:cubicBezTo>
                      <a:pt x="21490" y="1425"/>
                      <a:pt x="20597" y="1069"/>
                      <a:pt x="19828" y="713"/>
                    </a:cubicBezTo>
                    <a:cubicBezTo>
                      <a:pt x="17985" y="1"/>
                      <a:pt x="15967" y="181"/>
                      <a:pt x="14010" y="62"/>
                    </a:cubicBezTo>
                    <a:cubicBezTo>
                      <a:pt x="13956" y="59"/>
                      <a:pt x="13900" y="58"/>
                      <a:pt x="13844" y="5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 flipH="1">
                <a:off x="6242029" y="1668328"/>
                <a:ext cx="87236" cy="108899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4854" extrusionOk="0">
                    <a:moveTo>
                      <a:pt x="1851" y="1"/>
                    </a:moveTo>
                    <a:cubicBezTo>
                      <a:pt x="1771" y="1"/>
                      <a:pt x="1688" y="11"/>
                      <a:pt x="1601" y="32"/>
                    </a:cubicBezTo>
                    <a:cubicBezTo>
                      <a:pt x="238" y="332"/>
                      <a:pt x="1" y="1813"/>
                      <a:pt x="532" y="2944"/>
                    </a:cubicBezTo>
                    <a:cubicBezTo>
                      <a:pt x="832" y="3656"/>
                      <a:pt x="1425" y="4250"/>
                      <a:pt x="2138" y="4663"/>
                    </a:cubicBezTo>
                    <a:cubicBezTo>
                      <a:pt x="2256" y="4724"/>
                      <a:pt x="2432" y="4843"/>
                      <a:pt x="2669" y="4843"/>
                    </a:cubicBezTo>
                    <a:cubicBezTo>
                      <a:pt x="2713" y="4850"/>
                      <a:pt x="2755" y="4854"/>
                      <a:pt x="2796" y="4854"/>
                    </a:cubicBezTo>
                    <a:cubicBezTo>
                      <a:pt x="3424" y="4854"/>
                      <a:pt x="3742" y="4033"/>
                      <a:pt x="3800" y="3475"/>
                    </a:cubicBezTo>
                    <a:cubicBezTo>
                      <a:pt x="3857" y="2825"/>
                      <a:pt x="3738" y="2113"/>
                      <a:pt x="3501" y="1519"/>
                    </a:cubicBezTo>
                    <a:cubicBezTo>
                      <a:pt x="3325" y="1101"/>
                      <a:pt x="3087" y="688"/>
                      <a:pt x="2788" y="389"/>
                    </a:cubicBezTo>
                    <a:cubicBezTo>
                      <a:pt x="2497" y="195"/>
                      <a:pt x="2207" y="1"/>
                      <a:pt x="1851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 flipH="1">
                <a:off x="6114419" y="1591155"/>
                <a:ext cx="124159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1127" extrusionOk="0">
                    <a:moveTo>
                      <a:pt x="1782" y="1"/>
                    </a:moveTo>
                    <a:cubicBezTo>
                      <a:pt x="1483" y="1"/>
                      <a:pt x="1188" y="58"/>
                      <a:pt x="951" y="176"/>
                    </a:cubicBezTo>
                    <a:cubicBezTo>
                      <a:pt x="533" y="357"/>
                      <a:pt x="177" y="713"/>
                      <a:pt x="1" y="1126"/>
                    </a:cubicBezTo>
                    <a:cubicBezTo>
                      <a:pt x="58" y="1126"/>
                      <a:pt x="120" y="1126"/>
                      <a:pt x="177" y="1069"/>
                    </a:cubicBezTo>
                    <a:cubicBezTo>
                      <a:pt x="295" y="1069"/>
                      <a:pt x="476" y="1007"/>
                      <a:pt x="595" y="950"/>
                    </a:cubicBezTo>
                    <a:cubicBezTo>
                      <a:pt x="1000" y="769"/>
                      <a:pt x="1408" y="690"/>
                      <a:pt x="1815" y="690"/>
                    </a:cubicBezTo>
                    <a:cubicBezTo>
                      <a:pt x="1942" y="690"/>
                      <a:pt x="2068" y="698"/>
                      <a:pt x="2195" y="713"/>
                    </a:cubicBezTo>
                    <a:cubicBezTo>
                      <a:pt x="2375" y="770"/>
                      <a:pt x="2494" y="770"/>
                      <a:pt x="2613" y="770"/>
                    </a:cubicBezTo>
                    <a:cubicBezTo>
                      <a:pt x="2660" y="787"/>
                      <a:pt x="2708" y="794"/>
                      <a:pt x="2754" y="794"/>
                    </a:cubicBezTo>
                    <a:cubicBezTo>
                      <a:pt x="2877" y="794"/>
                      <a:pt x="2984" y="738"/>
                      <a:pt x="3026" y="651"/>
                    </a:cubicBezTo>
                    <a:cubicBezTo>
                      <a:pt x="3145" y="594"/>
                      <a:pt x="3207" y="414"/>
                      <a:pt x="3145" y="295"/>
                    </a:cubicBezTo>
                    <a:cubicBezTo>
                      <a:pt x="3026" y="119"/>
                      <a:pt x="2789" y="119"/>
                      <a:pt x="2613" y="58"/>
                    </a:cubicBezTo>
                    <a:cubicBezTo>
                      <a:pt x="2314" y="58"/>
                      <a:pt x="2019" y="1"/>
                      <a:pt x="1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 flipH="1">
                <a:off x="6145369" y="1663527"/>
                <a:ext cx="22482" cy="30893"/>
              </a:xfrm>
              <a:custGeom>
                <a:avLst/>
                <a:gdLst/>
                <a:ahLst/>
                <a:cxnLst/>
                <a:rect l="l" t="t" r="r" b="b"/>
                <a:pathLst>
                  <a:path w="994" h="1377" extrusionOk="0">
                    <a:moveTo>
                      <a:pt x="548" y="0"/>
                    </a:moveTo>
                    <a:cubicBezTo>
                      <a:pt x="521" y="0"/>
                      <a:pt x="492" y="3"/>
                      <a:pt x="462" y="9"/>
                    </a:cubicBezTo>
                    <a:cubicBezTo>
                      <a:pt x="106" y="9"/>
                      <a:pt x="44" y="603"/>
                      <a:pt x="44" y="902"/>
                    </a:cubicBezTo>
                    <a:cubicBezTo>
                      <a:pt x="1" y="1174"/>
                      <a:pt x="198" y="1377"/>
                      <a:pt x="425" y="1377"/>
                    </a:cubicBezTo>
                    <a:cubicBezTo>
                      <a:pt x="495" y="1377"/>
                      <a:pt x="568" y="1358"/>
                      <a:pt x="638" y="1315"/>
                    </a:cubicBezTo>
                    <a:cubicBezTo>
                      <a:pt x="875" y="1139"/>
                      <a:pt x="994" y="721"/>
                      <a:pt x="937" y="427"/>
                    </a:cubicBezTo>
                    <a:cubicBezTo>
                      <a:pt x="937" y="214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rgbClr val="7949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 flipH="1">
                <a:off x="6130531" y="1782988"/>
                <a:ext cx="57629" cy="16871"/>
              </a:xfrm>
              <a:custGeom>
                <a:avLst/>
                <a:gdLst/>
                <a:ahLst/>
                <a:cxnLst/>
                <a:rect l="l" t="t" r="r" b="b"/>
                <a:pathLst>
                  <a:path w="2548" h="752" extrusionOk="0">
                    <a:moveTo>
                      <a:pt x="1124" y="1"/>
                    </a:moveTo>
                    <a:cubicBezTo>
                      <a:pt x="577" y="1"/>
                      <a:pt x="131" y="193"/>
                      <a:pt x="54" y="383"/>
                    </a:cubicBezTo>
                    <a:cubicBezTo>
                      <a:pt x="1" y="588"/>
                      <a:pt x="484" y="751"/>
                      <a:pt x="883" y="751"/>
                    </a:cubicBezTo>
                    <a:cubicBezTo>
                      <a:pt x="945" y="751"/>
                      <a:pt x="1005" y="747"/>
                      <a:pt x="1061" y="739"/>
                    </a:cubicBezTo>
                    <a:cubicBezTo>
                      <a:pt x="1597" y="739"/>
                      <a:pt x="2547" y="620"/>
                      <a:pt x="2367" y="383"/>
                    </a:cubicBezTo>
                    <a:cubicBezTo>
                      <a:pt x="2310" y="326"/>
                      <a:pt x="2191" y="264"/>
                      <a:pt x="2072" y="207"/>
                    </a:cubicBezTo>
                    <a:cubicBezTo>
                      <a:pt x="1756" y="59"/>
                      <a:pt x="1425" y="1"/>
                      <a:pt x="1124" y="1"/>
                    </a:cubicBezTo>
                    <a:close/>
                  </a:path>
                </a:pathLst>
              </a:custGeom>
              <a:solidFill>
                <a:srgbClr val="7949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 rot="-1156697">
                <a:off x="6138152" y="1706786"/>
                <a:ext cx="48761" cy="15945"/>
              </a:xfrm>
              <a:custGeom>
                <a:avLst/>
                <a:gdLst/>
                <a:ahLst/>
                <a:cxnLst/>
                <a:rect l="l" t="t" r="r" b="b"/>
                <a:pathLst>
                  <a:path w="6531" h="1363" extrusionOk="0">
                    <a:moveTo>
                      <a:pt x="1544" y="0"/>
                    </a:moveTo>
                    <a:cubicBezTo>
                      <a:pt x="1008" y="0"/>
                      <a:pt x="533" y="0"/>
                      <a:pt x="1" y="119"/>
                    </a:cubicBezTo>
                    <a:cubicBezTo>
                      <a:pt x="533" y="119"/>
                      <a:pt x="1069" y="176"/>
                      <a:pt x="1663" y="237"/>
                    </a:cubicBezTo>
                    <a:cubicBezTo>
                      <a:pt x="2138" y="237"/>
                      <a:pt x="2613" y="294"/>
                      <a:pt x="3088" y="356"/>
                    </a:cubicBezTo>
                    <a:cubicBezTo>
                      <a:pt x="4275" y="532"/>
                      <a:pt x="5401" y="950"/>
                      <a:pt x="6531" y="1363"/>
                    </a:cubicBezTo>
                    <a:cubicBezTo>
                      <a:pt x="5044" y="532"/>
                      <a:pt x="3325" y="57"/>
                      <a:pt x="1544" y="0"/>
                    </a:cubicBezTo>
                    <a:close/>
                  </a:path>
                </a:pathLst>
              </a:custGeom>
              <a:solidFill>
                <a:srgbClr val="7949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1" name="Google Shape;401;p33"/>
            <p:cNvGrpSpPr/>
            <p:nvPr/>
          </p:nvGrpSpPr>
          <p:grpSpPr>
            <a:xfrm>
              <a:off x="353676" y="2287474"/>
              <a:ext cx="307669" cy="704090"/>
              <a:chOff x="4304456" y="3075166"/>
              <a:chExt cx="152780" cy="357243"/>
            </a:xfrm>
          </p:grpSpPr>
          <p:sp>
            <p:nvSpPr>
              <p:cNvPr id="402" name="Google Shape;402;p33"/>
              <p:cNvSpPr/>
              <p:nvPr/>
            </p:nvSpPr>
            <p:spPr>
              <a:xfrm>
                <a:off x="4383620" y="3396298"/>
                <a:ext cx="40656" cy="36111"/>
              </a:xfrm>
              <a:custGeom>
                <a:avLst/>
                <a:gdLst/>
                <a:ahLst/>
                <a:cxnLst/>
                <a:rect l="l" t="t" r="r" b="b"/>
                <a:pathLst>
                  <a:path w="3444" h="3059" extrusionOk="0">
                    <a:moveTo>
                      <a:pt x="1688" y="1"/>
                    </a:moveTo>
                    <a:cubicBezTo>
                      <a:pt x="1501" y="1"/>
                      <a:pt x="1313" y="34"/>
                      <a:pt x="1131" y="104"/>
                    </a:cubicBezTo>
                    <a:cubicBezTo>
                      <a:pt x="357" y="460"/>
                      <a:pt x="0" y="1353"/>
                      <a:pt x="300" y="2122"/>
                    </a:cubicBezTo>
                    <a:cubicBezTo>
                      <a:pt x="571" y="2712"/>
                      <a:pt x="1150" y="3059"/>
                      <a:pt x="1753" y="3059"/>
                    </a:cubicBezTo>
                    <a:cubicBezTo>
                      <a:pt x="1942" y="3059"/>
                      <a:pt x="2133" y="3025"/>
                      <a:pt x="2318" y="2953"/>
                    </a:cubicBezTo>
                    <a:cubicBezTo>
                      <a:pt x="3087" y="2597"/>
                      <a:pt x="3443" y="1709"/>
                      <a:pt x="3149" y="935"/>
                    </a:cubicBezTo>
                    <a:cubicBezTo>
                      <a:pt x="2877" y="347"/>
                      <a:pt x="2292" y="1"/>
                      <a:pt x="16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4304456" y="3308173"/>
                <a:ext cx="56074" cy="49369"/>
              </a:xfrm>
              <a:custGeom>
                <a:avLst/>
                <a:gdLst/>
                <a:ahLst/>
                <a:cxnLst/>
                <a:rect l="l" t="t" r="r" b="b"/>
                <a:pathLst>
                  <a:path w="4750" h="4182" extrusionOk="0">
                    <a:moveTo>
                      <a:pt x="2343" y="0"/>
                    </a:moveTo>
                    <a:cubicBezTo>
                      <a:pt x="2076" y="0"/>
                      <a:pt x="1805" y="49"/>
                      <a:pt x="1544" y="151"/>
                    </a:cubicBezTo>
                    <a:cubicBezTo>
                      <a:pt x="476" y="626"/>
                      <a:pt x="1" y="1813"/>
                      <a:pt x="414" y="2882"/>
                    </a:cubicBezTo>
                    <a:cubicBezTo>
                      <a:pt x="770" y="3682"/>
                      <a:pt x="1561" y="4182"/>
                      <a:pt x="2384" y="4182"/>
                    </a:cubicBezTo>
                    <a:cubicBezTo>
                      <a:pt x="2660" y="4182"/>
                      <a:pt x="2939" y="4126"/>
                      <a:pt x="3206" y="4007"/>
                    </a:cubicBezTo>
                    <a:cubicBezTo>
                      <a:pt x="4275" y="3594"/>
                      <a:pt x="4750" y="2345"/>
                      <a:pt x="4275" y="1276"/>
                    </a:cubicBezTo>
                    <a:cubicBezTo>
                      <a:pt x="3959" y="469"/>
                      <a:pt x="3171" y="0"/>
                      <a:pt x="23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4305129" y="3178200"/>
                <a:ext cx="61681" cy="60949"/>
              </a:xfrm>
              <a:custGeom>
                <a:avLst/>
                <a:gdLst/>
                <a:ahLst/>
                <a:cxnLst/>
                <a:rect l="l" t="t" r="r" b="b"/>
                <a:pathLst>
                  <a:path w="5225" h="5163" extrusionOk="0">
                    <a:moveTo>
                      <a:pt x="2613" y="1"/>
                    </a:moveTo>
                    <a:cubicBezTo>
                      <a:pt x="1188" y="1"/>
                      <a:pt x="1" y="1126"/>
                      <a:pt x="1" y="2613"/>
                    </a:cubicBezTo>
                    <a:cubicBezTo>
                      <a:pt x="1" y="4037"/>
                      <a:pt x="1188" y="5163"/>
                      <a:pt x="2613" y="5163"/>
                    </a:cubicBezTo>
                    <a:cubicBezTo>
                      <a:pt x="4037" y="5163"/>
                      <a:pt x="5225" y="4037"/>
                      <a:pt x="5225" y="2613"/>
                    </a:cubicBezTo>
                    <a:cubicBezTo>
                      <a:pt x="5225" y="1126"/>
                      <a:pt x="4037" y="1"/>
                      <a:pt x="26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4388555" y="3075166"/>
                <a:ext cx="68681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61" extrusionOk="0">
                    <a:moveTo>
                      <a:pt x="2907" y="0"/>
                    </a:moveTo>
                    <a:cubicBezTo>
                      <a:pt x="1306" y="0"/>
                      <a:pt x="0" y="1306"/>
                      <a:pt x="0" y="2911"/>
                    </a:cubicBezTo>
                    <a:cubicBezTo>
                      <a:pt x="0" y="4512"/>
                      <a:pt x="1306" y="5761"/>
                      <a:pt x="2907" y="5761"/>
                    </a:cubicBezTo>
                    <a:cubicBezTo>
                      <a:pt x="4512" y="5761"/>
                      <a:pt x="5818" y="4512"/>
                      <a:pt x="5818" y="2911"/>
                    </a:cubicBezTo>
                    <a:cubicBezTo>
                      <a:pt x="5818" y="1306"/>
                      <a:pt x="4512" y="0"/>
                      <a:pt x="29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6" name="Google Shape;406;p33"/>
            <p:cNvGrpSpPr/>
            <p:nvPr/>
          </p:nvGrpSpPr>
          <p:grpSpPr>
            <a:xfrm>
              <a:off x="780558" y="1849732"/>
              <a:ext cx="557426" cy="556171"/>
              <a:chOff x="5629100" y="1161825"/>
              <a:chExt cx="644125" cy="642675"/>
            </a:xfrm>
          </p:grpSpPr>
          <p:sp>
            <p:nvSpPr>
              <p:cNvPr id="407" name="Google Shape;407;p33"/>
              <p:cNvSpPr/>
              <p:nvPr/>
            </p:nvSpPr>
            <p:spPr>
              <a:xfrm>
                <a:off x="5629100" y="1161825"/>
                <a:ext cx="644125" cy="642675"/>
              </a:xfrm>
              <a:custGeom>
                <a:avLst/>
                <a:gdLst/>
                <a:ahLst/>
                <a:cxnLst/>
                <a:rect l="l" t="t" r="r" b="b"/>
                <a:pathLst>
                  <a:path w="25765" h="25707" extrusionOk="0">
                    <a:moveTo>
                      <a:pt x="12880" y="1"/>
                    </a:moveTo>
                    <a:cubicBezTo>
                      <a:pt x="5756" y="1"/>
                      <a:pt x="1" y="5761"/>
                      <a:pt x="1" y="12885"/>
                    </a:cubicBezTo>
                    <a:cubicBezTo>
                      <a:pt x="1" y="19946"/>
                      <a:pt x="5756" y="25707"/>
                      <a:pt x="12880" y="25707"/>
                    </a:cubicBezTo>
                    <a:cubicBezTo>
                      <a:pt x="20003" y="25707"/>
                      <a:pt x="25764" y="19946"/>
                      <a:pt x="25764" y="12885"/>
                    </a:cubicBezTo>
                    <a:cubicBezTo>
                      <a:pt x="25764" y="5761"/>
                      <a:pt x="20003" y="1"/>
                      <a:pt x="128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5666150" y="1201950"/>
                <a:ext cx="569900" cy="568375"/>
              </a:xfrm>
              <a:custGeom>
                <a:avLst/>
                <a:gdLst/>
                <a:ahLst/>
                <a:cxnLst/>
                <a:rect l="l" t="t" r="r" b="b"/>
                <a:pathLst>
                  <a:path w="22796" h="22735" extrusionOk="0">
                    <a:moveTo>
                      <a:pt x="11398" y="1"/>
                    </a:moveTo>
                    <a:cubicBezTo>
                      <a:pt x="5106" y="1"/>
                      <a:pt x="0" y="5106"/>
                      <a:pt x="0" y="11398"/>
                    </a:cubicBezTo>
                    <a:cubicBezTo>
                      <a:pt x="0" y="17691"/>
                      <a:pt x="5106" y="22734"/>
                      <a:pt x="11398" y="22734"/>
                    </a:cubicBezTo>
                    <a:cubicBezTo>
                      <a:pt x="17690" y="22734"/>
                      <a:pt x="22796" y="17691"/>
                      <a:pt x="22796" y="11398"/>
                    </a:cubicBezTo>
                    <a:cubicBezTo>
                      <a:pt x="22796" y="5106"/>
                      <a:pt x="17690" y="1"/>
                      <a:pt x="113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5928875" y="1246475"/>
                <a:ext cx="4455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1839" extrusionOk="0">
                    <a:moveTo>
                      <a:pt x="889" y="1"/>
                    </a:moveTo>
                    <a:cubicBezTo>
                      <a:pt x="357" y="1"/>
                      <a:pt x="1" y="414"/>
                      <a:pt x="1" y="950"/>
                    </a:cubicBezTo>
                    <a:cubicBezTo>
                      <a:pt x="1" y="1425"/>
                      <a:pt x="357" y="1838"/>
                      <a:pt x="889" y="1838"/>
                    </a:cubicBezTo>
                    <a:cubicBezTo>
                      <a:pt x="1364" y="1838"/>
                      <a:pt x="1782" y="1425"/>
                      <a:pt x="1782" y="950"/>
                    </a:cubicBezTo>
                    <a:cubicBezTo>
                      <a:pt x="1782" y="414"/>
                      <a:pt x="1364" y="1"/>
                      <a:pt x="8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5928875" y="1679825"/>
                <a:ext cx="4455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1839" extrusionOk="0">
                    <a:moveTo>
                      <a:pt x="889" y="1"/>
                    </a:moveTo>
                    <a:cubicBezTo>
                      <a:pt x="357" y="1"/>
                      <a:pt x="1" y="414"/>
                      <a:pt x="1" y="950"/>
                    </a:cubicBezTo>
                    <a:cubicBezTo>
                      <a:pt x="1" y="1425"/>
                      <a:pt x="357" y="1838"/>
                      <a:pt x="889" y="1838"/>
                    </a:cubicBezTo>
                    <a:cubicBezTo>
                      <a:pt x="1364" y="1838"/>
                      <a:pt x="1782" y="1425"/>
                      <a:pt x="1782" y="950"/>
                    </a:cubicBezTo>
                    <a:cubicBezTo>
                      <a:pt x="1782" y="414"/>
                      <a:pt x="1364" y="1"/>
                      <a:pt x="8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5710675" y="1463150"/>
                <a:ext cx="460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839" extrusionOk="0">
                    <a:moveTo>
                      <a:pt x="950" y="1"/>
                    </a:moveTo>
                    <a:cubicBezTo>
                      <a:pt x="418" y="1"/>
                      <a:pt x="0" y="414"/>
                      <a:pt x="0" y="950"/>
                    </a:cubicBezTo>
                    <a:cubicBezTo>
                      <a:pt x="0" y="1425"/>
                      <a:pt x="418" y="1838"/>
                      <a:pt x="950" y="1838"/>
                    </a:cubicBezTo>
                    <a:cubicBezTo>
                      <a:pt x="1425" y="1838"/>
                      <a:pt x="1843" y="1425"/>
                      <a:pt x="1843" y="950"/>
                    </a:cubicBezTo>
                    <a:cubicBezTo>
                      <a:pt x="1843" y="414"/>
                      <a:pt x="1425" y="1"/>
                      <a:pt x="9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6145550" y="1463150"/>
                <a:ext cx="4455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1839" extrusionOk="0">
                    <a:moveTo>
                      <a:pt x="889" y="1"/>
                    </a:moveTo>
                    <a:cubicBezTo>
                      <a:pt x="357" y="1"/>
                      <a:pt x="1" y="414"/>
                      <a:pt x="1" y="950"/>
                    </a:cubicBezTo>
                    <a:cubicBezTo>
                      <a:pt x="1" y="1425"/>
                      <a:pt x="357" y="1838"/>
                      <a:pt x="889" y="1838"/>
                    </a:cubicBezTo>
                    <a:cubicBezTo>
                      <a:pt x="1426" y="1838"/>
                      <a:pt x="1782" y="1425"/>
                      <a:pt x="1782" y="950"/>
                    </a:cubicBezTo>
                    <a:cubicBezTo>
                      <a:pt x="1782" y="414"/>
                      <a:pt x="1426" y="1"/>
                      <a:pt x="8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5737375" y="1355075"/>
                <a:ext cx="52025" cy="4577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831" extrusionOk="0">
                    <a:moveTo>
                      <a:pt x="1071" y="1"/>
                    </a:moveTo>
                    <a:cubicBezTo>
                      <a:pt x="741" y="1"/>
                      <a:pt x="403" y="175"/>
                      <a:pt x="238" y="463"/>
                    </a:cubicBezTo>
                    <a:cubicBezTo>
                      <a:pt x="1" y="881"/>
                      <a:pt x="119" y="1474"/>
                      <a:pt x="594" y="1712"/>
                    </a:cubicBezTo>
                    <a:cubicBezTo>
                      <a:pt x="734" y="1791"/>
                      <a:pt x="886" y="1830"/>
                      <a:pt x="1037" y="1830"/>
                    </a:cubicBezTo>
                    <a:cubicBezTo>
                      <a:pt x="1341" y="1830"/>
                      <a:pt x="1644" y="1672"/>
                      <a:pt x="1843" y="1355"/>
                    </a:cubicBezTo>
                    <a:cubicBezTo>
                      <a:pt x="2081" y="938"/>
                      <a:pt x="1900" y="406"/>
                      <a:pt x="1487" y="106"/>
                    </a:cubicBezTo>
                    <a:cubicBezTo>
                      <a:pt x="1360" y="34"/>
                      <a:pt x="1216" y="1"/>
                      <a:pt x="10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6112900" y="1571425"/>
                <a:ext cx="51925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2077" h="1844" extrusionOk="0">
                    <a:moveTo>
                      <a:pt x="1029" y="1"/>
                    </a:moveTo>
                    <a:cubicBezTo>
                      <a:pt x="713" y="1"/>
                      <a:pt x="397" y="159"/>
                      <a:pt x="238" y="476"/>
                    </a:cubicBezTo>
                    <a:cubicBezTo>
                      <a:pt x="1" y="893"/>
                      <a:pt x="120" y="1487"/>
                      <a:pt x="594" y="1725"/>
                    </a:cubicBezTo>
                    <a:cubicBezTo>
                      <a:pt x="732" y="1804"/>
                      <a:pt x="890" y="1843"/>
                      <a:pt x="1048" y="1843"/>
                    </a:cubicBezTo>
                    <a:cubicBezTo>
                      <a:pt x="1364" y="1843"/>
                      <a:pt x="1680" y="1685"/>
                      <a:pt x="1839" y="1368"/>
                    </a:cubicBezTo>
                    <a:cubicBezTo>
                      <a:pt x="2076" y="950"/>
                      <a:pt x="1957" y="357"/>
                      <a:pt x="1483" y="119"/>
                    </a:cubicBezTo>
                    <a:cubicBezTo>
                      <a:pt x="1345" y="40"/>
                      <a:pt x="1187" y="1"/>
                      <a:pt x="10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5816100" y="1651525"/>
                <a:ext cx="53450" cy="45825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1833" extrusionOk="0">
                    <a:moveTo>
                      <a:pt x="1048" y="0"/>
                    </a:moveTo>
                    <a:cubicBezTo>
                      <a:pt x="736" y="0"/>
                      <a:pt x="451" y="145"/>
                      <a:pt x="295" y="420"/>
                    </a:cubicBezTo>
                    <a:cubicBezTo>
                      <a:pt x="0" y="895"/>
                      <a:pt x="176" y="1427"/>
                      <a:pt x="594" y="1726"/>
                    </a:cubicBezTo>
                    <a:cubicBezTo>
                      <a:pt x="739" y="1798"/>
                      <a:pt x="889" y="1832"/>
                      <a:pt x="1034" y="1832"/>
                    </a:cubicBezTo>
                    <a:cubicBezTo>
                      <a:pt x="1366" y="1832"/>
                      <a:pt x="1673" y="1657"/>
                      <a:pt x="1838" y="1370"/>
                    </a:cubicBezTo>
                    <a:cubicBezTo>
                      <a:pt x="2137" y="895"/>
                      <a:pt x="1957" y="358"/>
                      <a:pt x="1544" y="121"/>
                    </a:cubicBezTo>
                    <a:cubicBezTo>
                      <a:pt x="1381" y="40"/>
                      <a:pt x="1211" y="0"/>
                      <a:pt x="10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6032775" y="1275425"/>
                <a:ext cx="5190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1839" extrusionOk="0">
                    <a:moveTo>
                      <a:pt x="1029" y="0"/>
                    </a:moveTo>
                    <a:cubicBezTo>
                      <a:pt x="730" y="0"/>
                      <a:pt x="431" y="171"/>
                      <a:pt x="238" y="443"/>
                    </a:cubicBezTo>
                    <a:cubicBezTo>
                      <a:pt x="0" y="918"/>
                      <a:pt x="176" y="1455"/>
                      <a:pt x="594" y="1692"/>
                    </a:cubicBezTo>
                    <a:cubicBezTo>
                      <a:pt x="735" y="1793"/>
                      <a:pt x="897" y="1838"/>
                      <a:pt x="1059" y="1838"/>
                    </a:cubicBezTo>
                    <a:cubicBezTo>
                      <a:pt x="1371" y="1838"/>
                      <a:pt x="1682" y="1668"/>
                      <a:pt x="1838" y="1393"/>
                    </a:cubicBezTo>
                    <a:cubicBezTo>
                      <a:pt x="2076" y="918"/>
                      <a:pt x="1957" y="386"/>
                      <a:pt x="1482" y="149"/>
                    </a:cubicBezTo>
                    <a:cubicBezTo>
                      <a:pt x="1341" y="46"/>
                      <a:pt x="1185" y="0"/>
                      <a:pt x="10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6114325" y="1357725"/>
                <a:ext cx="52025" cy="4577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831" extrusionOk="0">
                    <a:moveTo>
                      <a:pt x="1051" y="0"/>
                    </a:moveTo>
                    <a:cubicBezTo>
                      <a:pt x="893" y="0"/>
                      <a:pt x="734" y="40"/>
                      <a:pt x="594" y="119"/>
                    </a:cubicBezTo>
                    <a:cubicBezTo>
                      <a:pt x="120" y="357"/>
                      <a:pt x="1" y="893"/>
                      <a:pt x="238" y="1368"/>
                    </a:cubicBezTo>
                    <a:cubicBezTo>
                      <a:pt x="403" y="1655"/>
                      <a:pt x="713" y="1830"/>
                      <a:pt x="1046" y="1830"/>
                    </a:cubicBezTo>
                    <a:cubicBezTo>
                      <a:pt x="1192" y="1830"/>
                      <a:pt x="1343" y="1797"/>
                      <a:pt x="1487" y="1724"/>
                    </a:cubicBezTo>
                    <a:cubicBezTo>
                      <a:pt x="1900" y="1487"/>
                      <a:pt x="2081" y="893"/>
                      <a:pt x="1843" y="475"/>
                    </a:cubicBezTo>
                    <a:cubicBezTo>
                      <a:pt x="1685" y="159"/>
                      <a:pt x="1369" y="0"/>
                      <a:pt x="10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5735950" y="1569250"/>
                <a:ext cx="51925" cy="45925"/>
              </a:xfrm>
              <a:custGeom>
                <a:avLst/>
                <a:gdLst/>
                <a:ahLst/>
                <a:cxnLst/>
                <a:rect l="l" t="t" r="r" b="b"/>
                <a:pathLst>
                  <a:path w="2077" h="1837" extrusionOk="0">
                    <a:moveTo>
                      <a:pt x="1060" y="1"/>
                    </a:moveTo>
                    <a:cubicBezTo>
                      <a:pt x="898" y="1"/>
                      <a:pt x="736" y="47"/>
                      <a:pt x="594" y="149"/>
                    </a:cubicBezTo>
                    <a:cubicBezTo>
                      <a:pt x="176" y="387"/>
                      <a:pt x="1" y="919"/>
                      <a:pt x="238" y="1337"/>
                    </a:cubicBezTo>
                    <a:cubicBezTo>
                      <a:pt x="397" y="1653"/>
                      <a:pt x="713" y="1837"/>
                      <a:pt x="1029" y="1837"/>
                    </a:cubicBezTo>
                    <a:cubicBezTo>
                      <a:pt x="1187" y="1837"/>
                      <a:pt x="1345" y="1791"/>
                      <a:pt x="1482" y="1693"/>
                    </a:cubicBezTo>
                    <a:cubicBezTo>
                      <a:pt x="1900" y="1455"/>
                      <a:pt x="2076" y="919"/>
                      <a:pt x="1839" y="444"/>
                    </a:cubicBezTo>
                    <a:cubicBezTo>
                      <a:pt x="1682" y="172"/>
                      <a:pt x="1372" y="1"/>
                      <a:pt x="10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6031225" y="1652425"/>
                <a:ext cx="52025" cy="459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837" extrusionOk="0">
                    <a:moveTo>
                      <a:pt x="1051" y="1"/>
                    </a:moveTo>
                    <a:cubicBezTo>
                      <a:pt x="892" y="1"/>
                      <a:pt x="733" y="47"/>
                      <a:pt x="594" y="147"/>
                    </a:cubicBezTo>
                    <a:cubicBezTo>
                      <a:pt x="119" y="384"/>
                      <a:pt x="1" y="916"/>
                      <a:pt x="238" y="1391"/>
                    </a:cubicBezTo>
                    <a:cubicBezTo>
                      <a:pt x="394" y="1666"/>
                      <a:pt x="681" y="1836"/>
                      <a:pt x="993" y="1836"/>
                    </a:cubicBezTo>
                    <a:cubicBezTo>
                      <a:pt x="1156" y="1836"/>
                      <a:pt x="1325" y="1791"/>
                      <a:pt x="1487" y="1690"/>
                    </a:cubicBezTo>
                    <a:cubicBezTo>
                      <a:pt x="1900" y="1453"/>
                      <a:pt x="2081" y="916"/>
                      <a:pt x="1843" y="503"/>
                    </a:cubicBezTo>
                    <a:cubicBezTo>
                      <a:pt x="1685" y="186"/>
                      <a:pt x="1368" y="1"/>
                      <a:pt x="1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5819075" y="1274625"/>
                <a:ext cx="51900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1830" extrusionOk="0">
                    <a:moveTo>
                      <a:pt x="1047" y="0"/>
                    </a:moveTo>
                    <a:cubicBezTo>
                      <a:pt x="889" y="0"/>
                      <a:pt x="731" y="40"/>
                      <a:pt x="594" y="119"/>
                    </a:cubicBezTo>
                    <a:cubicBezTo>
                      <a:pt x="176" y="356"/>
                      <a:pt x="0" y="893"/>
                      <a:pt x="238" y="1368"/>
                    </a:cubicBezTo>
                    <a:cubicBezTo>
                      <a:pt x="403" y="1655"/>
                      <a:pt x="740" y="1830"/>
                      <a:pt x="1069" y="1830"/>
                    </a:cubicBezTo>
                    <a:cubicBezTo>
                      <a:pt x="1213" y="1830"/>
                      <a:pt x="1356" y="1796"/>
                      <a:pt x="1482" y="1724"/>
                    </a:cubicBezTo>
                    <a:cubicBezTo>
                      <a:pt x="1957" y="1425"/>
                      <a:pt x="2075" y="893"/>
                      <a:pt x="1838" y="475"/>
                    </a:cubicBezTo>
                    <a:cubicBezTo>
                      <a:pt x="1680" y="158"/>
                      <a:pt x="1363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5822025" y="1378500"/>
                <a:ext cx="270125" cy="136550"/>
              </a:xfrm>
              <a:custGeom>
                <a:avLst/>
                <a:gdLst/>
                <a:ahLst/>
                <a:cxnLst/>
                <a:rect l="l" t="t" r="r" b="b"/>
                <a:pathLst>
                  <a:path w="10805" h="5462" extrusionOk="0">
                    <a:moveTo>
                      <a:pt x="1" y="1"/>
                    </a:moveTo>
                    <a:lnTo>
                      <a:pt x="1069" y="2674"/>
                    </a:lnTo>
                    <a:lnTo>
                      <a:pt x="1663" y="1962"/>
                    </a:lnTo>
                    <a:lnTo>
                      <a:pt x="4037" y="3980"/>
                    </a:lnTo>
                    <a:cubicBezTo>
                      <a:pt x="3976" y="4099"/>
                      <a:pt x="3976" y="4218"/>
                      <a:pt x="3976" y="4336"/>
                    </a:cubicBezTo>
                    <a:cubicBezTo>
                      <a:pt x="3976" y="4987"/>
                      <a:pt x="4512" y="5462"/>
                      <a:pt x="5163" y="5462"/>
                    </a:cubicBezTo>
                    <a:cubicBezTo>
                      <a:pt x="5818" y="5462"/>
                      <a:pt x="6350" y="4987"/>
                      <a:pt x="6350" y="4336"/>
                    </a:cubicBezTo>
                    <a:cubicBezTo>
                      <a:pt x="6350" y="4156"/>
                      <a:pt x="6293" y="3980"/>
                      <a:pt x="6231" y="3861"/>
                    </a:cubicBezTo>
                    <a:lnTo>
                      <a:pt x="9200" y="2019"/>
                    </a:lnTo>
                    <a:lnTo>
                      <a:pt x="9499" y="2612"/>
                    </a:lnTo>
                    <a:lnTo>
                      <a:pt x="10805" y="594"/>
                    </a:lnTo>
                    <a:lnTo>
                      <a:pt x="8250" y="357"/>
                    </a:lnTo>
                    <a:lnTo>
                      <a:pt x="8250" y="357"/>
                    </a:lnTo>
                    <a:lnTo>
                      <a:pt x="8668" y="1131"/>
                    </a:lnTo>
                    <a:lnTo>
                      <a:pt x="5462" y="3149"/>
                    </a:lnTo>
                    <a:lnTo>
                      <a:pt x="5163" y="3149"/>
                    </a:lnTo>
                    <a:cubicBezTo>
                      <a:pt x="4987" y="3149"/>
                      <a:pt x="4807" y="3149"/>
                      <a:pt x="4631" y="3268"/>
                    </a:cubicBezTo>
                    <a:lnTo>
                      <a:pt x="2375" y="1250"/>
                    </a:lnTo>
                    <a:lnTo>
                      <a:pt x="2850" y="7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cxnSp>
        <p:nvCxnSpPr>
          <p:cNvPr id="422" name="Google Shape;422;p33"/>
          <p:cNvCxnSpPr/>
          <p:nvPr/>
        </p:nvCxnSpPr>
        <p:spPr>
          <a:xfrm rot="10800000">
            <a:off x="1545250" y="4895850"/>
            <a:ext cx="760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4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4"/>
          <p:cNvSpPr/>
          <p:nvPr/>
        </p:nvSpPr>
        <p:spPr>
          <a:xfrm>
            <a:off x="7410455" y="3284672"/>
            <a:ext cx="1507500" cy="16434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26" name="Google Shape;426;p34"/>
          <p:cNvCxnSpPr/>
          <p:nvPr/>
        </p:nvCxnSpPr>
        <p:spPr>
          <a:xfrm rot="10800000">
            <a:off x="-125" y="4895850"/>
            <a:ext cx="7420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27" name="Google Shape;427;p34"/>
          <p:cNvGrpSpPr/>
          <p:nvPr/>
        </p:nvGrpSpPr>
        <p:grpSpPr>
          <a:xfrm flipH="1">
            <a:off x="7312553" y="3519162"/>
            <a:ext cx="1703272" cy="1683409"/>
            <a:chOff x="3598263" y="2150475"/>
            <a:chExt cx="1947487" cy="1924776"/>
          </a:xfrm>
        </p:grpSpPr>
        <p:sp>
          <p:nvSpPr>
            <p:cNvPr id="428" name="Google Shape;428;p34"/>
            <p:cNvSpPr/>
            <p:nvPr/>
          </p:nvSpPr>
          <p:spPr>
            <a:xfrm>
              <a:off x="4724458" y="2201694"/>
              <a:ext cx="298188" cy="506150"/>
            </a:xfrm>
            <a:custGeom>
              <a:avLst/>
              <a:gdLst/>
              <a:ahLst/>
              <a:cxnLst/>
              <a:rect l="l" t="t" r="r" b="b"/>
              <a:pathLst>
                <a:path w="14915" h="25317" extrusionOk="0">
                  <a:moveTo>
                    <a:pt x="5838" y="0"/>
                  </a:moveTo>
                  <a:cubicBezTo>
                    <a:pt x="3997" y="0"/>
                    <a:pt x="1658" y="221"/>
                    <a:pt x="1425" y="1074"/>
                  </a:cubicBezTo>
                  <a:cubicBezTo>
                    <a:pt x="1" y="6711"/>
                    <a:pt x="7955" y="23988"/>
                    <a:pt x="7955" y="23988"/>
                  </a:cubicBezTo>
                  <a:cubicBezTo>
                    <a:pt x="8789" y="24912"/>
                    <a:pt x="9561" y="25316"/>
                    <a:pt x="10263" y="25316"/>
                  </a:cubicBezTo>
                  <a:cubicBezTo>
                    <a:pt x="13210" y="25316"/>
                    <a:pt x="14915" y="18187"/>
                    <a:pt x="14723" y="12529"/>
                  </a:cubicBezTo>
                  <a:cubicBezTo>
                    <a:pt x="14485" y="5524"/>
                    <a:pt x="12885" y="1131"/>
                    <a:pt x="7955" y="125"/>
                  </a:cubicBezTo>
                  <a:cubicBezTo>
                    <a:pt x="7648" y="62"/>
                    <a:pt x="6813" y="0"/>
                    <a:pt x="5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4992672" y="2583942"/>
              <a:ext cx="15494" cy="55759"/>
            </a:xfrm>
            <a:custGeom>
              <a:avLst/>
              <a:gdLst/>
              <a:ahLst/>
              <a:cxnLst/>
              <a:rect l="l" t="t" r="r" b="b"/>
              <a:pathLst>
                <a:path w="775" h="2789" extrusionOk="0">
                  <a:moveTo>
                    <a:pt x="775" y="1"/>
                  </a:moveTo>
                  <a:cubicBezTo>
                    <a:pt x="713" y="176"/>
                    <a:pt x="713" y="295"/>
                    <a:pt x="656" y="476"/>
                  </a:cubicBezTo>
                  <a:cubicBezTo>
                    <a:pt x="634" y="577"/>
                    <a:pt x="611" y="678"/>
                    <a:pt x="587" y="778"/>
                  </a:cubicBezTo>
                  <a:lnTo>
                    <a:pt x="587" y="778"/>
                  </a:lnTo>
                  <a:cubicBezTo>
                    <a:pt x="651" y="523"/>
                    <a:pt x="713" y="264"/>
                    <a:pt x="775" y="1"/>
                  </a:cubicBezTo>
                  <a:close/>
                  <a:moveTo>
                    <a:pt x="587" y="778"/>
                  </a:moveTo>
                  <a:lnTo>
                    <a:pt x="587" y="778"/>
                  </a:lnTo>
                  <a:cubicBezTo>
                    <a:pt x="527" y="1020"/>
                    <a:pt x="466" y="1257"/>
                    <a:pt x="403" y="1489"/>
                  </a:cubicBezTo>
                  <a:lnTo>
                    <a:pt x="403" y="1489"/>
                  </a:lnTo>
                  <a:cubicBezTo>
                    <a:pt x="468" y="1257"/>
                    <a:pt x="530" y="1020"/>
                    <a:pt x="587" y="778"/>
                  </a:cubicBezTo>
                  <a:close/>
                  <a:moveTo>
                    <a:pt x="403" y="1489"/>
                  </a:moveTo>
                  <a:lnTo>
                    <a:pt x="403" y="1489"/>
                  </a:lnTo>
                  <a:cubicBezTo>
                    <a:pt x="276" y="1942"/>
                    <a:pt x="139" y="2375"/>
                    <a:pt x="1" y="2788"/>
                  </a:cubicBezTo>
                  <a:cubicBezTo>
                    <a:pt x="147" y="2381"/>
                    <a:pt x="279" y="1946"/>
                    <a:pt x="403" y="1489"/>
                  </a:cubicBezTo>
                  <a:close/>
                </a:path>
              </a:pathLst>
            </a:custGeom>
            <a:solidFill>
              <a:srgbClr val="D5CD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34"/>
            <p:cNvSpPr/>
            <p:nvPr/>
          </p:nvSpPr>
          <p:spPr>
            <a:xfrm>
              <a:off x="4909605" y="2430803"/>
              <a:ext cx="106820" cy="275357"/>
            </a:xfrm>
            <a:custGeom>
              <a:avLst/>
              <a:gdLst/>
              <a:ahLst/>
              <a:cxnLst/>
              <a:rect l="l" t="t" r="r" b="b"/>
              <a:pathLst>
                <a:path w="5343" h="13773" extrusionOk="0">
                  <a:moveTo>
                    <a:pt x="0" y="0"/>
                  </a:moveTo>
                  <a:lnTo>
                    <a:pt x="0" y="0"/>
                  </a:lnTo>
                  <a:cubicBezTo>
                    <a:pt x="300" y="1249"/>
                    <a:pt x="537" y="2555"/>
                    <a:pt x="713" y="3861"/>
                  </a:cubicBezTo>
                  <a:lnTo>
                    <a:pt x="831" y="3800"/>
                  </a:lnTo>
                  <a:lnTo>
                    <a:pt x="831" y="3800"/>
                  </a:lnTo>
                  <a:cubicBezTo>
                    <a:pt x="1249" y="7836"/>
                    <a:pt x="831" y="11398"/>
                    <a:pt x="300" y="13654"/>
                  </a:cubicBezTo>
                  <a:cubicBezTo>
                    <a:pt x="537" y="13773"/>
                    <a:pt x="831" y="13773"/>
                    <a:pt x="1069" y="13773"/>
                  </a:cubicBezTo>
                  <a:cubicBezTo>
                    <a:pt x="2318" y="13773"/>
                    <a:pt x="3386" y="12467"/>
                    <a:pt x="4156" y="10448"/>
                  </a:cubicBezTo>
                  <a:cubicBezTo>
                    <a:pt x="4455" y="9617"/>
                    <a:pt x="4692" y="8667"/>
                    <a:pt x="4930" y="7661"/>
                  </a:cubicBezTo>
                  <a:cubicBezTo>
                    <a:pt x="5343" y="5224"/>
                    <a:pt x="4336" y="2731"/>
                    <a:pt x="2318" y="1249"/>
                  </a:cubicBezTo>
                  <a:cubicBezTo>
                    <a:pt x="1606" y="713"/>
                    <a:pt x="831" y="30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34"/>
            <p:cNvSpPr/>
            <p:nvPr/>
          </p:nvSpPr>
          <p:spPr>
            <a:xfrm>
              <a:off x="4167598" y="2201694"/>
              <a:ext cx="298168" cy="506150"/>
            </a:xfrm>
            <a:custGeom>
              <a:avLst/>
              <a:gdLst/>
              <a:ahLst/>
              <a:cxnLst/>
              <a:rect l="l" t="t" r="r" b="b"/>
              <a:pathLst>
                <a:path w="14914" h="25317" extrusionOk="0">
                  <a:moveTo>
                    <a:pt x="9094" y="0"/>
                  </a:moveTo>
                  <a:cubicBezTo>
                    <a:pt x="8111" y="0"/>
                    <a:pt x="7268" y="62"/>
                    <a:pt x="6959" y="125"/>
                  </a:cubicBezTo>
                  <a:cubicBezTo>
                    <a:pt x="2034" y="1131"/>
                    <a:pt x="429" y="5524"/>
                    <a:pt x="192" y="12529"/>
                  </a:cubicBezTo>
                  <a:cubicBezTo>
                    <a:pt x="0" y="18187"/>
                    <a:pt x="1707" y="25316"/>
                    <a:pt x="4654" y="25316"/>
                  </a:cubicBezTo>
                  <a:cubicBezTo>
                    <a:pt x="5355" y="25316"/>
                    <a:pt x="6126" y="24912"/>
                    <a:pt x="6959" y="23988"/>
                  </a:cubicBezTo>
                  <a:cubicBezTo>
                    <a:pt x="6959" y="23988"/>
                    <a:pt x="14914" y="6711"/>
                    <a:pt x="13489" y="1074"/>
                  </a:cubicBezTo>
                  <a:cubicBezTo>
                    <a:pt x="13297" y="221"/>
                    <a:pt x="10947" y="0"/>
                    <a:pt x="90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34"/>
            <p:cNvSpPr/>
            <p:nvPr/>
          </p:nvSpPr>
          <p:spPr>
            <a:xfrm>
              <a:off x="4202284" y="2650396"/>
              <a:ext cx="24991" cy="41524"/>
            </a:xfrm>
            <a:custGeom>
              <a:avLst/>
              <a:gdLst/>
              <a:ahLst/>
              <a:cxnLst/>
              <a:rect l="l" t="t" r="r" b="b"/>
              <a:pathLst>
                <a:path w="1250" h="2077" extrusionOk="0">
                  <a:moveTo>
                    <a:pt x="1249" y="2076"/>
                  </a:moveTo>
                  <a:lnTo>
                    <a:pt x="1249" y="2076"/>
                  </a:lnTo>
                  <a:lnTo>
                    <a:pt x="1249" y="2076"/>
                  </a:lnTo>
                  <a:close/>
                  <a:moveTo>
                    <a:pt x="1249" y="2019"/>
                  </a:moveTo>
                  <a:lnTo>
                    <a:pt x="1249" y="2019"/>
                  </a:lnTo>
                  <a:lnTo>
                    <a:pt x="1249" y="2019"/>
                  </a:lnTo>
                  <a:close/>
                  <a:moveTo>
                    <a:pt x="1249" y="2019"/>
                  </a:moveTo>
                  <a:lnTo>
                    <a:pt x="1249" y="2019"/>
                  </a:lnTo>
                  <a:lnTo>
                    <a:pt x="1249" y="2019"/>
                  </a:lnTo>
                  <a:close/>
                  <a:moveTo>
                    <a:pt x="1249" y="2019"/>
                  </a:moveTo>
                  <a:lnTo>
                    <a:pt x="1249" y="2019"/>
                  </a:lnTo>
                  <a:lnTo>
                    <a:pt x="1249" y="2019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839"/>
                  </a:moveTo>
                  <a:lnTo>
                    <a:pt x="1131" y="1839"/>
                  </a:lnTo>
                  <a:lnTo>
                    <a:pt x="1131" y="1839"/>
                  </a:lnTo>
                  <a:close/>
                  <a:moveTo>
                    <a:pt x="1069" y="1839"/>
                  </a:moveTo>
                  <a:lnTo>
                    <a:pt x="1131" y="1839"/>
                  </a:lnTo>
                  <a:lnTo>
                    <a:pt x="1069" y="1839"/>
                  </a:lnTo>
                  <a:close/>
                  <a:moveTo>
                    <a:pt x="1069" y="1839"/>
                  </a:moveTo>
                  <a:lnTo>
                    <a:pt x="1069" y="1839"/>
                  </a:lnTo>
                  <a:lnTo>
                    <a:pt x="1069" y="1839"/>
                  </a:lnTo>
                  <a:close/>
                  <a:moveTo>
                    <a:pt x="1069" y="1839"/>
                  </a:moveTo>
                  <a:lnTo>
                    <a:pt x="1069" y="1839"/>
                  </a:lnTo>
                  <a:lnTo>
                    <a:pt x="1069" y="1839"/>
                  </a:lnTo>
                  <a:close/>
                  <a:moveTo>
                    <a:pt x="1069" y="1839"/>
                  </a:moveTo>
                  <a:lnTo>
                    <a:pt x="1069" y="1839"/>
                  </a:lnTo>
                  <a:lnTo>
                    <a:pt x="1069" y="1839"/>
                  </a:lnTo>
                  <a:close/>
                  <a:moveTo>
                    <a:pt x="1069" y="1782"/>
                  </a:moveTo>
                  <a:lnTo>
                    <a:pt x="1069" y="1839"/>
                  </a:lnTo>
                  <a:lnTo>
                    <a:pt x="1069" y="1782"/>
                  </a:lnTo>
                  <a:close/>
                  <a:moveTo>
                    <a:pt x="1069" y="1782"/>
                  </a:moveTo>
                  <a:lnTo>
                    <a:pt x="1069" y="1782"/>
                  </a:lnTo>
                  <a:lnTo>
                    <a:pt x="1069" y="1782"/>
                  </a:lnTo>
                  <a:close/>
                  <a:moveTo>
                    <a:pt x="1069" y="1782"/>
                  </a:moveTo>
                  <a:lnTo>
                    <a:pt x="1069" y="1782"/>
                  </a:lnTo>
                  <a:lnTo>
                    <a:pt x="1069" y="1782"/>
                  </a:lnTo>
                  <a:close/>
                  <a:moveTo>
                    <a:pt x="1069" y="1782"/>
                  </a:moveTo>
                  <a:lnTo>
                    <a:pt x="1069" y="1782"/>
                  </a:lnTo>
                  <a:lnTo>
                    <a:pt x="1069" y="1782"/>
                  </a:lnTo>
                  <a:close/>
                  <a:moveTo>
                    <a:pt x="1012" y="1782"/>
                  </a:moveTo>
                  <a:lnTo>
                    <a:pt x="1012" y="1782"/>
                  </a:lnTo>
                  <a:lnTo>
                    <a:pt x="1012" y="1782"/>
                  </a:lnTo>
                  <a:close/>
                  <a:moveTo>
                    <a:pt x="1012" y="1720"/>
                  </a:moveTo>
                  <a:lnTo>
                    <a:pt x="1012" y="1782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950" y="1663"/>
                  </a:moveTo>
                  <a:cubicBezTo>
                    <a:pt x="950" y="1720"/>
                    <a:pt x="950" y="1720"/>
                    <a:pt x="1012" y="1720"/>
                  </a:cubicBezTo>
                  <a:cubicBezTo>
                    <a:pt x="950" y="1720"/>
                    <a:pt x="950" y="1720"/>
                    <a:pt x="950" y="1663"/>
                  </a:cubicBezTo>
                  <a:close/>
                  <a:moveTo>
                    <a:pt x="950" y="1663"/>
                  </a:moveTo>
                  <a:lnTo>
                    <a:pt x="950" y="1663"/>
                  </a:lnTo>
                  <a:lnTo>
                    <a:pt x="950" y="1663"/>
                  </a:lnTo>
                  <a:close/>
                  <a:moveTo>
                    <a:pt x="950" y="1663"/>
                  </a:moveTo>
                  <a:lnTo>
                    <a:pt x="950" y="1663"/>
                  </a:lnTo>
                  <a:lnTo>
                    <a:pt x="950" y="1663"/>
                  </a:lnTo>
                  <a:close/>
                  <a:moveTo>
                    <a:pt x="950" y="1663"/>
                  </a:moveTo>
                  <a:lnTo>
                    <a:pt x="950" y="1663"/>
                  </a:lnTo>
                  <a:lnTo>
                    <a:pt x="950" y="1663"/>
                  </a:lnTo>
                  <a:close/>
                  <a:moveTo>
                    <a:pt x="893" y="1601"/>
                  </a:moveTo>
                  <a:lnTo>
                    <a:pt x="950" y="1663"/>
                  </a:lnTo>
                  <a:lnTo>
                    <a:pt x="893" y="1601"/>
                  </a:lnTo>
                  <a:close/>
                  <a:moveTo>
                    <a:pt x="893" y="1601"/>
                  </a:moveTo>
                  <a:lnTo>
                    <a:pt x="893" y="1601"/>
                  </a:lnTo>
                  <a:lnTo>
                    <a:pt x="893" y="1601"/>
                  </a:lnTo>
                  <a:close/>
                  <a:moveTo>
                    <a:pt x="893" y="1601"/>
                  </a:moveTo>
                  <a:lnTo>
                    <a:pt x="893" y="1601"/>
                  </a:lnTo>
                  <a:lnTo>
                    <a:pt x="893" y="1601"/>
                  </a:lnTo>
                  <a:close/>
                  <a:moveTo>
                    <a:pt x="893" y="1544"/>
                  </a:moveTo>
                  <a:lnTo>
                    <a:pt x="893" y="1601"/>
                  </a:lnTo>
                  <a:lnTo>
                    <a:pt x="893" y="1544"/>
                  </a:lnTo>
                  <a:close/>
                  <a:moveTo>
                    <a:pt x="893" y="1544"/>
                  </a:moveTo>
                  <a:lnTo>
                    <a:pt x="893" y="1544"/>
                  </a:lnTo>
                  <a:lnTo>
                    <a:pt x="893" y="1544"/>
                  </a:lnTo>
                  <a:close/>
                  <a:moveTo>
                    <a:pt x="238" y="476"/>
                  </a:moveTo>
                  <a:cubicBezTo>
                    <a:pt x="418" y="889"/>
                    <a:pt x="656" y="1245"/>
                    <a:pt x="893" y="1544"/>
                  </a:cubicBezTo>
                  <a:cubicBezTo>
                    <a:pt x="656" y="1245"/>
                    <a:pt x="418" y="889"/>
                    <a:pt x="238" y="476"/>
                  </a:cubicBezTo>
                  <a:close/>
                  <a:moveTo>
                    <a:pt x="238" y="476"/>
                  </a:moveTo>
                  <a:lnTo>
                    <a:pt x="238" y="476"/>
                  </a:lnTo>
                  <a:lnTo>
                    <a:pt x="238" y="476"/>
                  </a:lnTo>
                  <a:close/>
                  <a:moveTo>
                    <a:pt x="238" y="476"/>
                  </a:moveTo>
                  <a:lnTo>
                    <a:pt x="238" y="476"/>
                  </a:lnTo>
                  <a:lnTo>
                    <a:pt x="238" y="476"/>
                  </a:lnTo>
                  <a:close/>
                  <a:moveTo>
                    <a:pt x="181" y="414"/>
                  </a:moveTo>
                  <a:cubicBezTo>
                    <a:pt x="238" y="414"/>
                    <a:pt x="238" y="414"/>
                    <a:pt x="238" y="476"/>
                  </a:cubicBezTo>
                  <a:cubicBezTo>
                    <a:pt x="238" y="414"/>
                    <a:pt x="238" y="414"/>
                    <a:pt x="181" y="414"/>
                  </a:cubicBezTo>
                  <a:close/>
                  <a:moveTo>
                    <a:pt x="181" y="414"/>
                  </a:moveTo>
                  <a:lnTo>
                    <a:pt x="181" y="414"/>
                  </a:lnTo>
                  <a:lnTo>
                    <a:pt x="181" y="414"/>
                  </a:lnTo>
                  <a:close/>
                  <a:moveTo>
                    <a:pt x="181" y="357"/>
                  </a:moveTo>
                  <a:lnTo>
                    <a:pt x="181" y="414"/>
                  </a:lnTo>
                  <a:lnTo>
                    <a:pt x="181" y="357"/>
                  </a:lnTo>
                  <a:close/>
                  <a:moveTo>
                    <a:pt x="181" y="357"/>
                  </a:moveTo>
                  <a:lnTo>
                    <a:pt x="181" y="357"/>
                  </a:lnTo>
                  <a:lnTo>
                    <a:pt x="181" y="357"/>
                  </a:lnTo>
                  <a:close/>
                  <a:moveTo>
                    <a:pt x="181" y="357"/>
                  </a:moveTo>
                  <a:lnTo>
                    <a:pt x="181" y="357"/>
                  </a:lnTo>
                  <a:lnTo>
                    <a:pt x="181" y="357"/>
                  </a:lnTo>
                  <a:close/>
                  <a:moveTo>
                    <a:pt x="181" y="295"/>
                  </a:moveTo>
                  <a:lnTo>
                    <a:pt x="181" y="357"/>
                  </a:lnTo>
                  <a:lnTo>
                    <a:pt x="181" y="295"/>
                  </a:lnTo>
                  <a:close/>
                  <a:moveTo>
                    <a:pt x="181" y="295"/>
                  </a:moveTo>
                  <a:lnTo>
                    <a:pt x="181" y="295"/>
                  </a:lnTo>
                  <a:lnTo>
                    <a:pt x="181" y="295"/>
                  </a:lnTo>
                  <a:close/>
                  <a:moveTo>
                    <a:pt x="181" y="295"/>
                  </a:moveTo>
                  <a:lnTo>
                    <a:pt x="181" y="295"/>
                  </a:lnTo>
                  <a:lnTo>
                    <a:pt x="181" y="295"/>
                  </a:lnTo>
                  <a:close/>
                  <a:moveTo>
                    <a:pt x="119" y="238"/>
                  </a:moveTo>
                  <a:cubicBezTo>
                    <a:pt x="119" y="295"/>
                    <a:pt x="119" y="295"/>
                    <a:pt x="181" y="295"/>
                  </a:cubicBezTo>
                  <a:cubicBezTo>
                    <a:pt x="119" y="295"/>
                    <a:pt x="119" y="295"/>
                    <a:pt x="119" y="238"/>
                  </a:cubicBez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177"/>
                  </a:moveTo>
                  <a:lnTo>
                    <a:pt x="119" y="238"/>
                  </a:lnTo>
                  <a:lnTo>
                    <a:pt x="119" y="177"/>
                  </a:lnTo>
                  <a:close/>
                  <a:moveTo>
                    <a:pt x="119" y="177"/>
                  </a:moveTo>
                  <a:lnTo>
                    <a:pt x="119" y="177"/>
                  </a:lnTo>
                  <a:lnTo>
                    <a:pt x="119" y="177"/>
                  </a:lnTo>
                  <a:close/>
                  <a:moveTo>
                    <a:pt x="119" y="177"/>
                  </a:moveTo>
                  <a:lnTo>
                    <a:pt x="119" y="177"/>
                  </a:lnTo>
                  <a:lnTo>
                    <a:pt x="119" y="177"/>
                  </a:lnTo>
                  <a:close/>
                  <a:moveTo>
                    <a:pt x="62" y="177"/>
                  </a:moveTo>
                  <a:lnTo>
                    <a:pt x="62" y="177"/>
                  </a:lnTo>
                  <a:lnTo>
                    <a:pt x="62" y="177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58"/>
                  </a:moveTo>
                  <a:lnTo>
                    <a:pt x="62" y="58"/>
                  </a:lnTo>
                  <a:lnTo>
                    <a:pt x="62" y="58"/>
                  </a:lnTo>
                  <a:close/>
                  <a:moveTo>
                    <a:pt x="62" y="58"/>
                  </a:moveTo>
                  <a:lnTo>
                    <a:pt x="62" y="58"/>
                  </a:lnTo>
                  <a:lnTo>
                    <a:pt x="62" y="58"/>
                  </a:lnTo>
                  <a:close/>
                  <a:moveTo>
                    <a:pt x="62" y="58"/>
                  </a:moveTo>
                  <a:lnTo>
                    <a:pt x="62" y="58"/>
                  </a:lnTo>
                  <a:lnTo>
                    <a:pt x="62" y="58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5CD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4172656" y="2434402"/>
              <a:ext cx="102082" cy="272998"/>
            </a:xfrm>
            <a:custGeom>
              <a:avLst/>
              <a:gdLst/>
              <a:ahLst/>
              <a:cxnLst/>
              <a:rect l="l" t="t" r="r" b="b"/>
              <a:pathLst>
                <a:path w="5106" h="13655" extrusionOk="0">
                  <a:moveTo>
                    <a:pt x="5106" y="1"/>
                  </a:moveTo>
                  <a:cubicBezTo>
                    <a:pt x="4393" y="295"/>
                    <a:pt x="3738" y="713"/>
                    <a:pt x="3144" y="1126"/>
                  </a:cubicBezTo>
                  <a:cubicBezTo>
                    <a:pt x="950" y="2670"/>
                    <a:pt x="1" y="5401"/>
                    <a:pt x="594" y="8013"/>
                  </a:cubicBezTo>
                  <a:cubicBezTo>
                    <a:pt x="832" y="9024"/>
                    <a:pt x="1126" y="9974"/>
                    <a:pt x="1482" y="10805"/>
                  </a:cubicBezTo>
                  <a:lnTo>
                    <a:pt x="1544" y="10862"/>
                  </a:lnTo>
                  <a:lnTo>
                    <a:pt x="1544" y="10924"/>
                  </a:lnTo>
                  <a:lnTo>
                    <a:pt x="1544" y="10981"/>
                  </a:lnTo>
                  <a:lnTo>
                    <a:pt x="1601" y="10981"/>
                  </a:lnTo>
                  <a:lnTo>
                    <a:pt x="1601" y="11042"/>
                  </a:lnTo>
                  <a:cubicBezTo>
                    <a:pt x="1601" y="11099"/>
                    <a:pt x="1601" y="11099"/>
                    <a:pt x="1663" y="11099"/>
                  </a:cubicBezTo>
                  <a:lnTo>
                    <a:pt x="1663" y="11161"/>
                  </a:lnTo>
                  <a:lnTo>
                    <a:pt x="1663" y="11218"/>
                  </a:lnTo>
                  <a:cubicBezTo>
                    <a:pt x="1720" y="11218"/>
                    <a:pt x="1720" y="11218"/>
                    <a:pt x="1720" y="11280"/>
                  </a:cubicBezTo>
                  <a:cubicBezTo>
                    <a:pt x="1900" y="11693"/>
                    <a:pt x="2138" y="12049"/>
                    <a:pt x="2375" y="12348"/>
                  </a:cubicBezTo>
                  <a:lnTo>
                    <a:pt x="2375" y="12405"/>
                  </a:lnTo>
                  <a:lnTo>
                    <a:pt x="2432" y="12467"/>
                  </a:lnTo>
                  <a:cubicBezTo>
                    <a:pt x="2432" y="12524"/>
                    <a:pt x="2432" y="12524"/>
                    <a:pt x="2494" y="12524"/>
                  </a:cubicBezTo>
                  <a:lnTo>
                    <a:pt x="2494" y="12586"/>
                  </a:lnTo>
                  <a:lnTo>
                    <a:pt x="2551" y="12586"/>
                  </a:lnTo>
                  <a:lnTo>
                    <a:pt x="2551" y="12643"/>
                  </a:lnTo>
                  <a:lnTo>
                    <a:pt x="2613" y="12643"/>
                  </a:lnTo>
                  <a:lnTo>
                    <a:pt x="2613" y="12705"/>
                  </a:lnTo>
                  <a:cubicBezTo>
                    <a:pt x="2670" y="12705"/>
                    <a:pt x="2670" y="12705"/>
                    <a:pt x="2670" y="12762"/>
                  </a:cubicBezTo>
                  <a:cubicBezTo>
                    <a:pt x="2670" y="12823"/>
                    <a:pt x="2731" y="12823"/>
                    <a:pt x="2731" y="12823"/>
                  </a:cubicBezTo>
                  <a:lnTo>
                    <a:pt x="2731" y="12880"/>
                  </a:lnTo>
                  <a:cubicBezTo>
                    <a:pt x="3263" y="13355"/>
                    <a:pt x="3800" y="13654"/>
                    <a:pt x="4393" y="13654"/>
                  </a:cubicBezTo>
                  <a:cubicBezTo>
                    <a:pt x="4569" y="13654"/>
                    <a:pt x="4750" y="13654"/>
                    <a:pt x="4868" y="13593"/>
                  </a:cubicBezTo>
                  <a:cubicBezTo>
                    <a:pt x="4332" y="11218"/>
                    <a:pt x="3857" y="7063"/>
                    <a:pt x="4512" y="3563"/>
                  </a:cubicBezTo>
                  <a:cubicBezTo>
                    <a:pt x="4631" y="2375"/>
                    <a:pt x="4868" y="1188"/>
                    <a:pt x="51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4274715" y="2726366"/>
              <a:ext cx="642039" cy="643259"/>
            </a:xfrm>
            <a:custGeom>
              <a:avLst/>
              <a:gdLst/>
              <a:ahLst/>
              <a:cxnLst/>
              <a:rect l="l" t="t" r="r" b="b"/>
              <a:pathLst>
                <a:path w="32114" h="32175" extrusionOk="0">
                  <a:moveTo>
                    <a:pt x="9736" y="0"/>
                  </a:moveTo>
                  <a:cubicBezTo>
                    <a:pt x="9736" y="0"/>
                    <a:pt x="8487" y="12998"/>
                    <a:pt x="2907" y="19172"/>
                  </a:cubicBezTo>
                  <a:cubicBezTo>
                    <a:pt x="1" y="22377"/>
                    <a:pt x="5757" y="32113"/>
                    <a:pt x="16029" y="32175"/>
                  </a:cubicBezTo>
                  <a:cubicBezTo>
                    <a:pt x="26358" y="32113"/>
                    <a:pt x="32114" y="22377"/>
                    <a:pt x="29207" y="19172"/>
                  </a:cubicBezTo>
                  <a:cubicBezTo>
                    <a:pt x="23627" y="12998"/>
                    <a:pt x="22378" y="0"/>
                    <a:pt x="22378" y="0"/>
                  </a:cubicBezTo>
                  <a:close/>
                </a:path>
              </a:pathLst>
            </a:custGeom>
            <a:solidFill>
              <a:srgbClr val="DE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3598263" y="3096638"/>
              <a:ext cx="566068" cy="949464"/>
            </a:xfrm>
            <a:custGeom>
              <a:avLst/>
              <a:gdLst/>
              <a:ahLst/>
              <a:cxnLst/>
              <a:rect l="l" t="t" r="r" b="b"/>
              <a:pathLst>
                <a:path w="28314" h="47491" extrusionOk="0">
                  <a:moveTo>
                    <a:pt x="27782" y="0"/>
                  </a:moveTo>
                  <a:cubicBezTo>
                    <a:pt x="27781" y="0"/>
                    <a:pt x="13592" y="888"/>
                    <a:pt x="10329" y="9793"/>
                  </a:cubicBezTo>
                  <a:cubicBezTo>
                    <a:pt x="7418" y="17629"/>
                    <a:pt x="2432" y="34369"/>
                    <a:pt x="0" y="47490"/>
                  </a:cubicBezTo>
                  <a:lnTo>
                    <a:pt x="24396" y="47490"/>
                  </a:lnTo>
                  <a:lnTo>
                    <a:pt x="24396" y="5519"/>
                  </a:lnTo>
                  <a:cubicBezTo>
                    <a:pt x="23508" y="3856"/>
                    <a:pt x="28314" y="413"/>
                    <a:pt x="27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5027138" y="3097778"/>
              <a:ext cx="516226" cy="949464"/>
            </a:xfrm>
            <a:custGeom>
              <a:avLst/>
              <a:gdLst/>
              <a:ahLst/>
              <a:cxnLst/>
              <a:rect l="l" t="t" r="r" b="b"/>
              <a:pathLst>
                <a:path w="25821" h="47491" extrusionOk="0">
                  <a:moveTo>
                    <a:pt x="533" y="0"/>
                  </a:moveTo>
                  <a:lnTo>
                    <a:pt x="533" y="0"/>
                  </a:lnTo>
                  <a:cubicBezTo>
                    <a:pt x="1" y="418"/>
                    <a:pt x="4807" y="3861"/>
                    <a:pt x="3919" y="5523"/>
                  </a:cubicBezTo>
                  <a:lnTo>
                    <a:pt x="3919" y="47490"/>
                  </a:lnTo>
                  <a:lnTo>
                    <a:pt x="17334" y="47490"/>
                  </a:lnTo>
                  <a:cubicBezTo>
                    <a:pt x="18697" y="44166"/>
                    <a:pt x="20303" y="40903"/>
                    <a:pt x="22084" y="37755"/>
                  </a:cubicBezTo>
                  <a:cubicBezTo>
                    <a:pt x="22274" y="37407"/>
                    <a:pt x="22495" y="37274"/>
                    <a:pt x="22733" y="37274"/>
                  </a:cubicBezTo>
                  <a:cubicBezTo>
                    <a:pt x="23509" y="37274"/>
                    <a:pt x="24473" y="38683"/>
                    <a:pt x="25208" y="38683"/>
                  </a:cubicBezTo>
                  <a:cubicBezTo>
                    <a:pt x="25439" y="38683"/>
                    <a:pt x="25648" y="38542"/>
                    <a:pt x="25821" y="38173"/>
                  </a:cubicBezTo>
                  <a:cubicBezTo>
                    <a:pt x="23508" y="29325"/>
                    <a:pt x="18579" y="17515"/>
                    <a:pt x="14661" y="11578"/>
                  </a:cubicBezTo>
                  <a:cubicBezTo>
                    <a:pt x="12286" y="7955"/>
                    <a:pt x="7718" y="3206"/>
                    <a:pt x="5638" y="1487"/>
                  </a:cubicBezTo>
                  <a:lnTo>
                    <a:pt x="5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4870480" y="2496117"/>
              <a:ext cx="125833" cy="162579"/>
            </a:xfrm>
            <a:custGeom>
              <a:avLst/>
              <a:gdLst/>
              <a:ahLst/>
              <a:cxnLst/>
              <a:rect l="l" t="t" r="r" b="b"/>
              <a:pathLst>
                <a:path w="6294" h="8132" extrusionOk="0">
                  <a:moveTo>
                    <a:pt x="3800" y="1"/>
                  </a:moveTo>
                  <a:cubicBezTo>
                    <a:pt x="2375" y="1"/>
                    <a:pt x="1" y="1839"/>
                    <a:pt x="1" y="4094"/>
                  </a:cubicBezTo>
                  <a:cubicBezTo>
                    <a:pt x="1" y="6350"/>
                    <a:pt x="1188" y="8131"/>
                    <a:pt x="2670" y="8131"/>
                  </a:cubicBezTo>
                  <a:cubicBezTo>
                    <a:pt x="4156" y="8131"/>
                    <a:pt x="5282" y="6293"/>
                    <a:pt x="5757" y="4094"/>
                  </a:cubicBezTo>
                  <a:cubicBezTo>
                    <a:pt x="6293" y="1601"/>
                    <a:pt x="5282" y="1"/>
                    <a:pt x="3800" y="1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4195167" y="2496117"/>
              <a:ext cx="124673" cy="162579"/>
            </a:xfrm>
            <a:custGeom>
              <a:avLst/>
              <a:gdLst/>
              <a:ahLst/>
              <a:cxnLst/>
              <a:rect l="l" t="t" r="r" b="b"/>
              <a:pathLst>
                <a:path w="6236" h="8132" extrusionOk="0">
                  <a:moveTo>
                    <a:pt x="2436" y="1"/>
                  </a:moveTo>
                  <a:cubicBezTo>
                    <a:pt x="1012" y="1"/>
                    <a:pt x="0" y="1601"/>
                    <a:pt x="537" y="4094"/>
                  </a:cubicBezTo>
                  <a:cubicBezTo>
                    <a:pt x="1012" y="6293"/>
                    <a:pt x="2137" y="8131"/>
                    <a:pt x="3624" y="8131"/>
                  </a:cubicBezTo>
                  <a:cubicBezTo>
                    <a:pt x="5048" y="8131"/>
                    <a:pt x="6236" y="6350"/>
                    <a:pt x="6236" y="4094"/>
                  </a:cubicBezTo>
                  <a:cubicBezTo>
                    <a:pt x="6236" y="1839"/>
                    <a:pt x="3918" y="1"/>
                    <a:pt x="2436" y="1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3892575" y="3002825"/>
              <a:ext cx="1406352" cy="1044443"/>
            </a:xfrm>
            <a:custGeom>
              <a:avLst/>
              <a:gdLst/>
              <a:ahLst/>
              <a:cxnLst/>
              <a:rect l="l" t="t" r="r" b="b"/>
              <a:pathLst>
                <a:path w="70344" h="52183" extrusionOk="0">
                  <a:moveTo>
                    <a:pt x="25289" y="0"/>
                  </a:moveTo>
                  <a:lnTo>
                    <a:pt x="25289" y="0"/>
                  </a:lnTo>
                  <a:cubicBezTo>
                    <a:pt x="21666" y="356"/>
                    <a:pt x="12942" y="4037"/>
                    <a:pt x="8487" y="5224"/>
                  </a:cubicBezTo>
                  <a:cubicBezTo>
                    <a:pt x="4688" y="6293"/>
                    <a:pt x="58" y="34492"/>
                    <a:pt x="1" y="52182"/>
                  </a:cubicBezTo>
                  <a:lnTo>
                    <a:pt x="70343" y="52182"/>
                  </a:lnTo>
                  <a:cubicBezTo>
                    <a:pt x="70286" y="34492"/>
                    <a:pt x="65476" y="7542"/>
                    <a:pt x="61914" y="5880"/>
                  </a:cubicBezTo>
                  <a:cubicBezTo>
                    <a:pt x="58058" y="4099"/>
                    <a:pt x="48678" y="356"/>
                    <a:pt x="45055" y="0"/>
                  </a:cubicBezTo>
                  <a:lnTo>
                    <a:pt x="45055" y="0"/>
                  </a:lnTo>
                  <a:cubicBezTo>
                    <a:pt x="45117" y="356"/>
                    <a:pt x="45117" y="713"/>
                    <a:pt x="45117" y="1012"/>
                  </a:cubicBezTo>
                  <a:cubicBezTo>
                    <a:pt x="45117" y="5761"/>
                    <a:pt x="40662" y="9617"/>
                    <a:pt x="35144" y="9617"/>
                  </a:cubicBezTo>
                  <a:cubicBezTo>
                    <a:pt x="29682" y="9617"/>
                    <a:pt x="25228" y="5761"/>
                    <a:pt x="25228" y="1012"/>
                  </a:cubicBezTo>
                  <a:cubicBezTo>
                    <a:pt x="25228" y="713"/>
                    <a:pt x="25228" y="356"/>
                    <a:pt x="25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4834874" y="3311393"/>
              <a:ext cx="464026" cy="734704"/>
            </a:xfrm>
            <a:custGeom>
              <a:avLst/>
              <a:gdLst/>
              <a:ahLst/>
              <a:cxnLst/>
              <a:rect l="l" t="t" r="r" b="b"/>
              <a:pathLst>
                <a:path w="23210" h="36749" extrusionOk="0">
                  <a:moveTo>
                    <a:pt x="357" y="1"/>
                  </a:moveTo>
                  <a:cubicBezTo>
                    <a:pt x="295" y="893"/>
                    <a:pt x="58" y="2199"/>
                    <a:pt x="58" y="2969"/>
                  </a:cubicBezTo>
                  <a:cubicBezTo>
                    <a:pt x="1" y="7243"/>
                    <a:pt x="4512" y="17809"/>
                    <a:pt x="4750" y="22026"/>
                  </a:cubicBezTo>
                  <a:cubicBezTo>
                    <a:pt x="5044" y="26063"/>
                    <a:pt x="4869" y="27488"/>
                    <a:pt x="3738" y="31463"/>
                  </a:cubicBezTo>
                  <a:cubicBezTo>
                    <a:pt x="2789" y="34906"/>
                    <a:pt x="1900" y="36748"/>
                    <a:pt x="1900" y="36748"/>
                  </a:cubicBezTo>
                  <a:lnTo>
                    <a:pt x="23209" y="36748"/>
                  </a:lnTo>
                  <a:cubicBezTo>
                    <a:pt x="23209" y="30100"/>
                    <a:pt x="22497" y="22202"/>
                    <a:pt x="21490" y="14784"/>
                  </a:cubicBezTo>
                  <a:cubicBezTo>
                    <a:pt x="19529" y="14604"/>
                    <a:pt x="17629" y="14248"/>
                    <a:pt x="15791" y="13416"/>
                  </a:cubicBezTo>
                  <a:cubicBezTo>
                    <a:pt x="12467" y="11935"/>
                    <a:pt x="10449" y="9142"/>
                    <a:pt x="8250" y="6412"/>
                  </a:cubicBezTo>
                  <a:cubicBezTo>
                    <a:pt x="6175" y="3861"/>
                    <a:pt x="3919" y="1250"/>
                    <a:pt x="770" y="119"/>
                  </a:cubicBezTo>
                  <a:cubicBezTo>
                    <a:pt x="595" y="62"/>
                    <a:pt x="476" y="1"/>
                    <a:pt x="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4227254" y="2150475"/>
              <a:ext cx="731086" cy="800180"/>
            </a:xfrm>
            <a:custGeom>
              <a:avLst/>
              <a:gdLst/>
              <a:ahLst/>
              <a:cxnLst/>
              <a:rect l="l" t="t" r="r" b="b"/>
              <a:pathLst>
                <a:path w="36568" h="40024" extrusionOk="0">
                  <a:moveTo>
                    <a:pt x="17652" y="0"/>
                  </a:moveTo>
                  <a:cubicBezTo>
                    <a:pt x="15595" y="0"/>
                    <a:pt x="9064" y="333"/>
                    <a:pt x="6231" y="4406"/>
                  </a:cubicBezTo>
                  <a:cubicBezTo>
                    <a:pt x="2788" y="9273"/>
                    <a:pt x="0" y="21089"/>
                    <a:pt x="2375" y="28094"/>
                  </a:cubicBezTo>
                  <a:cubicBezTo>
                    <a:pt x="4037" y="32962"/>
                    <a:pt x="8192" y="40023"/>
                    <a:pt x="18284" y="40023"/>
                  </a:cubicBezTo>
                  <a:cubicBezTo>
                    <a:pt x="28376" y="40023"/>
                    <a:pt x="32531" y="32962"/>
                    <a:pt x="34193" y="28094"/>
                  </a:cubicBezTo>
                  <a:cubicBezTo>
                    <a:pt x="36568" y="21089"/>
                    <a:pt x="33775" y="9273"/>
                    <a:pt x="30332" y="4406"/>
                  </a:cubicBezTo>
                  <a:cubicBezTo>
                    <a:pt x="27503" y="333"/>
                    <a:pt x="20973" y="0"/>
                    <a:pt x="18916" y="0"/>
                  </a:cubicBezTo>
                  <a:cubicBezTo>
                    <a:pt x="18515" y="0"/>
                    <a:pt x="18284" y="13"/>
                    <a:pt x="18284" y="13"/>
                  </a:cubicBezTo>
                  <a:cubicBezTo>
                    <a:pt x="18284" y="13"/>
                    <a:pt x="18053" y="0"/>
                    <a:pt x="17652" y="0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4730436" y="2536481"/>
              <a:ext cx="56999" cy="59358"/>
            </a:xfrm>
            <a:custGeom>
              <a:avLst/>
              <a:gdLst/>
              <a:ahLst/>
              <a:cxnLst/>
              <a:rect l="l" t="t" r="r" b="b"/>
              <a:pathLst>
                <a:path w="2851" h="2969" extrusionOk="0">
                  <a:moveTo>
                    <a:pt x="1426" y="0"/>
                  </a:moveTo>
                  <a:cubicBezTo>
                    <a:pt x="652" y="0"/>
                    <a:pt x="1" y="651"/>
                    <a:pt x="1" y="1482"/>
                  </a:cubicBezTo>
                  <a:cubicBezTo>
                    <a:pt x="1" y="2313"/>
                    <a:pt x="652" y="2968"/>
                    <a:pt x="1426" y="2968"/>
                  </a:cubicBezTo>
                  <a:cubicBezTo>
                    <a:pt x="2195" y="2968"/>
                    <a:pt x="2850" y="2313"/>
                    <a:pt x="2850" y="1482"/>
                  </a:cubicBezTo>
                  <a:cubicBezTo>
                    <a:pt x="2850" y="651"/>
                    <a:pt x="2195" y="0"/>
                    <a:pt x="1426" y="0"/>
                  </a:cubicBezTo>
                  <a:close/>
                </a:path>
              </a:pathLst>
            </a:custGeom>
            <a:solidFill>
              <a:srgbClr val="2F1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4453885" y="2536481"/>
              <a:ext cx="56979" cy="59358"/>
            </a:xfrm>
            <a:custGeom>
              <a:avLst/>
              <a:gdLst/>
              <a:ahLst/>
              <a:cxnLst/>
              <a:rect l="l" t="t" r="r" b="b"/>
              <a:pathLst>
                <a:path w="2850" h="2969" extrusionOk="0">
                  <a:moveTo>
                    <a:pt x="1425" y="0"/>
                  </a:moveTo>
                  <a:cubicBezTo>
                    <a:pt x="655" y="0"/>
                    <a:pt x="0" y="651"/>
                    <a:pt x="0" y="1482"/>
                  </a:cubicBezTo>
                  <a:cubicBezTo>
                    <a:pt x="0" y="2313"/>
                    <a:pt x="655" y="2968"/>
                    <a:pt x="1425" y="2968"/>
                  </a:cubicBezTo>
                  <a:cubicBezTo>
                    <a:pt x="2256" y="2968"/>
                    <a:pt x="2850" y="2313"/>
                    <a:pt x="2850" y="1482"/>
                  </a:cubicBezTo>
                  <a:cubicBezTo>
                    <a:pt x="2850" y="651"/>
                    <a:pt x="2256" y="0"/>
                    <a:pt x="1425" y="0"/>
                  </a:cubicBezTo>
                  <a:close/>
                </a:path>
              </a:pathLst>
            </a:custGeom>
            <a:solidFill>
              <a:srgbClr val="2F1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4637872" y="2379624"/>
              <a:ext cx="212420" cy="75132"/>
            </a:xfrm>
            <a:custGeom>
              <a:avLst/>
              <a:gdLst/>
              <a:ahLst/>
              <a:cxnLst/>
              <a:rect l="l" t="t" r="r" b="b"/>
              <a:pathLst>
                <a:path w="10625" h="3758" extrusionOk="0">
                  <a:moveTo>
                    <a:pt x="4038" y="1"/>
                  </a:moveTo>
                  <a:cubicBezTo>
                    <a:pt x="3831" y="1"/>
                    <a:pt x="3650" y="5"/>
                    <a:pt x="3501" y="10"/>
                  </a:cubicBezTo>
                  <a:cubicBezTo>
                    <a:pt x="2613" y="10"/>
                    <a:pt x="1720" y="10"/>
                    <a:pt x="1069" y="485"/>
                  </a:cubicBezTo>
                  <a:cubicBezTo>
                    <a:pt x="357" y="960"/>
                    <a:pt x="1" y="2029"/>
                    <a:pt x="476" y="2679"/>
                  </a:cubicBezTo>
                  <a:cubicBezTo>
                    <a:pt x="832" y="3216"/>
                    <a:pt x="1544" y="3335"/>
                    <a:pt x="2195" y="3392"/>
                  </a:cubicBezTo>
                  <a:cubicBezTo>
                    <a:pt x="2641" y="3422"/>
                    <a:pt x="3086" y="3438"/>
                    <a:pt x="3532" y="3438"/>
                  </a:cubicBezTo>
                  <a:cubicBezTo>
                    <a:pt x="3977" y="3438"/>
                    <a:pt x="4422" y="3422"/>
                    <a:pt x="4868" y="3392"/>
                  </a:cubicBezTo>
                  <a:cubicBezTo>
                    <a:pt x="5529" y="3326"/>
                    <a:pt x="6189" y="3242"/>
                    <a:pt x="6829" y="3242"/>
                  </a:cubicBezTo>
                  <a:cubicBezTo>
                    <a:pt x="7339" y="3242"/>
                    <a:pt x="7837" y="3295"/>
                    <a:pt x="8311" y="3453"/>
                  </a:cubicBezTo>
                  <a:cubicBezTo>
                    <a:pt x="8733" y="3559"/>
                    <a:pt x="9106" y="3758"/>
                    <a:pt x="9477" y="3758"/>
                  </a:cubicBezTo>
                  <a:cubicBezTo>
                    <a:pt x="9524" y="3758"/>
                    <a:pt x="9571" y="3755"/>
                    <a:pt x="9617" y="3748"/>
                  </a:cubicBezTo>
                  <a:cubicBezTo>
                    <a:pt x="10211" y="3691"/>
                    <a:pt x="10624" y="3097"/>
                    <a:pt x="10624" y="2503"/>
                  </a:cubicBezTo>
                  <a:cubicBezTo>
                    <a:pt x="10517" y="349"/>
                    <a:pt x="6062" y="1"/>
                    <a:pt x="4038" y="1"/>
                  </a:cubicBezTo>
                  <a:close/>
                </a:path>
              </a:pathLst>
            </a:custGeom>
            <a:solidFill>
              <a:srgbClr val="EC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4341189" y="2379624"/>
              <a:ext cx="212400" cy="75132"/>
            </a:xfrm>
            <a:custGeom>
              <a:avLst/>
              <a:gdLst/>
              <a:ahLst/>
              <a:cxnLst/>
              <a:rect l="l" t="t" r="r" b="b"/>
              <a:pathLst>
                <a:path w="10624" h="3758" extrusionOk="0">
                  <a:moveTo>
                    <a:pt x="6586" y="1"/>
                  </a:moveTo>
                  <a:cubicBezTo>
                    <a:pt x="4562" y="1"/>
                    <a:pt x="108" y="349"/>
                    <a:pt x="0" y="2503"/>
                  </a:cubicBezTo>
                  <a:cubicBezTo>
                    <a:pt x="0" y="3097"/>
                    <a:pt x="413" y="3691"/>
                    <a:pt x="1007" y="3748"/>
                  </a:cubicBezTo>
                  <a:cubicBezTo>
                    <a:pt x="1054" y="3755"/>
                    <a:pt x="1100" y="3758"/>
                    <a:pt x="1147" y="3758"/>
                  </a:cubicBezTo>
                  <a:cubicBezTo>
                    <a:pt x="1518" y="3758"/>
                    <a:pt x="1891" y="3559"/>
                    <a:pt x="2313" y="3453"/>
                  </a:cubicBezTo>
                  <a:cubicBezTo>
                    <a:pt x="2787" y="3295"/>
                    <a:pt x="3285" y="3242"/>
                    <a:pt x="3796" y="3242"/>
                  </a:cubicBezTo>
                  <a:cubicBezTo>
                    <a:pt x="4435" y="3242"/>
                    <a:pt x="5096" y="3326"/>
                    <a:pt x="5756" y="3392"/>
                  </a:cubicBezTo>
                  <a:cubicBezTo>
                    <a:pt x="6202" y="3422"/>
                    <a:pt x="6647" y="3438"/>
                    <a:pt x="7093" y="3438"/>
                  </a:cubicBezTo>
                  <a:cubicBezTo>
                    <a:pt x="7538" y="3438"/>
                    <a:pt x="7983" y="3422"/>
                    <a:pt x="8430" y="3392"/>
                  </a:cubicBezTo>
                  <a:cubicBezTo>
                    <a:pt x="9080" y="3335"/>
                    <a:pt x="9793" y="3216"/>
                    <a:pt x="10149" y="2679"/>
                  </a:cubicBezTo>
                  <a:cubicBezTo>
                    <a:pt x="10624" y="2029"/>
                    <a:pt x="10267" y="960"/>
                    <a:pt x="9555" y="485"/>
                  </a:cubicBezTo>
                  <a:cubicBezTo>
                    <a:pt x="8843" y="10"/>
                    <a:pt x="7955" y="10"/>
                    <a:pt x="7124" y="10"/>
                  </a:cubicBezTo>
                  <a:cubicBezTo>
                    <a:pt x="6975" y="5"/>
                    <a:pt x="6793" y="1"/>
                    <a:pt x="6586" y="1"/>
                  </a:cubicBezTo>
                  <a:close/>
                </a:path>
              </a:pathLst>
            </a:custGeom>
            <a:solidFill>
              <a:srgbClr val="EC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4247386" y="2505613"/>
              <a:ext cx="688362" cy="545955"/>
            </a:xfrm>
            <a:custGeom>
              <a:avLst/>
              <a:gdLst/>
              <a:ahLst/>
              <a:cxnLst/>
              <a:rect l="l" t="t" r="r" b="b"/>
              <a:pathLst>
                <a:path w="34431" h="27308" extrusionOk="0">
                  <a:moveTo>
                    <a:pt x="774" y="1"/>
                  </a:moveTo>
                  <a:cubicBezTo>
                    <a:pt x="0" y="4156"/>
                    <a:pt x="774" y="9261"/>
                    <a:pt x="1486" y="11218"/>
                  </a:cubicBezTo>
                  <a:cubicBezTo>
                    <a:pt x="2674" y="14423"/>
                    <a:pt x="6411" y="27307"/>
                    <a:pt x="17277" y="27307"/>
                  </a:cubicBezTo>
                  <a:cubicBezTo>
                    <a:pt x="28138" y="27307"/>
                    <a:pt x="31880" y="14423"/>
                    <a:pt x="33067" y="11218"/>
                  </a:cubicBezTo>
                  <a:cubicBezTo>
                    <a:pt x="33780" y="9261"/>
                    <a:pt x="34430" y="4987"/>
                    <a:pt x="33955" y="58"/>
                  </a:cubicBezTo>
                  <a:lnTo>
                    <a:pt x="33955" y="58"/>
                  </a:lnTo>
                  <a:lnTo>
                    <a:pt x="33006" y="238"/>
                  </a:lnTo>
                  <a:cubicBezTo>
                    <a:pt x="32949" y="357"/>
                    <a:pt x="32949" y="476"/>
                    <a:pt x="32949" y="594"/>
                  </a:cubicBezTo>
                  <a:cubicBezTo>
                    <a:pt x="31761" y="7062"/>
                    <a:pt x="31049" y="9318"/>
                    <a:pt x="28850" y="12229"/>
                  </a:cubicBezTo>
                  <a:cubicBezTo>
                    <a:pt x="28525" y="12675"/>
                    <a:pt x="28121" y="12843"/>
                    <a:pt x="27643" y="12843"/>
                  </a:cubicBezTo>
                  <a:cubicBezTo>
                    <a:pt x="26465" y="12843"/>
                    <a:pt x="24840" y="11821"/>
                    <a:pt x="22857" y="11398"/>
                  </a:cubicBezTo>
                  <a:cubicBezTo>
                    <a:pt x="20876" y="10962"/>
                    <a:pt x="18428" y="10921"/>
                    <a:pt x="17582" y="10921"/>
                  </a:cubicBezTo>
                  <a:cubicBezTo>
                    <a:pt x="17387" y="10921"/>
                    <a:pt x="17277" y="10923"/>
                    <a:pt x="17277" y="10923"/>
                  </a:cubicBezTo>
                  <a:cubicBezTo>
                    <a:pt x="17277" y="10923"/>
                    <a:pt x="17167" y="10921"/>
                    <a:pt x="16972" y="10921"/>
                  </a:cubicBezTo>
                  <a:cubicBezTo>
                    <a:pt x="16124" y="10921"/>
                    <a:pt x="13674" y="10962"/>
                    <a:pt x="11697" y="11398"/>
                  </a:cubicBezTo>
                  <a:cubicBezTo>
                    <a:pt x="9711" y="11821"/>
                    <a:pt x="8087" y="12843"/>
                    <a:pt x="6888" y="12843"/>
                  </a:cubicBezTo>
                  <a:cubicBezTo>
                    <a:pt x="6401" y="12843"/>
                    <a:pt x="5985" y="12675"/>
                    <a:pt x="5642" y="12229"/>
                  </a:cubicBezTo>
                  <a:cubicBezTo>
                    <a:pt x="3505" y="9318"/>
                    <a:pt x="2792" y="7062"/>
                    <a:pt x="1605" y="594"/>
                  </a:cubicBezTo>
                  <a:cubicBezTo>
                    <a:pt x="1605" y="476"/>
                    <a:pt x="1605" y="357"/>
                    <a:pt x="1543" y="238"/>
                  </a:cubicBezTo>
                  <a:lnTo>
                    <a:pt x="7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4290109" y="2991640"/>
              <a:ext cx="305066" cy="337114"/>
            </a:xfrm>
            <a:custGeom>
              <a:avLst/>
              <a:gdLst/>
              <a:ahLst/>
              <a:cxnLst/>
              <a:rect l="l" t="t" r="r" b="b"/>
              <a:pathLst>
                <a:path w="15259" h="16862" extrusionOk="0">
                  <a:moveTo>
                    <a:pt x="5316" y="1"/>
                  </a:moveTo>
                  <a:cubicBezTo>
                    <a:pt x="3861" y="1"/>
                    <a:pt x="2555" y="1154"/>
                    <a:pt x="2555" y="1154"/>
                  </a:cubicBezTo>
                  <a:cubicBezTo>
                    <a:pt x="0" y="9228"/>
                    <a:pt x="4789" y="16861"/>
                    <a:pt x="6929" y="16861"/>
                  </a:cubicBezTo>
                  <a:cubicBezTo>
                    <a:pt x="7275" y="16861"/>
                    <a:pt x="7552" y="16662"/>
                    <a:pt x="7717" y="16232"/>
                  </a:cubicBezTo>
                  <a:cubicBezTo>
                    <a:pt x="8966" y="13088"/>
                    <a:pt x="15259" y="10177"/>
                    <a:pt x="15259" y="10177"/>
                  </a:cubicBezTo>
                  <a:cubicBezTo>
                    <a:pt x="7242" y="6440"/>
                    <a:pt x="5699" y="28"/>
                    <a:pt x="5699" y="28"/>
                  </a:cubicBezTo>
                  <a:cubicBezTo>
                    <a:pt x="5571" y="9"/>
                    <a:pt x="5443" y="1"/>
                    <a:pt x="53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4595149" y="2991640"/>
              <a:ext cx="306225" cy="337114"/>
            </a:xfrm>
            <a:custGeom>
              <a:avLst/>
              <a:gdLst/>
              <a:ahLst/>
              <a:cxnLst/>
              <a:rect l="l" t="t" r="r" b="b"/>
              <a:pathLst>
                <a:path w="15317" h="16862" extrusionOk="0">
                  <a:moveTo>
                    <a:pt x="10000" y="1"/>
                  </a:moveTo>
                  <a:cubicBezTo>
                    <a:pt x="9873" y="1"/>
                    <a:pt x="9746" y="9"/>
                    <a:pt x="9617" y="28"/>
                  </a:cubicBezTo>
                  <a:cubicBezTo>
                    <a:pt x="9617" y="28"/>
                    <a:pt x="8074" y="6440"/>
                    <a:pt x="1" y="10177"/>
                  </a:cubicBezTo>
                  <a:cubicBezTo>
                    <a:pt x="1" y="10177"/>
                    <a:pt x="6350" y="13088"/>
                    <a:pt x="7599" y="16232"/>
                  </a:cubicBezTo>
                  <a:cubicBezTo>
                    <a:pt x="7764" y="16662"/>
                    <a:pt x="8041" y="16861"/>
                    <a:pt x="8387" y="16861"/>
                  </a:cubicBezTo>
                  <a:cubicBezTo>
                    <a:pt x="10527" y="16861"/>
                    <a:pt x="15316" y="9228"/>
                    <a:pt x="12761" y="1154"/>
                  </a:cubicBezTo>
                  <a:cubicBezTo>
                    <a:pt x="12761" y="1154"/>
                    <a:pt x="11455" y="1"/>
                    <a:pt x="100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4382673" y="2761971"/>
              <a:ext cx="420142" cy="20"/>
            </a:xfrm>
            <a:custGeom>
              <a:avLst/>
              <a:gdLst/>
              <a:ahLst/>
              <a:cxnLst/>
              <a:rect l="l" t="t" r="r" b="b"/>
              <a:pathLst>
                <a:path w="21015" h="1" extrusionOk="0">
                  <a:moveTo>
                    <a:pt x="0" y="0"/>
                  </a:moveTo>
                  <a:lnTo>
                    <a:pt x="0" y="0"/>
                  </a:lnTo>
                  <a:lnTo>
                    <a:pt x="119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0" y="0"/>
                  </a:lnTo>
                  <a:close/>
                  <a:moveTo>
                    <a:pt x="21015" y="0"/>
                  </a:moveTo>
                  <a:lnTo>
                    <a:pt x="20777" y="0"/>
                  </a:lnTo>
                  <a:lnTo>
                    <a:pt x="20720" y="0"/>
                  </a:lnTo>
                  <a:lnTo>
                    <a:pt x="20896" y="0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D59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4382673" y="2723987"/>
              <a:ext cx="420142" cy="102082"/>
            </a:xfrm>
            <a:custGeom>
              <a:avLst/>
              <a:gdLst/>
              <a:ahLst/>
              <a:cxnLst/>
              <a:rect l="l" t="t" r="r" b="b"/>
              <a:pathLst>
                <a:path w="21015" h="5106" extrusionOk="0">
                  <a:moveTo>
                    <a:pt x="10510" y="0"/>
                  </a:moveTo>
                  <a:cubicBezTo>
                    <a:pt x="9916" y="0"/>
                    <a:pt x="7186" y="0"/>
                    <a:pt x="5049" y="475"/>
                  </a:cubicBezTo>
                  <a:cubicBezTo>
                    <a:pt x="3087" y="888"/>
                    <a:pt x="1487" y="1900"/>
                    <a:pt x="300" y="1900"/>
                  </a:cubicBezTo>
                  <a:lnTo>
                    <a:pt x="0" y="1900"/>
                  </a:lnTo>
                  <a:cubicBezTo>
                    <a:pt x="0" y="2494"/>
                    <a:pt x="537" y="3562"/>
                    <a:pt x="1843" y="4213"/>
                  </a:cubicBezTo>
                  <a:cubicBezTo>
                    <a:pt x="2318" y="4450"/>
                    <a:pt x="2793" y="4631"/>
                    <a:pt x="3325" y="4749"/>
                  </a:cubicBezTo>
                  <a:cubicBezTo>
                    <a:pt x="3443" y="4806"/>
                    <a:pt x="3562" y="4868"/>
                    <a:pt x="3681" y="4868"/>
                  </a:cubicBezTo>
                  <a:lnTo>
                    <a:pt x="4393" y="5044"/>
                  </a:lnTo>
                  <a:cubicBezTo>
                    <a:pt x="4692" y="5044"/>
                    <a:pt x="4987" y="5106"/>
                    <a:pt x="5343" y="5106"/>
                  </a:cubicBezTo>
                  <a:lnTo>
                    <a:pt x="5761" y="5106"/>
                  </a:lnTo>
                  <a:cubicBezTo>
                    <a:pt x="6355" y="5044"/>
                    <a:pt x="6948" y="4925"/>
                    <a:pt x="7480" y="4749"/>
                  </a:cubicBezTo>
                  <a:cubicBezTo>
                    <a:pt x="8017" y="4512"/>
                    <a:pt x="8549" y="4275"/>
                    <a:pt x="9085" y="4094"/>
                  </a:cubicBezTo>
                  <a:cubicBezTo>
                    <a:pt x="9498" y="3975"/>
                    <a:pt x="9855" y="3857"/>
                    <a:pt x="10272" y="3857"/>
                  </a:cubicBezTo>
                  <a:cubicBezTo>
                    <a:pt x="10448" y="3857"/>
                    <a:pt x="10629" y="3918"/>
                    <a:pt x="10804" y="3918"/>
                  </a:cubicBezTo>
                  <a:cubicBezTo>
                    <a:pt x="11222" y="4037"/>
                    <a:pt x="11578" y="4213"/>
                    <a:pt x="11935" y="4393"/>
                  </a:cubicBezTo>
                  <a:cubicBezTo>
                    <a:pt x="12704" y="4749"/>
                    <a:pt x="13597" y="4987"/>
                    <a:pt x="14485" y="5044"/>
                  </a:cubicBezTo>
                  <a:cubicBezTo>
                    <a:pt x="14722" y="5106"/>
                    <a:pt x="14903" y="5106"/>
                    <a:pt x="15078" y="5106"/>
                  </a:cubicBezTo>
                  <a:cubicBezTo>
                    <a:pt x="15316" y="5106"/>
                    <a:pt x="15615" y="5044"/>
                    <a:pt x="15853" y="5044"/>
                  </a:cubicBezTo>
                  <a:cubicBezTo>
                    <a:pt x="16090" y="5044"/>
                    <a:pt x="16327" y="4987"/>
                    <a:pt x="16565" y="4925"/>
                  </a:cubicBezTo>
                  <a:lnTo>
                    <a:pt x="17040" y="4925"/>
                  </a:lnTo>
                  <a:cubicBezTo>
                    <a:pt x="17216" y="4925"/>
                    <a:pt x="17396" y="4868"/>
                    <a:pt x="17572" y="4806"/>
                  </a:cubicBezTo>
                  <a:cubicBezTo>
                    <a:pt x="17752" y="4749"/>
                    <a:pt x="17990" y="4688"/>
                    <a:pt x="18165" y="4631"/>
                  </a:cubicBezTo>
                  <a:cubicBezTo>
                    <a:pt x="18521" y="4512"/>
                    <a:pt x="18878" y="4393"/>
                    <a:pt x="19177" y="4213"/>
                  </a:cubicBezTo>
                  <a:cubicBezTo>
                    <a:pt x="20483" y="3562"/>
                    <a:pt x="21015" y="2494"/>
                    <a:pt x="21015" y="1900"/>
                  </a:cubicBezTo>
                  <a:lnTo>
                    <a:pt x="20720" y="1900"/>
                  </a:lnTo>
                  <a:cubicBezTo>
                    <a:pt x="19533" y="1900"/>
                    <a:pt x="17928" y="888"/>
                    <a:pt x="15971" y="475"/>
                  </a:cubicBezTo>
                  <a:cubicBezTo>
                    <a:pt x="13834" y="0"/>
                    <a:pt x="11104" y="0"/>
                    <a:pt x="10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4502586" y="2783323"/>
              <a:ext cx="181552" cy="52780"/>
            </a:xfrm>
            <a:custGeom>
              <a:avLst/>
              <a:gdLst/>
              <a:ahLst/>
              <a:cxnLst/>
              <a:rect l="l" t="t" r="r" b="b"/>
              <a:pathLst>
                <a:path w="9081" h="2640" extrusionOk="0">
                  <a:moveTo>
                    <a:pt x="1069" y="1"/>
                  </a:moveTo>
                  <a:cubicBezTo>
                    <a:pt x="651" y="1"/>
                    <a:pt x="238" y="357"/>
                    <a:pt x="57" y="832"/>
                  </a:cubicBezTo>
                  <a:cubicBezTo>
                    <a:pt x="57" y="889"/>
                    <a:pt x="57" y="1007"/>
                    <a:pt x="0" y="1126"/>
                  </a:cubicBezTo>
                  <a:lnTo>
                    <a:pt x="0" y="1245"/>
                  </a:lnTo>
                  <a:cubicBezTo>
                    <a:pt x="57" y="1838"/>
                    <a:pt x="295" y="2494"/>
                    <a:pt x="770" y="2551"/>
                  </a:cubicBezTo>
                  <a:cubicBezTo>
                    <a:pt x="830" y="2571"/>
                    <a:pt x="883" y="2578"/>
                    <a:pt x="934" y="2578"/>
                  </a:cubicBezTo>
                  <a:cubicBezTo>
                    <a:pt x="1036" y="2578"/>
                    <a:pt x="1127" y="2551"/>
                    <a:pt x="1245" y="2551"/>
                  </a:cubicBezTo>
                  <a:cubicBezTo>
                    <a:pt x="1306" y="2551"/>
                    <a:pt x="1306" y="2494"/>
                    <a:pt x="1306" y="2494"/>
                  </a:cubicBezTo>
                  <a:cubicBezTo>
                    <a:pt x="1363" y="2494"/>
                    <a:pt x="1425" y="2432"/>
                    <a:pt x="1482" y="2375"/>
                  </a:cubicBezTo>
                  <a:lnTo>
                    <a:pt x="1838" y="2195"/>
                  </a:lnTo>
                  <a:cubicBezTo>
                    <a:pt x="2137" y="2138"/>
                    <a:pt x="2375" y="2019"/>
                    <a:pt x="2612" y="1957"/>
                  </a:cubicBezTo>
                  <a:cubicBezTo>
                    <a:pt x="2907" y="1900"/>
                    <a:pt x="3263" y="1838"/>
                    <a:pt x="3562" y="1838"/>
                  </a:cubicBezTo>
                  <a:cubicBezTo>
                    <a:pt x="4094" y="1720"/>
                    <a:pt x="4631" y="1663"/>
                    <a:pt x="5163" y="1663"/>
                  </a:cubicBezTo>
                  <a:cubicBezTo>
                    <a:pt x="5756" y="1720"/>
                    <a:pt x="6293" y="1781"/>
                    <a:pt x="6768" y="2019"/>
                  </a:cubicBezTo>
                  <a:cubicBezTo>
                    <a:pt x="6943" y="2076"/>
                    <a:pt x="7062" y="2195"/>
                    <a:pt x="7243" y="2256"/>
                  </a:cubicBezTo>
                  <a:cubicBezTo>
                    <a:pt x="7361" y="2375"/>
                    <a:pt x="7537" y="2494"/>
                    <a:pt x="7717" y="2551"/>
                  </a:cubicBezTo>
                  <a:cubicBezTo>
                    <a:pt x="7836" y="2610"/>
                    <a:pt x="7969" y="2640"/>
                    <a:pt x="8102" y="2640"/>
                  </a:cubicBezTo>
                  <a:cubicBezTo>
                    <a:pt x="8235" y="2640"/>
                    <a:pt x="8368" y="2610"/>
                    <a:pt x="8487" y="2551"/>
                  </a:cubicBezTo>
                  <a:cubicBezTo>
                    <a:pt x="8667" y="2432"/>
                    <a:pt x="8786" y="2195"/>
                    <a:pt x="8905" y="1957"/>
                  </a:cubicBezTo>
                  <a:cubicBezTo>
                    <a:pt x="9023" y="1544"/>
                    <a:pt x="9080" y="1069"/>
                    <a:pt x="8905" y="713"/>
                  </a:cubicBezTo>
                  <a:cubicBezTo>
                    <a:pt x="8843" y="532"/>
                    <a:pt x="8786" y="357"/>
                    <a:pt x="8606" y="238"/>
                  </a:cubicBezTo>
                  <a:cubicBezTo>
                    <a:pt x="8430" y="176"/>
                    <a:pt x="8131" y="58"/>
                    <a:pt x="7955" y="58"/>
                  </a:cubicBezTo>
                  <a:cubicBezTo>
                    <a:pt x="7852" y="41"/>
                    <a:pt x="7748" y="34"/>
                    <a:pt x="7645" y="34"/>
                  </a:cubicBezTo>
                  <a:cubicBezTo>
                    <a:pt x="7392" y="34"/>
                    <a:pt x="7139" y="75"/>
                    <a:pt x="6886" y="119"/>
                  </a:cubicBezTo>
                  <a:cubicBezTo>
                    <a:pt x="6825" y="119"/>
                    <a:pt x="6768" y="176"/>
                    <a:pt x="6706" y="176"/>
                  </a:cubicBezTo>
                  <a:cubicBezTo>
                    <a:pt x="6587" y="238"/>
                    <a:pt x="6530" y="295"/>
                    <a:pt x="6412" y="295"/>
                  </a:cubicBezTo>
                  <a:lnTo>
                    <a:pt x="5519" y="475"/>
                  </a:lnTo>
                  <a:lnTo>
                    <a:pt x="4512" y="475"/>
                  </a:lnTo>
                  <a:cubicBezTo>
                    <a:pt x="4213" y="475"/>
                    <a:pt x="3918" y="475"/>
                    <a:pt x="3681" y="414"/>
                  </a:cubicBezTo>
                  <a:cubicBezTo>
                    <a:pt x="3263" y="357"/>
                    <a:pt x="2907" y="357"/>
                    <a:pt x="2551" y="295"/>
                  </a:cubicBezTo>
                  <a:cubicBezTo>
                    <a:pt x="2313" y="295"/>
                    <a:pt x="2076" y="238"/>
                    <a:pt x="1838" y="176"/>
                  </a:cubicBezTo>
                  <a:cubicBezTo>
                    <a:pt x="1601" y="119"/>
                    <a:pt x="1306" y="1"/>
                    <a:pt x="1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4539331" y="2798557"/>
              <a:ext cx="116316" cy="34627"/>
            </a:xfrm>
            <a:custGeom>
              <a:avLst/>
              <a:gdLst/>
              <a:ahLst/>
              <a:cxnLst/>
              <a:rect l="l" t="t" r="r" b="b"/>
              <a:pathLst>
                <a:path w="5818" h="1732" extrusionOk="0">
                  <a:moveTo>
                    <a:pt x="48" y="1423"/>
                  </a:moveTo>
                  <a:lnTo>
                    <a:pt x="48" y="1423"/>
                  </a:lnTo>
                  <a:cubicBezTo>
                    <a:pt x="32" y="1426"/>
                    <a:pt x="16" y="1430"/>
                    <a:pt x="0" y="1433"/>
                  </a:cubicBezTo>
                  <a:lnTo>
                    <a:pt x="0" y="1494"/>
                  </a:lnTo>
                  <a:cubicBezTo>
                    <a:pt x="16" y="1470"/>
                    <a:pt x="32" y="1447"/>
                    <a:pt x="48" y="1423"/>
                  </a:cubicBezTo>
                  <a:close/>
                  <a:moveTo>
                    <a:pt x="2715" y="0"/>
                  </a:moveTo>
                  <a:cubicBezTo>
                    <a:pt x="2529" y="0"/>
                    <a:pt x="2335" y="34"/>
                    <a:pt x="2199" y="70"/>
                  </a:cubicBezTo>
                  <a:cubicBezTo>
                    <a:pt x="1544" y="127"/>
                    <a:pt x="950" y="602"/>
                    <a:pt x="418" y="1019"/>
                  </a:cubicBezTo>
                  <a:cubicBezTo>
                    <a:pt x="262" y="1122"/>
                    <a:pt x="151" y="1268"/>
                    <a:pt x="48" y="1423"/>
                  </a:cubicBezTo>
                  <a:lnTo>
                    <a:pt x="48" y="1423"/>
                  </a:lnTo>
                  <a:cubicBezTo>
                    <a:pt x="325" y="1363"/>
                    <a:pt x="550" y="1254"/>
                    <a:pt x="774" y="1195"/>
                  </a:cubicBezTo>
                  <a:cubicBezTo>
                    <a:pt x="1069" y="1138"/>
                    <a:pt x="1425" y="1076"/>
                    <a:pt x="1724" y="1076"/>
                  </a:cubicBezTo>
                  <a:cubicBezTo>
                    <a:pt x="2256" y="958"/>
                    <a:pt x="2793" y="901"/>
                    <a:pt x="3325" y="901"/>
                  </a:cubicBezTo>
                  <a:cubicBezTo>
                    <a:pt x="3918" y="958"/>
                    <a:pt x="4455" y="1019"/>
                    <a:pt x="4930" y="1257"/>
                  </a:cubicBezTo>
                  <a:cubicBezTo>
                    <a:pt x="5105" y="1314"/>
                    <a:pt x="5224" y="1433"/>
                    <a:pt x="5405" y="1494"/>
                  </a:cubicBezTo>
                  <a:cubicBezTo>
                    <a:pt x="5523" y="1613"/>
                    <a:pt x="5642" y="1670"/>
                    <a:pt x="5818" y="1732"/>
                  </a:cubicBezTo>
                  <a:cubicBezTo>
                    <a:pt x="5523" y="1433"/>
                    <a:pt x="5286" y="1138"/>
                    <a:pt x="4987" y="839"/>
                  </a:cubicBezTo>
                  <a:cubicBezTo>
                    <a:pt x="4393" y="364"/>
                    <a:pt x="3624" y="188"/>
                    <a:pt x="3087" y="70"/>
                  </a:cubicBezTo>
                  <a:cubicBezTo>
                    <a:pt x="2986" y="19"/>
                    <a:pt x="2853" y="0"/>
                    <a:pt x="2715" y="0"/>
                  </a:cubicBezTo>
                  <a:close/>
                </a:path>
              </a:pathLst>
            </a:custGeom>
            <a:solidFill>
              <a:srgbClr val="E57D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4361881" y="2692999"/>
              <a:ext cx="461727" cy="114957"/>
            </a:xfrm>
            <a:custGeom>
              <a:avLst/>
              <a:gdLst/>
              <a:ahLst/>
              <a:cxnLst/>
              <a:rect l="l" t="t" r="r" b="b"/>
              <a:pathLst>
                <a:path w="23095" h="5750" extrusionOk="0">
                  <a:moveTo>
                    <a:pt x="9357" y="0"/>
                  </a:moveTo>
                  <a:cubicBezTo>
                    <a:pt x="8859" y="0"/>
                    <a:pt x="8299" y="115"/>
                    <a:pt x="7689" y="420"/>
                  </a:cubicBezTo>
                  <a:cubicBezTo>
                    <a:pt x="5575" y="1479"/>
                    <a:pt x="4656" y="2750"/>
                    <a:pt x="3050" y="2750"/>
                  </a:cubicBezTo>
                  <a:cubicBezTo>
                    <a:pt x="2762" y="2750"/>
                    <a:pt x="2452" y="2709"/>
                    <a:pt x="2109" y="2619"/>
                  </a:cubicBezTo>
                  <a:cubicBezTo>
                    <a:pt x="1891" y="2556"/>
                    <a:pt x="1699" y="2527"/>
                    <a:pt x="1535" y="2527"/>
                  </a:cubicBezTo>
                  <a:cubicBezTo>
                    <a:pt x="1" y="2527"/>
                    <a:pt x="843" y="5045"/>
                    <a:pt x="4545" y="5525"/>
                  </a:cubicBezTo>
                  <a:cubicBezTo>
                    <a:pt x="5653" y="5671"/>
                    <a:pt x="6655" y="5749"/>
                    <a:pt x="7539" y="5749"/>
                  </a:cubicBezTo>
                  <a:cubicBezTo>
                    <a:pt x="9540" y="5749"/>
                    <a:pt x="10930" y="5346"/>
                    <a:pt x="11550" y="4400"/>
                  </a:cubicBezTo>
                  <a:cubicBezTo>
                    <a:pt x="12166" y="5346"/>
                    <a:pt x="13555" y="5749"/>
                    <a:pt x="15558" y="5749"/>
                  </a:cubicBezTo>
                  <a:cubicBezTo>
                    <a:pt x="16442" y="5749"/>
                    <a:pt x="17445" y="5671"/>
                    <a:pt x="18555" y="5525"/>
                  </a:cubicBezTo>
                  <a:cubicBezTo>
                    <a:pt x="22252" y="5045"/>
                    <a:pt x="23094" y="2527"/>
                    <a:pt x="21560" y="2527"/>
                  </a:cubicBezTo>
                  <a:cubicBezTo>
                    <a:pt x="21396" y="2527"/>
                    <a:pt x="21204" y="2556"/>
                    <a:pt x="20986" y="2619"/>
                  </a:cubicBezTo>
                  <a:cubicBezTo>
                    <a:pt x="20643" y="2709"/>
                    <a:pt x="20333" y="2750"/>
                    <a:pt x="20045" y="2750"/>
                  </a:cubicBezTo>
                  <a:cubicBezTo>
                    <a:pt x="18439" y="2750"/>
                    <a:pt x="17520" y="1479"/>
                    <a:pt x="15406" y="420"/>
                  </a:cubicBezTo>
                  <a:cubicBezTo>
                    <a:pt x="14797" y="115"/>
                    <a:pt x="14236" y="0"/>
                    <a:pt x="13738" y="0"/>
                  </a:cubicBezTo>
                  <a:cubicBezTo>
                    <a:pt x="12684" y="0"/>
                    <a:pt x="11911" y="516"/>
                    <a:pt x="11550" y="838"/>
                  </a:cubicBezTo>
                  <a:cubicBezTo>
                    <a:pt x="11185" y="516"/>
                    <a:pt x="10411" y="0"/>
                    <a:pt x="93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4534573" y="2658673"/>
              <a:ext cx="116336" cy="60577"/>
            </a:xfrm>
            <a:custGeom>
              <a:avLst/>
              <a:gdLst/>
              <a:ahLst/>
              <a:cxnLst/>
              <a:rect l="l" t="t" r="r" b="b"/>
              <a:pathLst>
                <a:path w="5819" h="3030" extrusionOk="0">
                  <a:moveTo>
                    <a:pt x="120" y="0"/>
                  </a:moveTo>
                  <a:cubicBezTo>
                    <a:pt x="63" y="238"/>
                    <a:pt x="1" y="418"/>
                    <a:pt x="1" y="655"/>
                  </a:cubicBezTo>
                  <a:cubicBezTo>
                    <a:pt x="1" y="1961"/>
                    <a:pt x="1307" y="3030"/>
                    <a:pt x="2912" y="3030"/>
                  </a:cubicBezTo>
                  <a:cubicBezTo>
                    <a:pt x="4512" y="3030"/>
                    <a:pt x="5818" y="1961"/>
                    <a:pt x="5818" y="655"/>
                  </a:cubicBezTo>
                  <a:cubicBezTo>
                    <a:pt x="5818" y="418"/>
                    <a:pt x="5761" y="238"/>
                    <a:pt x="5700" y="0"/>
                  </a:cubicBezTo>
                  <a:cubicBezTo>
                    <a:pt x="5343" y="1069"/>
                    <a:pt x="4218" y="1781"/>
                    <a:pt x="2912" y="1781"/>
                  </a:cubicBezTo>
                  <a:cubicBezTo>
                    <a:pt x="1606" y="1781"/>
                    <a:pt x="476" y="1069"/>
                    <a:pt x="120" y="0"/>
                  </a:cubicBezTo>
                  <a:close/>
                </a:path>
              </a:pathLst>
            </a:custGeom>
            <a:solidFill>
              <a:srgbClr val="E57D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4635493" y="2478264"/>
              <a:ext cx="193427" cy="140067"/>
            </a:xfrm>
            <a:custGeom>
              <a:avLst/>
              <a:gdLst/>
              <a:ahLst/>
              <a:cxnLst/>
              <a:rect l="l" t="t" r="r" b="b"/>
              <a:pathLst>
                <a:path w="9675" h="7006" extrusionOk="0">
                  <a:moveTo>
                    <a:pt x="6175" y="2912"/>
                  </a:moveTo>
                  <a:cubicBezTo>
                    <a:pt x="6944" y="2912"/>
                    <a:pt x="7599" y="3563"/>
                    <a:pt x="7599" y="4394"/>
                  </a:cubicBezTo>
                  <a:cubicBezTo>
                    <a:pt x="7599" y="5225"/>
                    <a:pt x="6944" y="5880"/>
                    <a:pt x="6175" y="5880"/>
                  </a:cubicBezTo>
                  <a:cubicBezTo>
                    <a:pt x="5401" y="5880"/>
                    <a:pt x="4750" y="5225"/>
                    <a:pt x="4750" y="4394"/>
                  </a:cubicBezTo>
                  <a:cubicBezTo>
                    <a:pt x="4750" y="3563"/>
                    <a:pt x="5401" y="2912"/>
                    <a:pt x="6175" y="2912"/>
                  </a:cubicBezTo>
                  <a:close/>
                  <a:moveTo>
                    <a:pt x="4869" y="1"/>
                  </a:moveTo>
                  <a:cubicBezTo>
                    <a:pt x="2195" y="1"/>
                    <a:pt x="1" y="1544"/>
                    <a:pt x="1" y="3506"/>
                  </a:cubicBezTo>
                  <a:cubicBezTo>
                    <a:pt x="1" y="5462"/>
                    <a:pt x="2195" y="7006"/>
                    <a:pt x="4869" y="7006"/>
                  </a:cubicBezTo>
                  <a:cubicBezTo>
                    <a:pt x="7538" y="7006"/>
                    <a:pt x="9675" y="5462"/>
                    <a:pt x="9675" y="3506"/>
                  </a:cubicBezTo>
                  <a:cubicBezTo>
                    <a:pt x="9675" y="1544"/>
                    <a:pt x="7538" y="1"/>
                    <a:pt x="4869" y="1"/>
                  </a:cubicBezTo>
                  <a:close/>
                </a:path>
              </a:pathLst>
            </a:custGeom>
            <a:solidFill>
              <a:srgbClr val="FBB5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4730436" y="2536481"/>
              <a:ext cx="56999" cy="59358"/>
            </a:xfrm>
            <a:custGeom>
              <a:avLst/>
              <a:gdLst/>
              <a:ahLst/>
              <a:cxnLst/>
              <a:rect l="l" t="t" r="r" b="b"/>
              <a:pathLst>
                <a:path w="2851" h="2969" extrusionOk="0">
                  <a:moveTo>
                    <a:pt x="1426" y="0"/>
                  </a:moveTo>
                  <a:cubicBezTo>
                    <a:pt x="652" y="0"/>
                    <a:pt x="1" y="651"/>
                    <a:pt x="1" y="1482"/>
                  </a:cubicBezTo>
                  <a:cubicBezTo>
                    <a:pt x="1" y="2313"/>
                    <a:pt x="652" y="2968"/>
                    <a:pt x="1426" y="2968"/>
                  </a:cubicBezTo>
                  <a:cubicBezTo>
                    <a:pt x="2195" y="2968"/>
                    <a:pt x="2850" y="2313"/>
                    <a:pt x="2850" y="1482"/>
                  </a:cubicBezTo>
                  <a:cubicBezTo>
                    <a:pt x="2850" y="651"/>
                    <a:pt x="2195" y="0"/>
                    <a:pt x="14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4361301" y="2478264"/>
              <a:ext cx="192288" cy="140067"/>
            </a:xfrm>
            <a:custGeom>
              <a:avLst/>
              <a:gdLst/>
              <a:ahLst/>
              <a:cxnLst/>
              <a:rect l="l" t="t" r="r" b="b"/>
              <a:pathLst>
                <a:path w="9618" h="7006" extrusionOk="0">
                  <a:moveTo>
                    <a:pt x="6056" y="2912"/>
                  </a:moveTo>
                  <a:cubicBezTo>
                    <a:pt x="6887" y="2912"/>
                    <a:pt x="7481" y="3563"/>
                    <a:pt x="7481" y="4394"/>
                  </a:cubicBezTo>
                  <a:cubicBezTo>
                    <a:pt x="7481" y="5225"/>
                    <a:pt x="6887" y="5880"/>
                    <a:pt x="6056" y="5880"/>
                  </a:cubicBezTo>
                  <a:cubicBezTo>
                    <a:pt x="5286" y="5880"/>
                    <a:pt x="4631" y="5225"/>
                    <a:pt x="4631" y="4394"/>
                  </a:cubicBezTo>
                  <a:cubicBezTo>
                    <a:pt x="4631" y="3563"/>
                    <a:pt x="5286" y="2912"/>
                    <a:pt x="6056" y="2912"/>
                  </a:cubicBezTo>
                  <a:close/>
                  <a:moveTo>
                    <a:pt x="4812" y="1"/>
                  </a:moveTo>
                  <a:cubicBezTo>
                    <a:pt x="2138" y="1"/>
                    <a:pt x="1" y="1544"/>
                    <a:pt x="1" y="3506"/>
                  </a:cubicBezTo>
                  <a:cubicBezTo>
                    <a:pt x="1" y="5462"/>
                    <a:pt x="2138" y="7006"/>
                    <a:pt x="4812" y="7006"/>
                  </a:cubicBezTo>
                  <a:cubicBezTo>
                    <a:pt x="7481" y="7006"/>
                    <a:pt x="9618" y="5462"/>
                    <a:pt x="9618" y="3506"/>
                  </a:cubicBezTo>
                  <a:cubicBezTo>
                    <a:pt x="9618" y="1544"/>
                    <a:pt x="7481" y="1"/>
                    <a:pt x="4812" y="1"/>
                  </a:cubicBezTo>
                  <a:close/>
                </a:path>
              </a:pathLst>
            </a:custGeom>
            <a:solidFill>
              <a:srgbClr val="FBB5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4453885" y="2536481"/>
              <a:ext cx="56979" cy="59358"/>
            </a:xfrm>
            <a:custGeom>
              <a:avLst/>
              <a:gdLst/>
              <a:ahLst/>
              <a:cxnLst/>
              <a:rect l="l" t="t" r="r" b="b"/>
              <a:pathLst>
                <a:path w="2850" h="2969" extrusionOk="0">
                  <a:moveTo>
                    <a:pt x="1425" y="0"/>
                  </a:moveTo>
                  <a:cubicBezTo>
                    <a:pt x="655" y="0"/>
                    <a:pt x="0" y="651"/>
                    <a:pt x="0" y="1482"/>
                  </a:cubicBezTo>
                  <a:cubicBezTo>
                    <a:pt x="0" y="2313"/>
                    <a:pt x="655" y="2968"/>
                    <a:pt x="1425" y="2968"/>
                  </a:cubicBezTo>
                  <a:cubicBezTo>
                    <a:pt x="2256" y="2968"/>
                    <a:pt x="2850" y="2313"/>
                    <a:pt x="2850" y="1482"/>
                  </a:cubicBezTo>
                  <a:cubicBezTo>
                    <a:pt x="2850" y="651"/>
                    <a:pt x="2256" y="0"/>
                    <a:pt x="14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4259242" y="2458152"/>
              <a:ext cx="668249" cy="180412"/>
            </a:xfrm>
            <a:custGeom>
              <a:avLst/>
              <a:gdLst/>
              <a:ahLst/>
              <a:cxnLst/>
              <a:rect l="l" t="t" r="r" b="b"/>
              <a:pathLst>
                <a:path w="33425" h="9024" extrusionOk="0">
                  <a:moveTo>
                    <a:pt x="9974" y="1662"/>
                  </a:moveTo>
                  <a:cubicBezTo>
                    <a:pt x="12172" y="1662"/>
                    <a:pt x="14072" y="2968"/>
                    <a:pt x="14072" y="4512"/>
                  </a:cubicBezTo>
                  <a:cubicBezTo>
                    <a:pt x="14072" y="6112"/>
                    <a:pt x="12229" y="7361"/>
                    <a:pt x="9974" y="7361"/>
                  </a:cubicBezTo>
                  <a:cubicBezTo>
                    <a:pt x="7718" y="7361"/>
                    <a:pt x="5880" y="6112"/>
                    <a:pt x="5880" y="4512"/>
                  </a:cubicBezTo>
                  <a:cubicBezTo>
                    <a:pt x="5880" y="2968"/>
                    <a:pt x="7780" y="1662"/>
                    <a:pt x="9974" y="1662"/>
                  </a:cubicBezTo>
                  <a:close/>
                  <a:moveTo>
                    <a:pt x="23689" y="1662"/>
                  </a:moveTo>
                  <a:cubicBezTo>
                    <a:pt x="25883" y="1662"/>
                    <a:pt x="27782" y="2968"/>
                    <a:pt x="27782" y="4512"/>
                  </a:cubicBezTo>
                  <a:cubicBezTo>
                    <a:pt x="27782" y="6112"/>
                    <a:pt x="25944" y="7361"/>
                    <a:pt x="23689" y="7361"/>
                  </a:cubicBezTo>
                  <a:cubicBezTo>
                    <a:pt x="21433" y="7361"/>
                    <a:pt x="19590" y="6112"/>
                    <a:pt x="19590" y="4512"/>
                  </a:cubicBezTo>
                  <a:cubicBezTo>
                    <a:pt x="19590" y="2968"/>
                    <a:pt x="21490" y="1662"/>
                    <a:pt x="23689" y="1662"/>
                  </a:cubicBezTo>
                  <a:close/>
                  <a:moveTo>
                    <a:pt x="9974" y="0"/>
                  </a:moveTo>
                  <a:cubicBezTo>
                    <a:pt x="7661" y="0"/>
                    <a:pt x="5699" y="1069"/>
                    <a:pt x="4811" y="2612"/>
                  </a:cubicBezTo>
                  <a:cubicBezTo>
                    <a:pt x="3919" y="2256"/>
                    <a:pt x="2138" y="1544"/>
                    <a:pt x="300" y="1244"/>
                  </a:cubicBezTo>
                  <a:lnTo>
                    <a:pt x="1" y="2850"/>
                  </a:lnTo>
                  <a:cubicBezTo>
                    <a:pt x="1725" y="3206"/>
                    <a:pt x="3505" y="3856"/>
                    <a:pt x="4275" y="4213"/>
                  </a:cubicBezTo>
                  <a:lnTo>
                    <a:pt x="4275" y="4512"/>
                  </a:lnTo>
                  <a:cubicBezTo>
                    <a:pt x="4275" y="7005"/>
                    <a:pt x="6830" y="9023"/>
                    <a:pt x="9974" y="9023"/>
                  </a:cubicBezTo>
                  <a:cubicBezTo>
                    <a:pt x="13122" y="9023"/>
                    <a:pt x="15672" y="7005"/>
                    <a:pt x="15672" y="4512"/>
                  </a:cubicBezTo>
                  <a:lnTo>
                    <a:pt x="15672" y="4156"/>
                  </a:lnTo>
                  <a:cubicBezTo>
                    <a:pt x="15853" y="3975"/>
                    <a:pt x="16209" y="3738"/>
                    <a:pt x="16803" y="3738"/>
                  </a:cubicBezTo>
                  <a:cubicBezTo>
                    <a:pt x="17453" y="3738"/>
                    <a:pt x="17809" y="3975"/>
                    <a:pt x="17990" y="4156"/>
                  </a:cubicBezTo>
                  <a:cubicBezTo>
                    <a:pt x="17990" y="4274"/>
                    <a:pt x="17928" y="4393"/>
                    <a:pt x="17928" y="4512"/>
                  </a:cubicBezTo>
                  <a:cubicBezTo>
                    <a:pt x="17928" y="7005"/>
                    <a:pt x="20540" y="9023"/>
                    <a:pt x="23689" y="9023"/>
                  </a:cubicBezTo>
                  <a:cubicBezTo>
                    <a:pt x="26833" y="9023"/>
                    <a:pt x="29388" y="7005"/>
                    <a:pt x="29388" y="4512"/>
                  </a:cubicBezTo>
                  <a:lnTo>
                    <a:pt x="29388" y="4094"/>
                  </a:lnTo>
                  <a:cubicBezTo>
                    <a:pt x="30219" y="3738"/>
                    <a:pt x="31819" y="3144"/>
                    <a:pt x="33424" y="2850"/>
                  </a:cubicBezTo>
                  <a:lnTo>
                    <a:pt x="33125" y="1244"/>
                  </a:lnTo>
                  <a:cubicBezTo>
                    <a:pt x="31463" y="1544"/>
                    <a:pt x="29744" y="2137"/>
                    <a:pt x="28851" y="2550"/>
                  </a:cubicBezTo>
                  <a:cubicBezTo>
                    <a:pt x="27901" y="1069"/>
                    <a:pt x="25944" y="0"/>
                    <a:pt x="23689" y="0"/>
                  </a:cubicBezTo>
                  <a:cubicBezTo>
                    <a:pt x="21433" y="0"/>
                    <a:pt x="19472" y="1069"/>
                    <a:pt x="18522" y="2550"/>
                  </a:cubicBezTo>
                  <a:cubicBezTo>
                    <a:pt x="18109" y="2256"/>
                    <a:pt x="17515" y="2075"/>
                    <a:pt x="16803" y="2075"/>
                  </a:cubicBezTo>
                  <a:cubicBezTo>
                    <a:pt x="16147" y="2075"/>
                    <a:pt x="15554" y="2256"/>
                    <a:pt x="15140" y="2550"/>
                  </a:cubicBezTo>
                  <a:cubicBezTo>
                    <a:pt x="14191" y="1007"/>
                    <a:pt x="12229" y="0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4501346" y="2297276"/>
              <a:ext cx="185171" cy="19613"/>
            </a:xfrm>
            <a:custGeom>
              <a:avLst/>
              <a:gdLst/>
              <a:ahLst/>
              <a:cxnLst/>
              <a:rect l="l" t="t" r="r" b="b"/>
              <a:pathLst>
                <a:path w="9262" h="981" extrusionOk="0">
                  <a:moveTo>
                    <a:pt x="3404" y="0"/>
                  </a:moveTo>
                  <a:cubicBezTo>
                    <a:pt x="2184" y="0"/>
                    <a:pt x="917" y="118"/>
                    <a:pt x="1" y="686"/>
                  </a:cubicBezTo>
                  <a:cubicBezTo>
                    <a:pt x="1352" y="539"/>
                    <a:pt x="2704" y="355"/>
                    <a:pt x="4088" y="355"/>
                  </a:cubicBezTo>
                  <a:cubicBezTo>
                    <a:pt x="4406" y="355"/>
                    <a:pt x="4727" y="365"/>
                    <a:pt x="5049" y="387"/>
                  </a:cubicBezTo>
                  <a:cubicBezTo>
                    <a:pt x="6474" y="506"/>
                    <a:pt x="7836" y="743"/>
                    <a:pt x="9261" y="981"/>
                  </a:cubicBezTo>
                  <a:cubicBezTo>
                    <a:pt x="7836" y="387"/>
                    <a:pt x="6236" y="93"/>
                    <a:pt x="4693" y="31"/>
                  </a:cubicBezTo>
                  <a:cubicBezTo>
                    <a:pt x="4282" y="16"/>
                    <a:pt x="3846" y="0"/>
                    <a:pt x="3404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4491850" y="2328624"/>
              <a:ext cx="205383" cy="19133"/>
            </a:xfrm>
            <a:custGeom>
              <a:avLst/>
              <a:gdLst/>
              <a:ahLst/>
              <a:cxnLst/>
              <a:rect l="l" t="t" r="r" b="b"/>
              <a:pathLst>
                <a:path w="10273" h="957" extrusionOk="0">
                  <a:moveTo>
                    <a:pt x="5489" y="1"/>
                  </a:moveTo>
                  <a:cubicBezTo>
                    <a:pt x="3611" y="1"/>
                    <a:pt x="1747" y="334"/>
                    <a:pt x="1" y="956"/>
                  </a:cubicBezTo>
                  <a:cubicBezTo>
                    <a:pt x="1782" y="662"/>
                    <a:pt x="3624" y="305"/>
                    <a:pt x="5462" y="305"/>
                  </a:cubicBezTo>
                  <a:cubicBezTo>
                    <a:pt x="6236" y="305"/>
                    <a:pt x="7006" y="424"/>
                    <a:pt x="7780" y="481"/>
                  </a:cubicBezTo>
                  <a:cubicBezTo>
                    <a:pt x="8611" y="543"/>
                    <a:pt x="9442" y="662"/>
                    <a:pt x="10273" y="719"/>
                  </a:cubicBezTo>
                  <a:cubicBezTo>
                    <a:pt x="9499" y="481"/>
                    <a:pt x="8729" y="305"/>
                    <a:pt x="7898" y="187"/>
                  </a:cubicBezTo>
                  <a:cubicBezTo>
                    <a:pt x="7098" y="62"/>
                    <a:pt x="6292" y="1"/>
                    <a:pt x="5489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4504965" y="2355893"/>
              <a:ext cx="179173" cy="16834"/>
            </a:xfrm>
            <a:custGeom>
              <a:avLst/>
              <a:gdLst/>
              <a:ahLst/>
              <a:cxnLst/>
              <a:rect l="l" t="t" r="r" b="b"/>
              <a:pathLst>
                <a:path w="8962" h="842" extrusionOk="0">
                  <a:moveTo>
                    <a:pt x="4247" y="1"/>
                  </a:moveTo>
                  <a:cubicBezTo>
                    <a:pt x="2763" y="1"/>
                    <a:pt x="1332" y="252"/>
                    <a:pt x="0" y="841"/>
                  </a:cubicBezTo>
                  <a:cubicBezTo>
                    <a:pt x="1612" y="550"/>
                    <a:pt x="3223" y="452"/>
                    <a:pt x="4844" y="452"/>
                  </a:cubicBezTo>
                  <a:cubicBezTo>
                    <a:pt x="6208" y="452"/>
                    <a:pt x="7579" y="521"/>
                    <a:pt x="8961" y="604"/>
                  </a:cubicBezTo>
                  <a:cubicBezTo>
                    <a:pt x="7598" y="366"/>
                    <a:pt x="6174" y="67"/>
                    <a:pt x="4749" y="10"/>
                  </a:cubicBezTo>
                  <a:cubicBezTo>
                    <a:pt x="4581" y="4"/>
                    <a:pt x="4413" y="1"/>
                    <a:pt x="4247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4408902" y="2859333"/>
              <a:ext cx="614529" cy="536339"/>
            </a:xfrm>
            <a:custGeom>
              <a:avLst/>
              <a:gdLst/>
              <a:ahLst/>
              <a:cxnLst/>
              <a:rect l="l" t="t" r="r" b="b"/>
              <a:pathLst>
                <a:path w="30738" h="26827" extrusionOk="0">
                  <a:moveTo>
                    <a:pt x="17371" y="0"/>
                  </a:moveTo>
                  <a:cubicBezTo>
                    <a:pt x="16828" y="0"/>
                    <a:pt x="16342" y="305"/>
                    <a:pt x="16203" y="530"/>
                  </a:cubicBezTo>
                  <a:cubicBezTo>
                    <a:pt x="15666" y="1361"/>
                    <a:pt x="16321" y="3797"/>
                    <a:pt x="16735" y="4804"/>
                  </a:cubicBezTo>
                  <a:cubicBezTo>
                    <a:pt x="17070" y="5697"/>
                    <a:pt x="17090" y="7380"/>
                    <a:pt x="16400" y="7380"/>
                  </a:cubicBezTo>
                  <a:cubicBezTo>
                    <a:pt x="16356" y="7380"/>
                    <a:pt x="16309" y="7373"/>
                    <a:pt x="16260" y="7359"/>
                  </a:cubicBezTo>
                  <a:cubicBezTo>
                    <a:pt x="15490" y="7060"/>
                    <a:pt x="10266" y="6409"/>
                    <a:pt x="8960" y="5754"/>
                  </a:cubicBezTo>
                  <a:cubicBezTo>
                    <a:pt x="7593" y="5160"/>
                    <a:pt x="5161" y="3797"/>
                    <a:pt x="3618" y="3498"/>
                  </a:cubicBezTo>
                  <a:cubicBezTo>
                    <a:pt x="3527" y="3480"/>
                    <a:pt x="3440" y="3472"/>
                    <a:pt x="3359" y="3472"/>
                  </a:cubicBezTo>
                  <a:cubicBezTo>
                    <a:pt x="2322" y="3472"/>
                    <a:pt x="2061" y="4786"/>
                    <a:pt x="2668" y="5279"/>
                  </a:cubicBezTo>
                  <a:cubicBezTo>
                    <a:pt x="2668" y="5279"/>
                    <a:pt x="2062" y="4996"/>
                    <a:pt x="1463" y="4996"/>
                  </a:cubicBezTo>
                  <a:cubicBezTo>
                    <a:pt x="1035" y="4996"/>
                    <a:pt x="610" y="5140"/>
                    <a:pt x="412" y="5635"/>
                  </a:cubicBezTo>
                  <a:cubicBezTo>
                    <a:pt x="0" y="6806"/>
                    <a:pt x="1094" y="7515"/>
                    <a:pt x="2378" y="8446"/>
                  </a:cubicBezTo>
                  <a:lnTo>
                    <a:pt x="2378" y="8446"/>
                  </a:lnTo>
                  <a:cubicBezTo>
                    <a:pt x="2251" y="8357"/>
                    <a:pt x="1919" y="8148"/>
                    <a:pt x="1622" y="8148"/>
                  </a:cubicBezTo>
                  <a:cubicBezTo>
                    <a:pt x="1407" y="8148"/>
                    <a:pt x="1211" y="8258"/>
                    <a:pt x="1125" y="8603"/>
                  </a:cubicBezTo>
                  <a:cubicBezTo>
                    <a:pt x="890" y="9541"/>
                    <a:pt x="1351" y="10192"/>
                    <a:pt x="3477" y="11407"/>
                  </a:cubicBezTo>
                  <a:lnTo>
                    <a:pt x="3477" y="11407"/>
                  </a:lnTo>
                  <a:cubicBezTo>
                    <a:pt x="3361" y="11346"/>
                    <a:pt x="3132" y="11246"/>
                    <a:pt x="2893" y="11246"/>
                  </a:cubicBezTo>
                  <a:cubicBezTo>
                    <a:pt x="2628" y="11246"/>
                    <a:pt x="2349" y="11369"/>
                    <a:pt x="2193" y="11809"/>
                  </a:cubicBezTo>
                  <a:cubicBezTo>
                    <a:pt x="1775" y="12877"/>
                    <a:pt x="4387" y="14302"/>
                    <a:pt x="6586" y="14777"/>
                  </a:cubicBezTo>
                  <a:cubicBezTo>
                    <a:pt x="8842" y="15313"/>
                    <a:pt x="12285" y="16439"/>
                    <a:pt x="13529" y="16914"/>
                  </a:cubicBezTo>
                  <a:cubicBezTo>
                    <a:pt x="14716" y="17450"/>
                    <a:pt x="16203" y="18044"/>
                    <a:pt x="18159" y="18813"/>
                  </a:cubicBezTo>
                  <a:cubicBezTo>
                    <a:pt x="22315" y="20357"/>
                    <a:pt x="25164" y="26236"/>
                    <a:pt x="26114" y="26768"/>
                  </a:cubicBezTo>
                  <a:cubicBezTo>
                    <a:pt x="26182" y="26808"/>
                    <a:pt x="26262" y="26827"/>
                    <a:pt x="26352" y="26827"/>
                  </a:cubicBezTo>
                  <a:cubicBezTo>
                    <a:pt x="27599" y="26827"/>
                    <a:pt x="30738" y="23177"/>
                    <a:pt x="29794" y="21131"/>
                  </a:cubicBezTo>
                  <a:cubicBezTo>
                    <a:pt x="29794" y="21131"/>
                    <a:pt x="24808" y="13532"/>
                    <a:pt x="24096" y="11571"/>
                  </a:cubicBezTo>
                  <a:cubicBezTo>
                    <a:pt x="23445" y="9614"/>
                    <a:pt x="21246" y="7834"/>
                    <a:pt x="20771" y="6528"/>
                  </a:cubicBezTo>
                  <a:cubicBezTo>
                    <a:pt x="20358" y="5222"/>
                    <a:pt x="19347" y="3322"/>
                    <a:pt x="18990" y="1660"/>
                  </a:cubicBezTo>
                  <a:cubicBezTo>
                    <a:pt x="18648" y="377"/>
                    <a:pt x="17975" y="0"/>
                    <a:pt x="17371" y="0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4462241" y="2963711"/>
              <a:ext cx="166158" cy="63096"/>
            </a:xfrm>
            <a:custGeom>
              <a:avLst/>
              <a:gdLst/>
              <a:ahLst/>
              <a:cxnLst/>
              <a:rect l="l" t="t" r="r" b="b"/>
              <a:pathLst>
                <a:path w="8311" h="3156" extrusionOk="0">
                  <a:moveTo>
                    <a:pt x="0" y="1"/>
                  </a:moveTo>
                  <a:lnTo>
                    <a:pt x="0" y="58"/>
                  </a:lnTo>
                  <a:cubicBezTo>
                    <a:pt x="0" y="58"/>
                    <a:pt x="1482" y="1126"/>
                    <a:pt x="2550" y="1544"/>
                  </a:cubicBezTo>
                  <a:cubicBezTo>
                    <a:pt x="4281" y="2325"/>
                    <a:pt x="7054" y="3155"/>
                    <a:pt x="8125" y="3155"/>
                  </a:cubicBezTo>
                  <a:cubicBezTo>
                    <a:pt x="8194" y="3155"/>
                    <a:pt x="8256" y="3152"/>
                    <a:pt x="8311" y="3144"/>
                  </a:cubicBezTo>
                  <a:cubicBezTo>
                    <a:pt x="8311" y="3144"/>
                    <a:pt x="3738" y="1957"/>
                    <a:pt x="2731" y="1307"/>
                  </a:cubicBezTo>
                  <a:cubicBezTo>
                    <a:pt x="2137" y="950"/>
                    <a:pt x="1126" y="476"/>
                    <a:pt x="0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4449127" y="3023048"/>
              <a:ext cx="176914" cy="55759"/>
            </a:xfrm>
            <a:custGeom>
              <a:avLst/>
              <a:gdLst/>
              <a:ahLst/>
              <a:cxnLst/>
              <a:rect l="l" t="t" r="r" b="b"/>
              <a:pathLst>
                <a:path w="8849" h="2789" extrusionOk="0">
                  <a:moveTo>
                    <a:pt x="1" y="1"/>
                  </a:moveTo>
                  <a:lnTo>
                    <a:pt x="1" y="1"/>
                  </a:lnTo>
                  <a:cubicBezTo>
                    <a:pt x="175" y="131"/>
                    <a:pt x="392" y="254"/>
                    <a:pt x="638" y="368"/>
                  </a:cubicBezTo>
                  <a:lnTo>
                    <a:pt x="638" y="368"/>
                  </a:lnTo>
                  <a:cubicBezTo>
                    <a:pt x="242" y="151"/>
                    <a:pt x="1" y="1"/>
                    <a:pt x="1" y="1"/>
                  </a:cubicBezTo>
                  <a:close/>
                  <a:moveTo>
                    <a:pt x="638" y="368"/>
                  </a:moveTo>
                  <a:lnTo>
                    <a:pt x="638" y="368"/>
                  </a:lnTo>
                  <a:cubicBezTo>
                    <a:pt x="1485" y="831"/>
                    <a:pt x="3038" y="1596"/>
                    <a:pt x="4455" y="1839"/>
                  </a:cubicBezTo>
                  <a:cubicBezTo>
                    <a:pt x="6592" y="2138"/>
                    <a:pt x="7067" y="2432"/>
                    <a:pt x="8848" y="2788"/>
                  </a:cubicBezTo>
                  <a:cubicBezTo>
                    <a:pt x="8848" y="2788"/>
                    <a:pt x="5343" y="1601"/>
                    <a:pt x="4275" y="1425"/>
                  </a:cubicBezTo>
                  <a:cubicBezTo>
                    <a:pt x="3402" y="1231"/>
                    <a:pt x="1736" y="879"/>
                    <a:pt x="638" y="368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4474097" y="3084763"/>
              <a:ext cx="128192" cy="38006"/>
            </a:xfrm>
            <a:custGeom>
              <a:avLst/>
              <a:gdLst/>
              <a:ahLst/>
              <a:cxnLst/>
              <a:rect l="l" t="t" r="r" b="b"/>
              <a:pathLst>
                <a:path w="6412" h="1901" extrusionOk="0">
                  <a:moveTo>
                    <a:pt x="1" y="1"/>
                  </a:moveTo>
                  <a:cubicBezTo>
                    <a:pt x="1" y="1"/>
                    <a:pt x="1957" y="950"/>
                    <a:pt x="3325" y="1126"/>
                  </a:cubicBezTo>
                  <a:cubicBezTo>
                    <a:pt x="4807" y="1364"/>
                    <a:pt x="6412" y="1900"/>
                    <a:pt x="6412" y="1900"/>
                  </a:cubicBezTo>
                  <a:cubicBezTo>
                    <a:pt x="6412" y="1900"/>
                    <a:pt x="4037" y="889"/>
                    <a:pt x="2850" y="713"/>
                  </a:cubicBezTo>
                  <a:cubicBezTo>
                    <a:pt x="1839" y="594"/>
                    <a:pt x="295" y="58"/>
                    <a:pt x="1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4754186" y="3100137"/>
              <a:ext cx="791563" cy="975114"/>
            </a:xfrm>
            <a:custGeom>
              <a:avLst/>
              <a:gdLst/>
              <a:ahLst/>
              <a:cxnLst/>
              <a:rect l="l" t="t" r="r" b="b"/>
              <a:pathLst>
                <a:path w="39593" h="48774" extrusionOk="0">
                  <a:moveTo>
                    <a:pt x="10804" y="1"/>
                  </a:moveTo>
                  <a:lnTo>
                    <a:pt x="0" y="8549"/>
                  </a:lnTo>
                  <a:cubicBezTo>
                    <a:pt x="1363" y="10568"/>
                    <a:pt x="2731" y="12705"/>
                    <a:pt x="4037" y="14785"/>
                  </a:cubicBezTo>
                  <a:cubicBezTo>
                    <a:pt x="5875" y="17691"/>
                    <a:pt x="7656" y="20659"/>
                    <a:pt x="9437" y="23570"/>
                  </a:cubicBezTo>
                  <a:cubicBezTo>
                    <a:pt x="9854" y="24283"/>
                    <a:pt x="10211" y="24933"/>
                    <a:pt x="10567" y="25646"/>
                  </a:cubicBezTo>
                  <a:cubicBezTo>
                    <a:pt x="11099" y="26595"/>
                    <a:pt x="18996" y="38411"/>
                    <a:pt x="20715" y="40904"/>
                  </a:cubicBezTo>
                  <a:cubicBezTo>
                    <a:pt x="21133" y="41436"/>
                    <a:pt x="24458" y="46066"/>
                    <a:pt x="25051" y="46541"/>
                  </a:cubicBezTo>
                  <a:cubicBezTo>
                    <a:pt x="26177" y="47553"/>
                    <a:pt x="27601" y="48265"/>
                    <a:pt x="29088" y="48621"/>
                  </a:cubicBezTo>
                  <a:cubicBezTo>
                    <a:pt x="29654" y="48733"/>
                    <a:pt x="30221" y="48774"/>
                    <a:pt x="30789" y="48774"/>
                  </a:cubicBezTo>
                  <a:cubicBezTo>
                    <a:pt x="31112" y="48774"/>
                    <a:pt x="31435" y="48761"/>
                    <a:pt x="31757" y="48740"/>
                  </a:cubicBezTo>
                  <a:cubicBezTo>
                    <a:pt x="32232" y="48678"/>
                    <a:pt x="32707" y="48678"/>
                    <a:pt x="33125" y="48441"/>
                  </a:cubicBezTo>
                  <a:lnTo>
                    <a:pt x="34013" y="48085"/>
                  </a:lnTo>
                  <a:cubicBezTo>
                    <a:pt x="34668" y="47790"/>
                    <a:pt x="35262" y="47491"/>
                    <a:pt x="35793" y="47078"/>
                  </a:cubicBezTo>
                  <a:cubicBezTo>
                    <a:pt x="35974" y="46959"/>
                    <a:pt x="36150" y="46840"/>
                    <a:pt x="36387" y="46660"/>
                  </a:cubicBezTo>
                  <a:cubicBezTo>
                    <a:pt x="36506" y="46603"/>
                    <a:pt x="36625" y="46484"/>
                    <a:pt x="36805" y="46366"/>
                  </a:cubicBezTo>
                  <a:cubicBezTo>
                    <a:pt x="37693" y="45534"/>
                    <a:pt x="39593" y="43160"/>
                    <a:pt x="39593" y="39361"/>
                  </a:cubicBezTo>
                  <a:cubicBezTo>
                    <a:pt x="39593" y="38112"/>
                    <a:pt x="39237" y="36630"/>
                    <a:pt x="38762" y="35500"/>
                  </a:cubicBezTo>
                  <a:cubicBezTo>
                    <a:pt x="38643" y="35262"/>
                    <a:pt x="37280" y="32650"/>
                    <a:pt x="36981" y="32119"/>
                  </a:cubicBezTo>
                  <a:cubicBezTo>
                    <a:pt x="36387" y="30931"/>
                    <a:pt x="35675" y="29801"/>
                    <a:pt x="34844" y="28794"/>
                  </a:cubicBezTo>
                  <a:cubicBezTo>
                    <a:pt x="33419" y="27013"/>
                    <a:pt x="15791" y="5700"/>
                    <a:pt x="10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7" name="Google Shape;437;p29"/>
          <p:cNvSpPr txBox="1">
            <a:spLocks noGrp="1"/>
          </p:cNvSpPr>
          <p:nvPr>
            <p:ph type="subTitle" idx="1"/>
          </p:nvPr>
        </p:nvSpPr>
        <p:spPr>
          <a:xfrm>
            <a:off x="4605302" y="1543175"/>
            <a:ext cx="3201900" cy="26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29"/>
          <p:cNvSpPr txBox="1">
            <a:spLocks noGrp="1"/>
          </p:cNvSpPr>
          <p:nvPr>
            <p:ph type="subTitle" idx="2"/>
          </p:nvPr>
        </p:nvSpPr>
        <p:spPr>
          <a:xfrm>
            <a:off x="713225" y="1543175"/>
            <a:ext cx="3201900" cy="26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8"/>
          <p:cNvSpPr txBox="1">
            <a:spLocks noGrp="1"/>
          </p:cNvSpPr>
          <p:nvPr>
            <p:ph type="ctrTitle"/>
          </p:nvPr>
        </p:nvSpPr>
        <p:spPr>
          <a:xfrm>
            <a:off x="460551" y="1683115"/>
            <a:ext cx="5259900" cy="17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600" dirty="0" err="1"/>
              <a:t>AlzDx</a:t>
            </a:r>
            <a:r>
              <a:rPr lang="en-IN" sz="3600" dirty="0"/>
              <a:t> : AI-Based Early Detection of Alzheimer's Disease Using Speech and Machine Learning</a:t>
            </a:r>
            <a:endParaRPr sz="3600" b="1" dirty="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79" name="Google Shape;479;p38"/>
          <p:cNvSpPr txBox="1">
            <a:spLocks noGrp="1"/>
          </p:cNvSpPr>
          <p:nvPr>
            <p:ph type="subTitle" idx="1"/>
          </p:nvPr>
        </p:nvSpPr>
        <p:spPr>
          <a:xfrm>
            <a:off x="606601" y="3639144"/>
            <a:ext cx="4338300" cy="10985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IN" dirty="0"/>
              <a:t>By-</a:t>
            </a:r>
            <a:endParaRPr lang="en-IN" dirty="0"/>
          </a:p>
          <a:p>
            <a:pPr lvl="0" algn="l"/>
            <a:r>
              <a:rPr lang="en-IN" dirty="0"/>
              <a:t>Bhanu Prakash </a:t>
            </a:r>
            <a:endParaRPr lang="en-IN" dirty="0"/>
          </a:p>
          <a:p>
            <a:pPr lvl="0" algn="l"/>
            <a:r>
              <a:rPr lang="en-IN" dirty="0"/>
              <a:t>Myneni </a:t>
            </a:r>
            <a:r>
              <a:rPr lang="en-IN" dirty="0" err="1"/>
              <a:t>Krishita</a:t>
            </a:r>
            <a:r>
              <a:rPr lang="en-IN" dirty="0"/>
              <a:t> </a:t>
            </a:r>
            <a:endParaRPr lang="en-IN" dirty="0"/>
          </a:p>
          <a:p>
            <a:pPr lvl="0" algn="l"/>
            <a:r>
              <a:rPr lang="en-IN" dirty="0"/>
              <a:t>D.L.S. Laasya Priya</a:t>
            </a:r>
            <a:endParaRPr lang="en-IN" dirty="0"/>
          </a:p>
        </p:txBody>
      </p:sp>
      <p:sp>
        <p:nvSpPr>
          <p:cNvPr id="480" name="Google Shape;480;p38"/>
          <p:cNvSpPr/>
          <p:nvPr/>
        </p:nvSpPr>
        <p:spPr>
          <a:xfrm>
            <a:off x="5907450" y="1043300"/>
            <a:ext cx="2904600" cy="41478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81" name="Google Shape;481;p38"/>
          <p:cNvGrpSpPr/>
          <p:nvPr/>
        </p:nvGrpSpPr>
        <p:grpSpPr>
          <a:xfrm>
            <a:off x="5576530" y="1374800"/>
            <a:ext cx="3458610" cy="3768679"/>
            <a:chOff x="5576530" y="1374800"/>
            <a:chExt cx="3458610" cy="3768679"/>
          </a:xfrm>
        </p:grpSpPr>
        <p:sp>
          <p:nvSpPr>
            <p:cNvPr id="482" name="Google Shape;482;p38"/>
            <p:cNvSpPr/>
            <p:nvPr/>
          </p:nvSpPr>
          <p:spPr>
            <a:xfrm flipH="1">
              <a:off x="7054615" y="1374800"/>
              <a:ext cx="814403" cy="756503"/>
            </a:xfrm>
            <a:custGeom>
              <a:avLst/>
              <a:gdLst/>
              <a:ahLst/>
              <a:cxnLst/>
              <a:rect l="l" t="t" r="r" b="b"/>
              <a:pathLst>
                <a:path w="25883" h="24045" extrusionOk="0">
                  <a:moveTo>
                    <a:pt x="12467" y="1"/>
                  </a:moveTo>
                  <a:cubicBezTo>
                    <a:pt x="5581" y="1"/>
                    <a:pt x="0" y="4455"/>
                    <a:pt x="0" y="9917"/>
                  </a:cubicBezTo>
                  <a:cubicBezTo>
                    <a:pt x="0" y="15378"/>
                    <a:pt x="5581" y="19828"/>
                    <a:pt x="12467" y="19828"/>
                  </a:cubicBezTo>
                  <a:cubicBezTo>
                    <a:pt x="14366" y="19828"/>
                    <a:pt x="16147" y="19472"/>
                    <a:pt x="17752" y="18878"/>
                  </a:cubicBezTo>
                  <a:lnTo>
                    <a:pt x="25883" y="24045"/>
                  </a:lnTo>
                  <a:lnTo>
                    <a:pt x="22083" y="16266"/>
                  </a:lnTo>
                  <a:cubicBezTo>
                    <a:pt x="23864" y="14547"/>
                    <a:pt x="24933" y="12348"/>
                    <a:pt x="24933" y="9917"/>
                  </a:cubicBezTo>
                  <a:cubicBezTo>
                    <a:pt x="24933" y="4455"/>
                    <a:pt x="19353" y="1"/>
                    <a:pt x="12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38"/>
            <p:cNvSpPr/>
            <p:nvPr/>
          </p:nvSpPr>
          <p:spPr>
            <a:xfrm flipH="1">
              <a:off x="7448652" y="1612077"/>
              <a:ext cx="274687" cy="246536"/>
            </a:xfrm>
            <a:custGeom>
              <a:avLst/>
              <a:gdLst/>
              <a:ahLst/>
              <a:cxnLst/>
              <a:rect l="l" t="t" r="r" b="b"/>
              <a:pathLst>
                <a:path w="8730" h="7836" extrusionOk="0">
                  <a:moveTo>
                    <a:pt x="6293" y="0"/>
                  </a:moveTo>
                  <a:lnTo>
                    <a:pt x="4099" y="237"/>
                  </a:lnTo>
                  <a:cubicBezTo>
                    <a:pt x="4099" y="237"/>
                    <a:pt x="4574" y="1900"/>
                    <a:pt x="3268" y="2018"/>
                  </a:cubicBezTo>
                  <a:cubicBezTo>
                    <a:pt x="3193" y="2029"/>
                    <a:pt x="3122" y="2034"/>
                    <a:pt x="3056" y="2034"/>
                  </a:cubicBezTo>
                  <a:cubicBezTo>
                    <a:pt x="2014" y="2034"/>
                    <a:pt x="1983" y="806"/>
                    <a:pt x="2318" y="413"/>
                  </a:cubicBezTo>
                  <a:lnTo>
                    <a:pt x="2318" y="413"/>
                  </a:lnTo>
                  <a:lnTo>
                    <a:pt x="1" y="651"/>
                  </a:lnTo>
                  <a:lnTo>
                    <a:pt x="181" y="3025"/>
                  </a:lnTo>
                  <a:cubicBezTo>
                    <a:pt x="181" y="3025"/>
                    <a:pt x="294" y="3007"/>
                    <a:pt x="462" y="3007"/>
                  </a:cubicBezTo>
                  <a:cubicBezTo>
                    <a:pt x="903" y="3007"/>
                    <a:pt x="1728" y="3132"/>
                    <a:pt x="1900" y="4037"/>
                  </a:cubicBezTo>
                  <a:lnTo>
                    <a:pt x="1900" y="4094"/>
                  </a:lnTo>
                  <a:lnTo>
                    <a:pt x="1900" y="4155"/>
                  </a:lnTo>
                  <a:cubicBezTo>
                    <a:pt x="1962" y="5461"/>
                    <a:pt x="419" y="5461"/>
                    <a:pt x="419" y="5461"/>
                  </a:cubicBezTo>
                  <a:lnTo>
                    <a:pt x="713" y="7836"/>
                  </a:lnTo>
                  <a:lnTo>
                    <a:pt x="2969" y="7655"/>
                  </a:lnTo>
                  <a:cubicBezTo>
                    <a:pt x="2613" y="7299"/>
                    <a:pt x="2375" y="5993"/>
                    <a:pt x="3624" y="5875"/>
                  </a:cubicBezTo>
                  <a:cubicBezTo>
                    <a:pt x="3668" y="5871"/>
                    <a:pt x="3710" y="5869"/>
                    <a:pt x="3750" y="5869"/>
                  </a:cubicBezTo>
                  <a:cubicBezTo>
                    <a:pt x="4918" y="5869"/>
                    <a:pt x="4750" y="7480"/>
                    <a:pt x="4750" y="7480"/>
                  </a:cubicBezTo>
                  <a:lnTo>
                    <a:pt x="7006" y="7299"/>
                  </a:lnTo>
                  <a:lnTo>
                    <a:pt x="6649" y="4749"/>
                  </a:lnTo>
                  <a:lnTo>
                    <a:pt x="6649" y="4749"/>
                  </a:lnTo>
                  <a:cubicBezTo>
                    <a:pt x="6945" y="4880"/>
                    <a:pt x="7203" y="4920"/>
                    <a:pt x="7426" y="4920"/>
                  </a:cubicBezTo>
                  <a:cubicBezTo>
                    <a:pt x="7607" y="4920"/>
                    <a:pt x="7764" y="4893"/>
                    <a:pt x="7898" y="4868"/>
                  </a:cubicBezTo>
                  <a:cubicBezTo>
                    <a:pt x="8549" y="4630"/>
                    <a:pt x="8729" y="4094"/>
                    <a:pt x="8729" y="3680"/>
                  </a:cubicBezTo>
                  <a:lnTo>
                    <a:pt x="8729" y="3443"/>
                  </a:lnTo>
                  <a:cubicBezTo>
                    <a:pt x="8729" y="3324"/>
                    <a:pt x="8668" y="3263"/>
                    <a:pt x="8668" y="3206"/>
                  </a:cubicBezTo>
                  <a:cubicBezTo>
                    <a:pt x="8611" y="2849"/>
                    <a:pt x="8312" y="2313"/>
                    <a:pt x="7661" y="2256"/>
                  </a:cubicBezTo>
                  <a:cubicBezTo>
                    <a:pt x="7573" y="2238"/>
                    <a:pt x="7470" y="2225"/>
                    <a:pt x="7356" y="2225"/>
                  </a:cubicBezTo>
                  <a:cubicBezTo>
                    <a:pt x="7083" y="2225"/>
                    <a:pt x="6747" y="2299"/>
                    <a:pt x="6412" y="2550"/>
                  </a:cubicBezTo>
                  <a:lnTo>
                    <a:pt x="62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38"/>
            <p:cNvSpPr/>
            <p:nvPr/>
          </p:nvSpPr>
          <p:spPr>
            <a:xfrm flipH="1">
              <a:off x="7186083" y="1466382"/>
              <a:ext cx="352248" cy="321290"/>
            </a:xfrm>
            <a:custGeom>
              <a:avLst/>
              <a:gdLst/>
              <a:ahLst/>
              <a:cxnLst/>
              <a:rect l="l" t="t" r="r" b="b"/>
              <a:pathLst>
                <a:path w="11195" h="10212" extrusionOk="0">
                  <a:moveTo>
                    <a:pt x="5756" y="1"/>
                  </a:moveTo>
                  <a:lnTo>
                    <a:pt x="3856" y="1601"/>
                  </a:lnTo>
                  <a:cubicBezTo>
                    <a:pt x="3945" y="1205"/>
                    <a:pt x="3507" y="150"/>
                    <a:pt x="2618" y="150"/>
                  </a:cubicBezTo>
                  <a:cubicBezTo>
                    <a:pt x="2312" y="150"/>
                    <a:pt x="1953" y="275"/>
                    <a:pt x="1543" y="594"/>
                  </a:cubicBezTo>
                  <a:cubicBezTo>
                    <a:pt x="0" y="1839"/>
                    <a:pt x="2018" y="3026"/>
                    <a:pt x="2018" y="3026"/>
                  </a:cubicBezTo>
                  <a:lnTo>
                    <a:pt x="769" y="4094"/>
                  </a:lnTo>
                  <a:lnTo>
                    <a:pt x="2432" y="6531"/>
                  </a:lnTo>
                  <a:cubicBezTo>
                    <a:pt x="2612" y="6056"/>
                    <a:pt x="2849" y="5818"/>
                    <a:pt x="3144" y="5638"/>
                  </a:cubicBezTo>
                  <a:cubicBezTo>
                    <a:pt x="3283" y="5540"/>
                    <a:pt x="3442" y="5494"/>
                    <a:pt x="3609" y="5494"/>
                  </a:cubicBezTo>
                  <a:cubicBezTo>
                    <a:pt x="3944" y="5494"/>
                    <a:pt x="4314" y="5677"/>
                    <a:pt x="4630" y="5994"/>
                  </a:cubicBezTo>
                  <a:cubicBezTo>
                    <a:pt x="4687" y="6056"/>
                    <a:pt x="4749" y="6174"/>
                    <a:pt x="4749" y="6231"/>
                  </a:cubicBezTo>
                  <a:cubicBezTo>
                    <a:pt x="4987" y="6531"/>
                    <a:pt x="5105" y="7006"/>
                    <a:pt x="4630" y="7480"/>
                  </a:cubicBezTo>
                  <a:cubicBezTo>
                    <a:pt x="4393" y="7718"/>
                    <a:pt x="4155" y="7955"/>
                    <a:pt x="3619" y="8012"/>
                  </a:cubicBezTo>
                  <a:lnTo>
                    <a:pt x="5400" y="10211"/>
                  </a:lnTo>
                  <a:lnTo>
                    <a:pt x="7299" y="8668"/>
                  </a:lnTo>
                  <a:cubicBezTo>
                    <a:pt x="6706" y="8606"/>
                    <a:pt x="5699" y="7480"/>
                    <a:pt x="6767" y="6649"/>
                  </a:cubicBezTo>
                  <a:cubicBezTo>
                    <a:pt x="6992" y="6483"/>
                    <a:pt x="7208" y="6417"/>
                    <a:pt x="7409" y="6417"/>
                  </a:cubicBezTo>
                  <a:cubicBezTo>
                    <a:pt x="8214" y="6417"/>
                    <a:pt x="8786" y="7480"/>
                    <a:pt x="8786" y="7480"/>
                  </a:cubicBezTo>
                  <a:lnTo>
                    <a:pt x="10742" y="5994"/>
                  </a:lnTo>
                  <a:lnTo>
                    <a:pt x="9023" y="4094"/>
                  </a:lnTo>
                  <a:lnTo>
                    <a:pt x="9023" y="4094"/>
                  </a:lnTo>
                  <a:cubicBezTo>
                    <a:pt x="9076" y="4112"/>
                    <a:pt x="9134" y="4121"/>
                    <a:pt x="9195" y="4121"/>
                  </a:cubicBezTo>
                  <a:cubicBezTo>
                    <a:pt x="9951" y="4121"/>
                    <a:pt x="11195" y="2819"/>
                    <a:pt x="10149" y="1720"/>
                  </a:cubicBezTo>
                  <a:cubicBezTo>
                    <a:pt x="9731" y="1302"/>
                    <a:pt x="9348" y="1150"/>
                    <a:pt x="9012" y="1150"/>
                  </a:cubicBezTo>
                  <a:cubicBezTo>
                    <a:pt x="8105" y="1150"/>
                    <a:pt x="7537" y="2257"/>
                    <a:pt x="7537" y="2257"/>
                  </a:cubicBezTo>
                  <a:lnTo>
                    <a:pt x="57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38"/>
            <p:cNvSpPr/>
            <p:nvPr/>
          </p:nvSpPr>
          <p:spPr>
            <a:xfrm flipH="1">
              <a:off x="7916270" y="2151878"/>
              <a:ext cx="369039" cy="455769"/>
            </a:xfrm>
            <a:custGeom>
              <a:avLst/>
              <a:gdLst/>
              <a:ahLst/>
              <a:cxnLst/>
              <a:rect l="l" t="t" r="r" b="b"/>
              <a:pathLst>
                <a:path w="13061" h="16132" extrusionOk="0">
                  <a:moveTo>
                    <a:pt x="5234" y="1"/>
                  </a:moveTo>
                  <a:cubicBezTo>
                    <a:pt x="3845" y="1"/>
                    <a:pt x="2969" y="402"/>
                    <a:pt x="2969" y="402"/>
                  </a:cubicBezTo>
                  <a:cubicBezTo>
                    <a:pt x="1069" y="1827"/>
                    <a:pt x="0" y="5389"/>
                    <a:pt x="0" y="5389"/>
                  </a:cubicBezTo>
                  <a:cubicBezTo>
                    <a:pt x="0" y="6039"/>
                    <a:pt x="57" y="6633"/>
                    <a:pt x="119" y="7227"/>
                  </a:cubicBezTo>
                  <a:cubicBezTo>
                    <a:pt x="1188" y="8770"/>
                    <a:pt x="2669" y="9900"/>
                    <a:pt x="3738" y="11382"/>
                  </a:cubicBezTo>
                  <a:cubicBezTo>
                    <a:pt x="4332" y="12156"/>
                    <a:pt x="4512" y="12807"/>
                    <a:pt x="4688" y="13700"/>
                  </a:cubicBezTo>
                  <a:cubicBezTo>
                    <a:pt x="4925" y="14825"/>
                    <a:pt x="5224" y="15537"/>
                    <a:pt x="5818" y="16131"/>
                  </a:cubicBezTo>
                  <a:cubicBezTo>
                    <a:pt x="6055" y="15775"/>
                    <a:pt x="6530" y="15063"/>
                    <a:pt x="7181" y="14350"/>
                  </a:cubicBezTo>
                  <a:cubicBezTo>
                    <a:pt x="7532" y="13949"/>
                    <a:pt x="7969" y="13728"/>
                    <a:pt x="8355" y="13728"/>
                  </a:cubicBezTo>
                  <a:cubicBezTo>
                    <a:pt x="8883" y="13728"/>
                    <a:pt x="9318" y="14139"/>
                    <a:pt x="9318" y="15063"/>
                  </a:cubicBezTo>
                  <a:cubicBezTo>
                    <a:pt x="9793" y="14531"/>
                    <a:pt x="10211" y="13937"/>
                    <a:pt x="10624" y="13400"/>
                  </a:cubicBezTo>
                  <a:cubicBezTo>
                    <a:pt x="11635" y="11919"/>
                    <a:pt x="12704" y="10195"/>
                    <a:pt x="12823" y="8414"/>
                  </a:cubicBezTo>
                  <a:cubicBezTo>
                    <a:pt x="13060" y="4320"/>
                    <a:pt x="11279" y="2539"/>
                    <a:pt x="10567" y="2003"/>
                  </a:cubicBezTo>
                  <a:cubicBezTo>
                    <a:pt x="8519" y="401"/>
                    <a:pt x="6621" y="1"/>
                    <a:pt x="5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38"/>
            <p:cNvSpPr/>
            <p:nvPr/>
          </p:nvSpPr>
          <p:spPr>
            <a:xfrm flipH="1">
              <a:off x="8022028" y="2575807"/>
              <a:ext cx="258307" cy="146602"/>
            </a:xfrm>
            <a:custGeom>
              <a:avLst/>
              <a:gdLst/>
              <a:ahLst/>
              <a:cxnLst/>
              <a:rect l="l" t="t" r="r" b="b"/>
              <a:pathLst>
                <a:path w="9142" h="5189" extrusionOk="0">
                  <a:moveTo>
                    <a:pt x="6649" y="1"/>
                  </a:moveTo>
                  <a:cubicBezTo>
                    <a:pt x="5800" y="849"/>
                    <a:pt x="4560" y="1009"/>
                    <a:pt x="3744" y="1009"/>
                  </a:cubicBezTo>
                  <a:cubicBezTo>
                    <a:pt x="3250" y="1009"/>
                    <a:pt x="2911" y="950"/>
                    <a:pt x="2911" y="950"/>
                  </a:cubicBezTo>
                  <a:cubicBezTo>
                    <a:pt x="1605" y="3144"/>
                    <a:pt x="181" y="4037"/>
                    <a:pt x="181" y="4037"/>
                  </a:cubicBezTo>
                  <a:cubicBezTo>
                    <a:pt x="181" y="4037"/>
                    <a:pt x="62" y="4450"/>
                    <a:pt x="0" y="5163"/>
                  </a:cubicBezTo>
                  <a:cubicBezTo>
                    <a:pt x="159" y="5181"/>
                    <a:pt x="312" y="5188"/>
                    <a:pt x="462" y="5188"/>
                  </a:cubicBezTo>
                  <a:cubicBezTo>
                    <a:pt x="822" y="5188"/>
                    <a:pt x="1169" y="5146"/>
                    <a:pt x="1544" y="5106"/>
                  </a:cubicBezTo>
                  <a:cubicBezTo>
                    <a:pt x="4512" y="4512"/>
                    <a:pt x="7124" y="2432"/>
                    <a:pt x="9142" y="58"/>
                  </a:cubicBezTo>
                  <a:lnTo>
                    <a:pt x="6649" y="1"/>
                  </a:lnTo>
                  <a:close/>
                </a:path>
              </a:pathLst>
            </a:custGeom>
            <a:solidFill>
              <a:srgbClr val="2033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38"/>
            <p:cNvSpPr/>
            <p:nvPr/>
          </p:nvSpPr>
          <p:spPr>
            <a:xfrm flipH="1">
              <a:off x="8032087" y="2688111"/>
              <a:ext cx="340444" cy="345189"/>
            </a:xfrm>
            <a:custGeom>
              <a:avLst/>
              <a:gdLst/>
              <a:ahLst/>
              <a:cxnLst/>
              <a:rect l="l" t="t" r="r" b="b"/>
              <a:pathLst>
                <a:path w="12049" h="12218" extrusionOk="0">
                  <a:moveTo>
                    <a:pt x="3975" y="1"/>
                  </a:moveTo>
                  <a:cubicBezTo>
                    <a:pt x="3800" y="2612"/>
                    <a:pt x="3026" y="7898"/>
                    <a:pt x="1" y="9499"/>
                  </a:cubicBezTo>
                  <a:cubicBezTo>
                    <a:pt x="1" y="9499"/>
                    <a:pt x="2891" y="12217"/>
                    <a:pt x="6314" y="12217"/>
                  </a:cubicBezTo>
                  <a:cubicBezTo>
                    <a:pt x="8195" y="12217"/>
                    <a:pt x="10238" y="11395"/>
                    <a:pt x="12049" y="8848"/>
                  </a:cubicBezTo>
                  <a:cubicBezTo>
                    <a:pt x="12049" y="8848"/>
                    <a:pt x="10211" y="8729"/>
                    <a:pt x="9199" y="2793"/>
                  </a:cubicBezTo>
                  <a:cubicBezTo>
                    <a:pt x="8549" y="2674"/>
                    <a:pt x="6469" y="2375"/>
                    <a:pt x="5937" y="1900"/>
                  </a:cubicBezTo>
                  <a:lnTo>
                    <a:pt x="5581" y="1544"/>
                  </a:lnTo>
                  <a:cubicBezTo>
                    <a:pt x="5519" y="1487"/>
                    <a:pt x="5462" y="1368"/>
                    <a:pt x="5343" y="1306"/>
                  </a:cubicBezTo>
                  <a:cubicBezTo>
                    <a:pt x="5163" y="1188"/>
                    <a:pt x="4987" y="1012"/>
                    <a:pt x="4807" y="893"/>
                  </a:cubicBezTo>
                  <a:cubicBezTo>
                    <a:pt x="4631" y="713"/>
                    <a:pt x="4450" y="594"/>
                    <a:pt x="4332" y="418"/>
                  </a:cubicBezTo>
                  <a:cubicBezTo>
                    <a:pt x="4213" y="300"/>
                    <a:pt x="4094" y="119"/>
                    <a:pt x="3975" y="1"/>
                  </a:cubicBezTo>
                  <a:close/>
                </a:path>
              </a:pathLst>
            </a:custGeom>
            <a:solidFill>
              <a:srgbClr val="B168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38"/>
            <p:cNvSpPr/>
            <p:nvPr/>
          </p:nvSpPr>
          <p:spPr>
            <a:xfrm flipH="1">
              <a:off x="8094078" y="2688111"/>
              <a:ext cx="278453" cy="275066"/>
            </a:xfrm>
            <a:custGeom>
              <a:avLst/>
              <a:gdLst/>
              <a:ahLst/>
              <a:cxnLst/>
              <a:rect l="l" t="t" r="r" b="b"/>
              <a:pathLst>
                <a:path w="9855" h="9736" extrusionOk="0">
                  <a:moveTo>
                    <a:pt x="3975" y="1"/>
                  </a:moveTo>
                  <a:cubicBezTo>
                    <a:pt x="3800" y="2612"/>
                    <a:pt x="3026" y="7898"/>
                    <a:pt x="1" y="9499"/>
                  </a:cubicBezTo>
                  <a:cubicBezTo>
                    <a:pt x="1" y="9499"/>
                    <a:pt x="119" y="9617"/>
                    <a:pt x="295" y="9736"/>
                  </a:cubicBezTo>
                  <a:cubicBezTo>
                    <a:pt x="1425" y="9204"/>
                    <a:pt x="2613" y="8667"/>
                    <a:pt x="3619" y="7898"/>
                  </a:cubicBezTo>
                  <a:cubicBezTo>
                    <a:pt x="4393" y="7304"/>
                    <a:pt x="5106" y="6530"/>
                    <a:pt x="5994" y="5999"/>
                  </a:cubicBezTo>
                  <a:cubicBezTo>
                    <a:pt x="6768" y="5524"/>
                    <a:pt x="9024" y="5224"/>
                    <a:pt x="9855" y="5167"/>
                  </a:cubicBezTo>
                  <a:cubicBezTo>
                    <a:pt x="9617" y="4512"/>
                    <a:pt x="9380" y="3743"/>
                    <a:pt x="9199" y="2793"/>
                  </a:cubicBezTo>
                  <a:cubicBezTo>
                    <a:pt x="8549" y="2674"/>
                    <a:pt x="6469" y="2375"/>
                    <a:pt x="5937" y="1900"/>
                  </a:cubicBezTo>
                  <a:lnTo>
                    <a:pt x="5581" y="1544"/>
                  </a:lnTo>
                  <a:cubicBezTo>
                    <a:pt x="5519" y="1487"/>
                    <a:pt x="5462" y="1368"/>
                    <a:pt x="5343" y="1306"/>
                  </a:cubicBezTo>
                  <a:cubicBezTo>
                    <a:pt x="5163" y="1188"/>
                    <a:pt x="4987" y="1012"/>
                    <a:pt x="4807" y="893"/>
                  </a:cubicBezTo>
                  <a:cubicBezTo>
                    <a:pt x="4631" y="713"/>
                    <a:pt x="4450" y="594"/>
                    <a:pt x="4332" y="418"/>
                  </a:cubicBezTo>
                  <a:cubicBezTo>
                    <a:pt x="4213" y="300"/>
                    <a:pt x="4094" y="119"/>
                    <a:pt x="3975" y="1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38"/>
            <p:cNvSpPr/>
            <p:nvPr/>
          </p:nvSpPr>
          <p:spPr>
            <a:xfrm flipH="1">
              <a:off x="7881120" y="2140775"/>
              <a:ext cx="687783" cy="672720"/>
            </a:xfrm>
            <a:custGeom>
              <a:avLst/>
              <a:gdLst/>
              <a:ahLst/>
              <a:cxnLst/>
              <a:rect l="l" t="t" r="r" b="b"/>
              <a:pathLst>
                <a:path w="24342" h="23811" extrusionOk="0">
                  <a:moveTo>
                    <a:pt x="11554" y="1"/>
                  </a:moveTo>
                  <a:cubicBezTo>
                    <a:pt x="7720" y="1"/>
                    <a:pt x="0" y="3928"/>
                    <a:pt x="1071" y="11481"/>
                  </a:cubicBezTo>
                  <a:cubicBezTo>
                    <a:pt x="1740" y="16466"/>
                    <a:pt x="3362" y="17485"/>
                    <a:pt x="4576" y="17485"/>
                  </a:cubicBezTo>
                  <a:cubicBezTo>
                    <a:pt x="5414" y="17485"/>
                    <a:pt x="6058" y="16999"/>
                    <a:pt x="6058" y="16999"/>
                  </a:cubicBezTo>
                  <a:cubicBezTo>
                    <a:pt x="6058" y="16999"/>
                    <a:pt x="6476" y="20323"/>
                    <a:pt x="10332" y="22522"/>
                  </a:cubicBezTo>
                  <a:cubicBezTo>
                    <a:pt x="11702" y="23301"/>
                    <a:pt x="13288" y="23811"/>
                    <a:pt x="14865" y="23811"/>
                  </a:cubicBezTo>
                  <a:cubicBezTo>
                    <a:pt x="17734" y="23811"/>
                    <a:pt x="20573" y="22124"/>
                    <a:pt x="22029" y="17298"/>
                  </a:cubicBezTo>
                  <a:cubicBezTo>
                    <a:pt x="24341" y="9819"/>
                    <a:pt x="19773" y="4414"/>
                    <a:pt x="19773" y="4414"/>
                  </a:cubicBezTo>
                  <a:cubicBezTo>
                    <a:pt x="18405" y="1983"/>
                    <a:pt x="15793" y="1090"/>
                    <a:pt x="12649" y="140"/>
                  </a:cubicBezTo>
                  <a:cubicBezTo>
                    <a:pt x="12341" y="47"/>
                    <a:pt x="11970" y="1"/>
                    <a:pt x="11554" y="1"/>
                  </a:cubicBezTo>
                  <a:close/>
                </a:path>
              </a:pathLst>
            </a:custGeom>
            <a:solidFill>
              <a:srgbClr val="B168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38"/>
            <p:cNvSpPr/>
            <p:nvPr/>
          </p:nvSpPr>
          <p:spPr>
            <a:xfrm flipH="1">
              <a:off x="7959895" y="2035648"/>
              <a:ext cx="593779" cy="352337"/>
            </a:xfrm>
            <a:custGeom>
              <a:avLst/>
              <a:gdLst/>
              <a:ahLst/>
              <a:cxnLst/>
              <a:rect l="l" t="t" r="r" b="b"/>
              <a:pathLst>
                <a:path w="21015" h="12471" extrusionOk="0">
                  <a:moveTo>
                    <a:pt x="12282" y="0"/>
                  </a:moveTo>
                  <a:cubicBezTo>
                    <a:pt x="9745" y="0"/>
                    <a:pt x="7195" y="598"/>
                    <a:pt x="6055" y="1667"/>
                  </a:cubicBezTo>
                  <a:cubicBezTo>
                    <a:pt x="3206" y="4279"/>
                    <a:pt x="0" y="4811"/>
                    <a:pt x="1482" y="9797"/>
                  </a:cubicBezTo>
                  <a:cubicBezTo>
                    <a:pt x="2468" y="12195"/>
                    <a:pt x="4102" y="12369"/>
                    <a:pt x="6382" y="12369"/>
                  </a:cubicBezTo>
                  <a:cubicBezTo>
                    <a:pt x="6771" y="12369"/>
                    <a:pt x="7179" y="12364"/>
                    <a:pt x="7605" y="12364"/>
                  </a:cubicBezTo>
                  <a:cubicBezTo>
                    <a:pt x="8146" y="12364"/>
                    <a:pt x="8717" y="12372"/>
                    <a:pt x="9318" y="12409"/>
                  </a:cubicBezTo>
                  <a:cubicBezTo>
                    <a:pt x="9555" y="12409"/>
                    <a:pt x="9855" y="12409"/>
                    <a:pt x="10092" y="12471"/>
                  </a:cubicBezTo>
                  <a:cubicBezTo>
                    <a:pt x="10329" y="12409"/>
                    <a:pt x="10567" y="12409"/>
                    <a:pt x="10861" y="12409"/>
                  </a:cubicBezTo>
                  <a:cubicBezTo>
                    <a:pt x="14779" y="12172"/>
                    <a:pt x="18640" y="10628"/>
                    <a:pt x="19946" y="8610"/>
                  </a:cubicBezTo>
                  <a:cubicBezTo>
                    <a:pt x="20478" y="7660"/>
                    <a:pt x="20777" y="6592"/>
                    <a:pt x="20777" y="6592"/>
                  </a:cubicBezTo>
                  <a:cubicBezTo>
                    <a:pt x="21015" y="5941"/>
                    <a:pt x="19946" y="2199"/>
                    <a:pt x="16916" y="836"/>
                  </a:cubicBezTo>
                  <a:cubicBezTo>
                    <a:pt x="15659" y="266"/>
                    <a:pt x="13973" y="0"/>
                    <a:pt x="122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38"/>
            <p:cNvSpPr/>
            <p:nvPr/>
          </p:nvSpPr>
          <p:spPr>
            <a:xfrm flipH="1">
              <a:off x="8233347" y="2098453"/>
              <a:ext cx="350532" cy="581380"/>
            </a:xfrm>
            <a:custGeom>
              <a:avLst/>
              <a:gdLst/>
              <a:ahLst/>
              <a:cxnLst/>
              <a:rect l="l" t="t" r="r" b="b"/>
              <a:pathLst>
                <a:path w="12406" h="20578" extrusionOk="0">
                  <a:moveTo>
                    <a:pt x="7319" y="0"/>
                  </a:moveTo>
                  <a:cubicBezTo>
                    <a:pt x="7057" y="0"/>
                    <a:pt x="6794" y="15"/>
                    <a:pt x="6531" y="38"/>
                  </a:cubicBezTo>
                  <a:cubicBezTo>
                    <a:pt x="6056" y="38"/>
                    <a:pt x="5581" y="156"/>
                    <a:pt x="5106" y="275"/>
                  </a:cubicBezTo>
                  <a:cubicBezTo>
                    <a:pt x="4869" y="332"/>
                    <a:pt x="4631" y="451"/>
                    <a:pt x="4332" y="513"/>
                  </a:cubicBezTo>
                  <a:cubicBezTo>
                    <a:pt x="4213" y="570"/>
                    <a:pt x="4038" y="631"/>
                    <a:pt x="3857" y="688"/>
                  </a:cubicBezTo>
                  <a:cubicBezTo>
                    <a:pt x="3263" y="926"/>
                    <a:pt x="2670" y="1282"/>
                    <a:pt x="2257" y="1819"/>
                  </a:cubicBezTo>
                  <a:cubicBezTo>
                    <a:pt x="1663" y="2412"/>
                    <a:pt x="1188" y="3243"/>
                    <a:pt x="1069" y="4131"/>
                  </a:cubicBezTo>
                  <a:cubicBezTo>
                    <a:pt x="951" y="4844"/>
                    <a:pt x="1008" y="5618"/>
                    <a:pt x="1008" y="6387"/>
                  </a:cubicBezTo>
                  <a:cubicBezTo>
                    <a:pt x="1008" y="6568"/>
                    <a:pt x="770" y="8348"/>
                    <a:pt x="533" y="9355"/>
                  </a:cubicBezTo>
                  <a:cubicBezTo>
                    <a:pt x="177" y="10842"/>
                    <a:pt x="1" y="11848"/>
                    <a:pt x="1" y="12323"/>
                  </a:cubicBezTo>
                  <a:cubicBezTo>
                    <a:pt x="1" y="12798"/>
                    <a:pt x="1" y="13335"/>
                    <a:pt x="58" y="13810"/>
                  </a:cubicBezTo>
                  <a:cubicBezTo>
                    <a:pt x="120" y="14285"/>
                    <a:pt x="238" y="14760"/>
                    <a:pt x="414" y="15173"/>
                  </a:cubicBezTo>
                  <a:cubicBezTo>
                    <a:pt x="533" y="15472"/>
                    <a:pt x="713" y="15828"/>
                    <a:pt x="951" y="16066"/>
                  </a:cubicBezTo>
                  <a:cubicBezTo>
                    <a:pt x="2494" y="18141"/>
                    <a:pt x="5282" y="19209"/>
                    <a:pt x="7599" y="20577"/>
                  </a:cubicBezTo>
                  <a:cubicBezTo>
                    <a:pt x="7300" y="19983"/>
                    <a:pt x="7063" y="19328"/>
                    <a:pt x="6887" y="18559"/>
                  </a:cubicBezTo>
                  <a:cubicBezTo>
                    <a:pt x="6887" y="18559"/>
                    <a:pt x="3800" y="18378"/>
                    <a:pt x="3206" y="15947"/>
                  </a:cubicBezTo>
                  <a:cubicBezTo>
                    <a:pt x="2865" y="14397"/>
                    <a:pt x="3390" y="13737"/>
                    <a:pt x="4062" y="13737"/>
                  </a:cubicBezTo>
                  <a:cubicBezTo>
                    <a:pt x="4447" y="13737"/>
                    <a:pt x="4879" y="13953"/>
                    <a:pt x="5225" y="14342"/>
                  </a:cubicBezTo>
                  <a:cubicBezTo>
                    <a:pt x="5875" y="15054"/>
                    <a:pt x="6412" y="15766"/>
                    <a:pt x="6588" y="16123"/>
                  </a:cubicBezTo>
                  <a:cubicBezTo>
                    <a:pt x="6635" y="16626"/>
                    <a:pt x="7418" y="17795"/>
                    <a:pt x="7885" y="17795"/>
                  </a:cubicBezTo>
                  <a:cubicBezTo>
                    <a:pt x="8026" y="17795"/>
                    <a:pt x="8138" y="17690"/>
                    <a:pt x="8193" y="17428"/>
                  </a:cubicBezTo>
                  <a:cubicBezTo>
                    <a:pt x="8430" y="16540"/>
                    <a:pt x="8131" y="12148"/>
                    <a:pt x="8668" y="11374"/>
                  </a:cubicBezTo>
                  <a:cubicBezTo>
                    <a:pt x="9793" y="9892"/>
                    <a:pt x="11218" y="8762"/>
                    <a:pt x="12287" y="7280"/>
                  </a:cubicBezTo>
                  <a:cubicBezTo>
                    <a:pt x="12405" y="6624"/>
                    <a:pt x="12405" y="6031"/>
                    <a:pt x="12405" y="5380"/>
                  </a:cubicBezTo>
                  <a:cubicBezTo>
                    <a:pt x="12405" y="5380"/>
                    <a:pt x="11398" y="1819"/>
                    <a:pt x="9437" y="394"/>
                  </a:cubicBezTo>
                  <a:cubicBezTo>
                    <a:pt x="9261" y="275"/>
                    <a:pt x="8905" y="213"/>
                    <a:pt x="8668" y="156"/>
                  </a:cubicBezTo>
                  <a:cubicBezTo>
                    <a:pt x="8218" y="42"/>
                    <a:pt x="7769" y="0"/>
                    <a:pt x="73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38"/>
            <p:cNvSpPr/>
            <p:nvPr/>
          </p:nvSpPr>
          <p:spPr>
            <a:xfrm flipH="1">
              <a:off x="8161156" y="2437511"/>
              <a:ext cx="119180" cy="42520"/>
            </a:xfrm>
            <a:custGeom>
              <a:avLst/>
              <a:gdLst/>
              <a:ahLst/>
              <a:cxnLst/>
              <a:rect l="l" t="t" r="r" b="b"/>
              <a:pathLst>
                <a:path w="4218" h="1505" extrusionOk="0">
                  <a:moveTo>
                    <a:pt x="3130" y="0"/>
                  </a:moveTo>
                  <a:cubicBezTo>
                    <a:pt x="3082" y="0"/>
                    <a:pt x="3028" y="7"/>
                    <a:pt x="2968" y="28"/>
                  </a:cubicBezTo>
                  <a:cubicBezTo>
                    <a:pt x="1961" y="85"/>
                    <a:pt x="0" y="560"/>
                    <a:pt x="537" y="1334"/>
                  </a:cubicBezTo>
                  <a:cubicBezTo>
                    <a:pt x="613" y="1457"/>
                    <a:pt x="730" y="1504"/>
                    <a:pt x="867" y="1504"/>
                  </a:cubicBezTo>
                  <a:cubicBezTo>
                    <a:pt x="1255" y="1504"/>
                    <a:pt x="1801" y="1123"/>
                    <a:pt x="2018" y="1035"/>
                  </a:cubicBezTo>
                  <a:cubicBezTo>
                    <a:pt x="2119" y="1012"/>
                    <a:pt x="2225" y="1005"/>
                    <a:pt x="2335" y="1005"/>
                  </a:cubicBezTo>
                  <a:cubicBezTo>
                    <a:pt x="2573" y="1005"/>
                    <a:pt x="2827" y="1041"/>
                    <a:pt x="3070" y="1041"/>
                  </a:cubicBezTo>
                  <a:cubicBezTo>
                    <a:pt x="3315" y="1041"/>
                    <a:pt x="3549" y="1004"/>
                    <a:pt x="3742" y="859"/>
                  </a:cubicBezTo>
                  <a:cubicBezTo>
                    <a:pt x="4217" y="503"/>
                    <a:pt x="3742" y="85"/>
                    <a:pt x="3386" y="28"/>
                  </a:cubicBezTo>
                  <a:cubicBezTo>
                    <a:pt x="3307" y="28"/>
                    <a:pt x="3228" y="0"/>
                    <a:pt x="31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38"/>
            <p:cNvSpPr/>
            <p:nvPr/>
          </p:nvSpPr>
          <p:spPr>
            <a:xfrm flipH="1">
              <a:off x="7981765" y="2423131"/>
              <a:ext cx="98921" cy="32151"/>
            </a:xfrm>
            <a:custGeom>
              <a:avLst/>
              <a:gdLst/>
              <a:ahLst/>
              <a:cxnLst/>
              <a:rect l="l" t="t" r="r" b="b"/>
              <a:pathLst>
                <a:path w="3501" h="1138" extrusionOk="0">
                  <a:moveTo>
                    <a:pt x="2138" y="0"/>
                  </a:moveTo>
                  <a:cubicBezTo>
                    <a:pt x="1839" y="0"/>
                    <a:pt x="1482" y="62"/>
                    <a:pt x="1188" y="119"/>
                  </a:cubicBezTo>
                  <a:cubicBezTo>
                    <a:pt x="889" y="181"/>
                    <a:pt x="651" y="181"/>
                    <a:pt x="414" y="356"/>
                  </a:cubicBezTo>
                  <a:cubicBezTo>
                    <a:pt x="1" y="656"/>
                    <a:pt x="119" y="1130"/>
                    <a:pt x="594" y="1130"/>
                  </a:cubicBezTo>
                  <a:cubicBezTo>
                    <a:pt x="636" y="1135"/>
                    <a:pt x="676" y="1138"/>
                    <a:pt x="716" y="1138"/>
                  </a:cubicBezTo>
                  <a:cubicBezTo>
                    <a:pt x="1132" y="1138"/>
                    <a:pt x="1467" y="888"/>
                    <a:pt x="1900" y="831"/>
                  </a:cubicBezTo>
                  <a:cubicBezTo>
                    <a:pt x="2120" y="831"/>
                    <a:pt x="2497" y="922"/>
                    <a:pt x="2796" y="922"/>
                  </a:cubicBezTo>
                  <a:cubicBezTo>
                    <a:pt x="2982" y="922"/>
                    <a:pt x="3137" y="887"/>
                    <a:pt x="3206" y="774"/>
                  </a:cubicBezTo>
                  <a:cubicBezTo>
                    <a:pt x="3501" y="299"/>
                    <a:pt x="2788" y="62"/>
                    <a:pt x="24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38"/>
            <p:cNvSpPr/>
            <p:nvPr/>
          </p:nvSpPr>
          <p:spPr>
            <a:xfrm flipH="1">
              <a:off x="8001882" y="2476782"/>
              <a:ext cx="40292" cy="48736"/>
            </a:xfrm>
            <a:custGeom>
              <a:avLst/>
              <a:gdLst/>
              <a:ahLst/>
              <a:cxnLst/>
              <a:rect l="l" t="t" r="r" b="b"/>
              <a:pathLst>
                <a:path w="1426" h="1725" extrusionOk="0">
                  <a:moveTo>
                    <a:pt x="713" y="1"/>
                  </a:moveTo>
                  <a:cubicBezTo>
                    <a:pt x="300" y="1"/>
                    <a:pt x="1" y="419"/>
                    <a:pt x="1" y="832"/>
                  </a:cubicBezTo>
                  <a:cubicBezTo>
                    <a:pt x="1" y="1307"/>
                    <a:pt x="300" y="1725"/>
                    <a:pt x="713" y="1725"/>
                  </a:cubicBezTo>
                  <a:cubicBezTo>
                    <a:pt x="1131" y="1725"/>
                    <a:pt x="1425" y="1307"/>
                    <a:pt x="1425" y="832"/>
                  </a:cubicBezTo>
                  <a:cubicBezTo>
                    <a:pt x="1425" y="419"/>
                    <a:pt x="1131" y="1"/>
                    <a:pt x="7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38"/>
            <p:cNvSpPr/>
            <p:nvPr/>
          </p:nvSpPr>
          <p:spPr>
            <a:xfrm flipH="1">
              <a:off x="8166270" y="2506984"/>
              <a:ext cx="40263" cy="46984"/>
            </a:xfrm>
            <a:custGeom>
              <a:avLst/>
              <a:gdLst/>
              <a:ahLst/>
              <a:cxnLst/>
              <a:rect l="l" t="t" r="r" b="b"/>
              <a:pathLst>
                <a:path w="1425" h="1663" extrusionOk="0">
                  <a:moveTo>
                    <a:pt x="712" y="0"/>
                  </a:moveTo>
                  <a:cubicBezTo>
                    <a:pt x="299" y="0"/>
                    <a:pt x="0" y="357"/>
                    <a:pt x="0" y="831"/>
                  </a:cubicBezTo>
                  <a:cubicBezTo>
                    <a:pt x="0" y="1306"/>
                    <a:pt x="299" y="1663"/>
                    <a:pt x="712" y="1663"/>
                  </a:cubicBezTo>
                  <a:cubicBezTo>
                    <a:pt x="1069" y="1663"/>
                    <a:pt x="1425" y="1306"/>
                    <a:pt x="1425" y="831"/>
                  </a:cubicBezTo>
                  <a:cubicBezTo>
                    <a:pt x="1425" y="357"/>
                    <a:pt x="1069" y="0"/>
                    <a:pt x="7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38"/>
            <p:cNvSpPr/>
            <p:nvPr/>
          </p:nvSpPr>
          <p:spPr>
            <a:xfrm flipH="1">
              <a:off x="8033697" y="2506984"/>
              <a:ext cx="68857" cy="129086"/>
            </a:xfrm>
            <a:custGeom>
              <a:avLst/>
              <a:gdLst/>
              <a:ahLst/>
              <a:cxnLst/>
              <a:rect l="l" t="t" r="r" b="b"/>
              <a:pathLst>
                <a:path w="2437" h="4569" extrusionOk="0">
                  <a:moveTo>
                    <a:pt x="713" y="0"/>
                  </a:moveTo>
                  <a:cubicBezTo>
                    <a:pt x="775" y="238"/>
                    <a:pt x="1843" y="3268"/>
                    <a:pt x="1724" y="4037"/>
                  </a:cubicBezTo>
                  <a:cubicBezTo>
                    <a:pt x="1690" y="4367"/>
                    <a:pt x="1162" y="4440"/>
                    <a:pt x="699" y="4440"/>
                  </a:cubicBezTo>
                  <a:cubicBezTo>
                    <a:pt x="329" y="4440"/>
                    <a:pt x="1" y="4393"/>
                    <a:pt x="1" y="4393"/>
                  </a:cubicBezTo>
                  <a:lnTo>
                    <a:pt x="1" y="4393"/>
                  </a:lnTo>
                  <a:cubicBezTo>
                    <a:pt x="231" y="4427"/>
                    <a:pt x="894" y="4568"/>
                    <a:pt x="1452" y="4568"/>
                  </a:cubicBezTo>
                  <a:cubicBezTo>
                    <a:pt x="1906" y="4568"/>
                    <a:pt x="2290" y="4475"/>
                    <a:pt x="2318" y="4156"/>
                  </a:cubicBezTo>
                  <a:cubicBezTo>
                    <a:pt x="2437" y="2793"/>
                    <a:pt x="713" y="1"/>
                    <a:pt x="713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38"/>
            <p:cNvSpPr/>
            <p:nvPr/>
          </p:nvSpPr>
          <p:spPr>
            <a:xfrm flipH="1">
              <a:off x="8070599" y="2676443"/>
              <a:ext cx="95700" cy="37519"/>
            </a:xfrm>
            <a:custGeom>
              <a:avLst/>
              <a:gdLst/>
              <a:ahLst/>
              <a:cxnLst/>
              <a:rect l="l" t="t" r="r" b="b"/>
              <a:pathLst>
                <a:path w="3387" h="1328" extrusionOk="0">
                  <a:moveTo>
                    <a:pt x="1663" y="0"/>
                  </a:moveTo>
                  <a:cubicBezTo>
                    <a:pt x="1069" y="0"/>
                    <a:pt x="476" y="176"/>
                    <a:pt x="1" y="475"/>
                  </a:cubicBezTo>
                  <a:cubicBezTo>
                    <a:pt x="181" y="713"/>
                    <a:pt x="419" y="950"/>
                    <a:pt x="832" y="1069"/>
                  </a:cubicBezTo>
                  <a:cubicBezTo>
                    <a:pt x="1197" y="1251"/>
                    <a:pt x="1534" y="1327"/>
                    <a:pt x="1840" y="1327"/>
                  </a:cubicBezTo>
                  <a:cubicBezTo>
                    <a:pt x="2529" y="1327"/>
                    <a:pt x="3058" y="943"/>
                    <a:pt x="3387" y="532"/>
                  </a:cubicBezTo>
                  <a:cubicBezTo>
                    <a:pt x="2850" y="238"/>
                    <a:pt x="2318" y="57"/>
                    <a:pt x="1663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38"/>
            <p:cNvSpPr/>
            <p:nvPr/>
          </p:nvSpPr>
          <p:spPr>
            <a:xfrm flipH="1">
              <a:off x="7830798" y="2917945"/>
              <a:ext cx="593807" cy="1194883"/>
            </a:xfrm>
            <a:custGeom>
              <a:avLst/>
              <a:gdLst/>
              <a:ahLst/>
              <a:cxnLst/>
              <a:rect l="l" t="t" r="r" b="b"/>
              <a:pathLst>
                <a:path w="21016" h="42293" extrusionOk="0">
                  <a:moveTo>
                    <a:pt x="12942" y="1"/>
                  </a:moveTo>
                  <a:cubicBezTo>
                    <a:pt x="12586" y="832"/>
                    <a:pt x="11342" y="2375"/>
                    <a:pt x="8312" y="2613"/>
                  </a:cubicBezTo>
                  <a:cubicBezTo>
                    <a:pt x="8126" y="2628"/>
                    <a:pt x="7945" y="2635"/>
                    <a:pt x="7771" y="2635"/>
                  </a:cubicBezTo>
                  <a:cubicBezTo>
                    <a:pt x="4605" y="2635"/>
                    <a:pt x="3325" y="238"/>
                    <a:pt x="3325" y="238"/>
                  </a:cubicBezTo>
                  <a:cubicBezTo>
                    <a:pt x="2912" y="295"/>
                    <a:pt x="1" y="42029"/>
                    <a:pt x="1" y="42029"/>
                  </a:cubicBezTo>
                  <a:cubicBezTo>
                    <a:pt x="1421" y="42187"/>
                    <a:pt x="2841" y="42292"/>
                    <a:pt x="4296" y="42292"/>
                  </a:cubicBezTo>
                  <a:cubicBezTo>
                    <a:pt x="5030" y="42292"/>
                    <a:pt x="5774" y="42266"/>
                    <a:pt x="6531" y="42205"/>
                  </a:cubicBezTo>
                  <a:cubicBezTo>
                    <a:pt x="10330" y="41911"/>
                    <a:pt x="14960" y="41374"/>
                    <a:pt x="18760" y="41198"/>
                  </a:cubicBezTo>
                  <a:cubicBezTo>
                    <a:pt x="19353" y="41198"/>
                    <a:pt x="20483" y="41136"/>
                    <a:pt x="21015" y="41136"/>
                  </a:cubicBezTo>
                  <a:lnTo>
                    <a:pt x="14367" y="1069"/>
                  </a:lnTo>
                  <a:cubicBezTo>
                    <a:pt x="14072" y="770"/>
                    <a:pt x="13835" y="475"/>
                    <a:pt x="13597" y="119"/>
                  </a:cubicBezTo>
                  <a:cubicBezTo>
                    <a:pt x="13179" y="58"/>
                    <a:pt x="12942" y="1"/>
                    <a:pt x="129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38"/>
            <p:cNvSpPr/>
            <p:nvPr/>
          </p:nvSpPr>
          <p:spPr>
            <a:xfrm flipH="1">
              <a:off x="8001882" y="2917945"/>
              <a:ext cx="389156" cy="172708"/>
            </a:xfrm>
            <a:custGeom>
              <a:avLst/>
              <a:gdLst/>
              <a:ahLst/>
              <a:cxnLst/>
              <a:rect l="l" t="t" r="r" b="b"/>
              <a:pathLst>
                <a:path w="13773" h="6113" extrusionOk="0">
                  <a:moveTo>
                    <a:pt x="11754" y="1"/>
                  </a:moveTo>
                  <a:cubicBezTo>
                    <a:pt x="11398" y="832"/>
                    <a:pt x="10154" y="2375"/>
                    <a:pt x="7124" y="2613"/>
                  </a:cubicBezTo>
                  <a:cubicBezTo>
                    <a:pt x="6938" y="2628"/>
                    <a:pt x="6757" y="2635"/>
                    <a:pt x="6583" y="2635"/>
                  </a:cubicBezTo>
                  <a:cubicBezTo>
                    <a:pt x="3417" y="2635"/>
                    <a:pt x="2137" y="238"/>
                    <a:pt x="2137" y="238"/>
                  </a:cubicBezTo>
                  <a:cubicBezTo>
                    <a:pt x="1843" y="295"/>
                    <a:pt x="1012" y="414"/>
                    <a:pt x="0" y="532"/>
                  </a:cubicBezTo>
                  <a:cubicBezTo>
                    <a:pt x="62" y="770"/>
                    <a:pt x="238" y="950"/>
                    <a:pt x="356" y="1126"/>
                  </a:cubicBezTo>
                  <a:cubicBezTo>
                    <a:pt x="537" y="1364"/>
                    <a:pt x="3087" y="5994"/>
                    <a:pt x="3149" y="6113"/>
                  </a:cubicBezTo>
                  <a:cubicBezTo>
                    <a:pt x="3742" y="5519"/>
                    <a:pt x="4336" y="4868"/>
                    <a:pt x="4930" y="4393"/>
                  </a:cubicBezTo>
                  <a:cubicBezTo>
                    <a:pt x="5642" y="3857"/>
                    <a:pt x="6711" y="3325"/>
                    <a:pt x="7599" y="3325"/>
                  </a:cubicBezTo>
                  <a:cubicBezTo>
                    <a:pt x="8548" y="3325"/>
                    <a:pt x="9023" y="3738"/>
                    <a:pt x="9797" y="4275"/>
                  </a:cubicBezTo>
                  <a:cubicBezTo>
                    <a:pt x="10272" y="4512"/>
                    <a:pt x="11279" y="5343"/>
                    <a:pt x="11816" y="5699"/>
                  </a:cubicBezTo>
                  <a:cubicBezTo>
                    <a:pt x="11816" y="5581"/>
                    <a:pt x="11873" y="5462"/>
                    <a:pt x="11934" y="5343"/>
                  </a:cubicBezTo>
                  <a:cubicBezTo>
                    <a:pt x="12229" y="4688"/>
                    <a:pt x="13240" y="1425"/>
                    <a:pt x="13772" y="532"/>
                  </a:cubicBezTo>
                  <a:cubicBezTo>
                    <a:pt x="12585" y="238"/>
                    <a:pt x="11754" y="1"/>
                    <a:pt x="117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38"/>
            <p:cNvSpPr/>
            <p:nvPr/>
          </p:nvSpPr>
          <p:spPr>
            <a:xfrm flipH="1">
              <a:off x="8001882" y="2917945"/>
              <a:ext cx="72079" cy="161039"/>
            </a:xfrm>
            <a:custGeom>
              <a:avLst/>
              <a:gdLst/>
              <a:ahLst/>
              <a:cxnLst/>
              <a:rect l="l" t="t" r="r" b="b"/>
              <a:pathLst>
                <a:path w="2551" h="5700" extrusionOk="0">
                  <a:moveTo>
                    <a:pt x="532" y="1"/>
                  </a:moveTo>
                  <a:cubicBezTo>
                    <a:pt x="413" y="238"/>
                    <a:pt x="238" y="532"/>
                    <a:pt x="0" y="832"/>
                  </a:cubicBezTo>
                  <a:cubicBezTo>
                    <a:pt x="0" y="1601"/>
                    <a:pt x="57" y="5106"/>
                    <a:pt x="57" y="5281"/>
                  </a:cubicBezTo>
                  <a:cubicBezTo>
                    <a:pt x="238" y="5462"/>
                    <a:pt x="413" y="5581"/>
                    <a:pt x="594" y="5699"/>
                  </a:cubicBezTo>
                  <a:cubicBezTo>
                    <a:pt x="594" y="5581"/>
                    <a:pt x="651" y="5462"/>
                    <a:pt x="712" y="5343"/>
                  </a:cubicBezTo>
                  <a:cubicBezTo>
                    <a:pt x="1007" y="4688"/>
                    <a:pt x="2018" y="1425"/>
                    <a:pt x="2550" y="532"/>
                  </a:cubicBezTo>
                  <a:cubicBezTo>
                    <a:pt x="1363" y="238"/>
                    <a:pt x="532" y="1"/>
                    <a:pt x="5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38"/>
            <p:cNvSpPr/>
            <p:nvPr/>
          </p:nvSpPr>
          <p:spPr>
            <a:xfrm flipH="1">
              <a:off x="8290394" y="2924669"/>
              <a:ext cx="100644" cy="165983"/>
            </a:xfrm>
            <a:custGeom>
              <a:avLst/>
              <a:gdLst/>
              <a:ahLst/>
              <a:cxnLst/>
              <a:rect l="l" t="t" r="r" b="b"/>
              <a:pathLst>
                <a:path w="3562" h="5875" extrusionOk="0">
                  <a:moveTo>
                    <a:pt x="2137" y="0"/>
                  </a:moveTo>
                  <a:cubicBezTo>
                    <a:pt x="1843" y="57"/>
                    <a:pt x="1012" y="176"/>
                    <a:pt x="0" y="294"/>
                  </a:cubicBezTo>
                  <a:cubicBezTo>
                    <a:pt x="62" y="532"/>
                    <a:pt x="238" y="712"/>
                    <a:pt x="356" y="888"/>
                  </a:cubicBezTo>
                  <a:cubicBezTo>
                    <a:pt x="537" y="1126"/>
                    <a:pt x="3087" y="5756"/>
                    <a:pt x="3149" y="5875"/>
                  </a:cubicBezTo>
                  <a:cubicBezTo>
                    <a:pt x="3324" y="5756"/>
                    <a:pt x="3443" y="5580"/>
                    <a:pt x="3562" y="5461"/>
                  </a:cubicBezTo>
                  <a:cubicBezTo>
                    <a:pt x="3505" y="4749"/>
                    <a:pt x="3087" y="1838"/>
                    <a:pt x="3030" y="1069"/>
                  </a:cubicBezTo>
                  <a:cubicBezTo>
                    <a:pt x="2436" y="532"/>
                    <a:pt x="2137" y="0"/>
                    <a:pt x="21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38"/>
            <p:cNvSpPr/>
            <p:nvPr/>
          </p:nvSpPr>
          <p:spPr>
            <a:xfrm flipH="1">
              <a:off x="7715009" y="3957778"/>
              <a:ext cx="914219" cy="1185701"/>
            </a:xfrm>
            <a:custGeom>
              <a:avLst/>
              <a:gdLst/>
              <a:ahLst/>
              <a:cxnLst/>
              <a:rect l="l" t="t" r="r" b="b"/>
              <a:pathLst>
                <a:path w="32356" h="41968" extrusionOk="0">
                  <a:moveTo>
                    <a:pt x="894" y="0"/>
                  </a:moveTo>
                  <a:cubicBezTo>
                    <a:pt x="419" y="14129"/>
                    <a:pt x="300" y="29919"/>
                    <a:pt x="1" y="41967"/>
                  </a:cubicBezTo>
                  <a:lnTo>
                    <a:pt x="14547" y="41967"/>
                  </a:lnTo>
                  <a:lnTo>
                    <a:pt x="16029" y="16679"/>
                  </a:lnTo>
                  <a:lnTo>
                    <a:pt x="17396" y="41967"/>
                  </a:lnTo>
                  <a:lnTo>
                    <a:pt x="32356" y="41967"/>
                  </a:lnTo>
                  <a:cubicBezTo>
                    <a:pt x="32056" y="29739"/>
                    <a:pt x="31700" y="14247"/>
                    <a:pt x="31406" y="1425"/>
                  </a:cubicBezTo>
                  <a:cubicBezTo>
                    <a:pt x="28675" y="2494"/>
                    <a:pt x="25232" y="2850"/>
                    <a:pt x="22440" y="3087"/>
                  </a:cubicBezTo>
                  <a:cubicBezTo>
                    <a:pt x="20687" y="3236"/>
                    <a:pt x="18835" y="3331"/>
                    <a:pt x="16958" y="3331"/>
                  </a:cubicBezTo>
                  <a:cubicBezTo>
                    <a:pt x="13621" y="3331"/>
                    <a:pt x="10203" y="3030"/>
                    <a:pt x="7124" y="2194"/>
                  </a:cubicBezTo>
                  <a:cubicBezTo>
                    <a:pt x="5225" y="1663"/>
                    <a:pt x="2731" y="950"/>
                    <a:pt x="8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38"/>
            <p:cNvSpPr/>
            <p:nvPr/>
          </p:nvSpPr>
          <p:spPr>
            <a:xfrm flipH="1">
              <a:off x="8270248" y="2914583"/>
              <a:ext cx="422723" cy="2042797"/>
            </a:xfrm>
            <a:custGeom>
              <a:avLst/>
              <a:gdLst/>
              <a:ahLst/>
              <a:cxnLst/>
              <a:rect l="l" t="t" r="r" b="b"/>
              <a:pathLst>
                <a:path w="14961" h="72305" extrusionOk="0">
                  <a:moveTo>
                    <a:pt x="13004" y="1"/>
                  </a:moveTo>
                  <a:cubicBezTo>
                    <a:pt x="12291" y="295"/>
                    <a:pt x="9798" y="832"/>
                    <a:pt x="9618" y="832"/>
                  </a:cubicBezTo>
                  <a:cubicBezTo>
                    <a:pt x="7599" y="1126"/>
                    <a:pt x="5405" y="1483"/>
                    <a:pt x="5168" y="1544"/>
                  </a:cubicBezTo>
                  <a:cubicBezTo>
                    <a:pt x="4693" y="1663"/>
                    <a:pt x="2437" y="12643"/>
                    <a:pt x="3088" y="16622"/>
                  </a:cubicBezTo>
                  <a:cubicBezTo>
                    <a:pt x="3681" y="20597"/>
                    <a:pt x="1" y="70880"/>
                    <a:pt x="1" y="70880"/>
                  </a:cubicBezTo>
                  <a:cubicBezTo>
                    <a:pt x="4275" y="71768"/>
                    <a:pt x="9974" y="72186"/>
                    <a:pt x="14903" y="72305"/>
                  </a:cubicBezTo>
                  <a:cubicBezTo>
                    <a:pt x="14960" y="69811"/>
                    <a:pt x="14723" y="41612"/>
                    <a:pt x="14485" y="22321"/>
                  </a:cubicBezTo>
                  <a:cubicBezTo>
                    <a:pt x="14428" y="17036"/>
                    <a:pt x="14428" y="11042"/>
                    <a:pt x="13892" y="6056"/>
                  </a:cubicBezTo>
                  <a:cubicBezTo>
                    <a:pt x="13479" y="2432"/>
                    <a:pt x="13004" y="1"/>
                    <a:pt x="130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504;p38"/>
            <p:cNvSpPr/>
            <p:nvPr/>
          </p:nvSpPr>
          <p:spPr>
            <a:xfrm flipH="1">
              <a:off x="7681471" y="2917945"/>
              <a:ext cx="380821" cy="2039435"/>
            </a:xfrm>
            <a:custGeom>
              <a:avLst/>
              <a:gdLst/>
              <a:ahLst/>
              <a:cxnLst/>
              <a:rect l="l" t="t" r="r" b="b"/>
              <a:pathLst>
                <a:path w="13478" h="72186" extrusionOk="0">
                  <a:moveTo>
                    <a:pt x="119" y="1"/>
                  </a:moveTo>
                  <a:lnTo>
                    <a:pt x="119" y="1"/>
                  </a:lnTo>
                  <a:cubicBezTo>
                    <a:pt x="0" y="176"/>
                    <a:pt x="119" y="9736"/>
                    <a:pt x="181" y="19115"/>
                  </a:cubicBezTo>
                  <a:lnTo>
                    <a:pt x="181" y="19172"/>
                  </a:lnTo>
                  <a:cubicBezTo>
                    <a:pt x="181" y="19590"/>
                    <a:pt x="238" y="20003"/>
                    <a:pt x="238" y="20421"/>
                  </a:cubicBezTo>
                  <a:lnTo>
                    <a:pt x="238" y="22497"/>
                  </a:lnTo>
                  <a:cubicBezTo>
                    <a:pt x="594" y="41968"/>
                    <a:pt x="1662" y="69274"/>
                    <a:pt x="1605" y="72186"/>
                  </a:cubicBezTo>
                  <a:cubicBezTo>
                    <a:pt x="8074" y="72005"/>
                    <a:pt x="13478" y="71530"/>
                    <a:pt x="13478" y="71530"/>
                  </a:cubicBezTo>
                  <a:cubicBezTo>
                    <a:pt x="13478" y="71530"/>
                    <a:pt x="10804" y="28789"/>
                    <a:pt x="10567" y="23746"/>
                  </a:cubicBezTo>
                  <a:cubicBezTo>
                    <a:pt x="10329" y="18640"/>
                    <a:pt x="9916" y="2432"/>
                    <a:pt x="9916" y="2432"/>
                  </a:cubicBezTo>
                  <a:cubicBezTo>
                    <a:pt x="8905" y="2256"/>
                    <a:pt x="3918" y="1007"/>
                    <a:pt x="1544" y="357"/>
                  </a:cubicBezTo>
                  <a:cubicBezTo>
                    <a:pt x="713" y="119"/>
                    <a:pt x="119" y="1"/>
                    <a:pt x="1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5" name="Google Shape;505;p38"/>
            <p:cNvSpPr/>
            <p:nvPr/>
          </p:nvSpPr>
          <p:spPr>
            <a:xfrm flipH="1">
              <a:off x="7116286" y="2983208"/>
              <a:ext cx="751442" cy="697808"/>
            </a:xfrm>
            <a:custGeom>
              <a:avLst/>
              <a:gdLst/>
              <a:ahLst/>
              <a:cxnLst/>
              <a:rect l="l" t="t" r="r" b="b"/>
              <a:pathLst>
                <a:path w="26595" h="24699" extrusionOk="0">
                  <a:moveTo>
                    <a:pt x="1921" y="1"/>
                  </a:moveTo>
                  <a:cubicBezTo>
                    <a:pt x="1696" y="1"/>
                    <a:pt x="1489" y="23"/>
                    <a:pt x="1306" y="65"/>
                  </a:cubicBezTo>
                  <a:cubicBezTo>
                    <a:pt x="0" y="303"/>
                    <a:pt x="119" y="7426"/>
                    <a:pt x="1843" y="13006"/>
                  </a:cubicBezTo>
                  <a:cubicBezTo>
                    <a:pt x="2080" y="13775"/>
                    <a:pt x="7898" y="24698"/>
                    <a:pt x="14547" y="24698"/>
                  </a:cubicBezTo>
                  <a:cubicBezTo>
                    <a:pt x="15435" y="24698"/>
                    <a:pt x="16327" y="24461"/>
                    <a:pt x="17097" y="24105"/>
                  </a:cubicBezTo>
                  <a:cubicBezTo>
                    <a:pt x="18464" y="23511"/>
                    <a:pt x="20245" y="21849"/>
                    <a:pt x="21076" y="20723"/>
                  </a:cubicBezTo>
                  <a:cubicBezTo>
                    <a:pt x="23688" y="17162"/>
                    <a:pt x="24933" y="11995"/>
                    <a:pt x="26595" y="5583"/>
                  </a:cubicBezTo>
                  <a:cubicBezTo>
                    <a:pt x="24876" y="4871"/>
                    <a:pt x="22739" y="4159"/>
                    <a:pt x="21076" y="3328"/>
                  </a:cubicBezTo>
                  <a:cubicBezTo>
                    <a:pt x="20958" y="3565"/>
                    <a:pt x="16565" y="13419"/>
                    <a:pt x="15259" y="14075"/>
                  </a:cubicBezTo>
                  <a:cubicBezTo>
                    <a:pt x="15195" y="14107"/>
                    <a:pt x="15120" y="14123"/>
                    <a:pt x="15039" y="14123"/>
                  </a:cubicBezTo>
                  <a:cubicBezTo>
                    <a:pt x="14517" y="14123"/>
                    <a:pt x="13684" y="13480"/>
                    <a:pt x="13122" y="12351"/>
                  </a:cubicBezTo>
                  <a:cubicBezTo>
                    <a:pt x="12053" y="10513"/>
                    <a:pt x="10329" y="8020"/>
                    <a:pt x="8311" y="4577"/>
                  </a:cubicBezTo>
                  <a:cubicBezTo>
                    <a:pt x="6323" y="1228"/>
                    <a:pt x="3596" y="1"/>
                    <a:pt x="19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6" name="Google Shape;506;p38"/>
            <p:cNvSpPr/>
            <p:nvPr/>
          </p:nvSpPr>
          <p:spPr>
            <a:xfrm flipH="1">
              <a:off x="7116286" y="3132608"/>
              <a:ext cx="691061" cy="548409"/>
            </a:xfrm>
            <a:custGeom>
              <a:avLst/>
              <a:gdLst/>
              <a:ahLst/>
              <a:cxnLst/>
              <a:rect l="l" t="t" r="r" b="b"/>
              <a:pathLst>
                <a:path w="24458" h="19411" extrusionOk="0">
                  <a:moveTo>
                    <a:pt x="23688" y="1"/>
                  </a:moveTo>
                  <a:cubicBezTo>
                    <a:pt x="21015" y="5819"/>
                    <a:pt x="20540" y="13298"/>
                    <a:pt x="13654" y="16148"/>
                  </a:cubicBezTo>
                  <a:cubicBezTo>
                    <a:pt x="12802" y="16494"/>
                    <a:pt x="11996" y="16648"/>
                    <a:pt x="11228" y="16648"/>
                  </a:cubicBezTo>
                  <a:cubicBezTo>
                    <a:pt x="8842" y="16648"/>
                    <a:pt x="6830" y="15167"/>
                    <a:pt x="4987" y="13417"/>
                  </a:cubicBezTo>
                  <a:cubicBezTo>
                    <a:pt x="3505" y="11992"/>
                    <a:pt x="2256" y="10330"/>
                    <a:pt x="713" y="8962"/>
                  </a:cubicBezTo>
                  <a:cubicBezTo>
                    <a:pt x="475" y="8787"/>
                    <a:pt x="238" y="8606"/>
                    <a:pt x="0" y="8369"/>
                  </a:cubicBezTo>
                  <a:lnTo>
                    <a:pt x="0" y="8369"/>
                  </a:lnTo>
                  <a:cubicBezTo>
                    <a:pt x="1368" y="10981"/>
                    <a:pt x="6530" y="19410"/>
                    <a:pt x="12410" y="19410"/>
                  </a:cubicBezTo>
                  <a:cubicBezTo>
                    <a:pt x="13298" y="19410"/>
                    <a:pt x="14190" y="19173"/>
                    <a:pt x="14960" y="18817"/>
                  </a:cubicBezTo>
                  <a:cubicBezTo>
                    <a:pt x="16327" y="18223"/>
                    <a:pt x="18108" y="16561"/>
                    <a:pt x="18939" y="15435"/>
                  </a:cubicBezTo>
                  <a:cubicBezTo>
                    <a:pt x="21551" y="11874"/>
                    <a:pt x="22796" y="6707"/>
                    <a:pt x="24458" y="295"/>
                  </a:cubicBezTo>
                  <a:cubicBezTo>
                    <a:pt x="24220" y="238"/>
                    <a:pt x="23926" y="120"/>
                    <a:pt x="23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507;p38"/>
            <p:cNvSpPr/>
            <p:nvPr/>
          </p:nvSpPr>
          <p:spPr>
            <a:xfrm flipH="1">
              <a:off x="6065313" y="2233669"/>
              <a:ext cx="573746" cy="577622"/>
            </a:xfrm>
            <a:custGeom>
              <a:avLst/>
              <a:gdLst/>
              <a:ahLst/>
              <a:cxnLst/>
              <a:rect l="l" t="t" r="r" b="b"/>
              <a:pathLst>
                <a:path w="20306" h="20445" extrusionOk="0">
                  <a:moveTo>
                    <a:pt x="4067" y="1"/>
                  </a:moveTo>
                  <a:cubicBezTo>
                    <a:pt x="3412" y="1"/>
                    <a:pt x="1512" y="58"/>
                    <a:pt x="1574" y="594"/>
                  </a:cubicBezTo>
                  <a:cubicBezTo>
                    <a:pt x="1607" y="906"/>
                    <a:pt x="1724" y="1035"/>
                    <a:pt x="2055" y="1089"/>
                  </a:cubicBezTo>
                  <a:lnTo>
                    <a:pt x="2055" y="1089"/>
                  </a:lnTo>
                  <a:cubicBezTo>
                    <a:pt x="2003" y="1088"/>
                    <a:pt x="1952" y="1088"/>
                    <a:pt x="1900" y="1088"/>
                  </a:cubicBezTo>
                  <a:cubicBezTo>
                    <a:pt x="1427" y="1088"/>
                    <a:pt x="937" y="1110"/>
                    <a:pt x="681" y="1188"/>
                  </a:cubicBezTo>
                  <a:cubicBezTo>
                    <a:pt x="51" y="1418"/>
                    <a:pt x="143" y="2259"/>
                    <a:pt x="581" y="2259"/>
                  </a:cubicBezTo>
                  <a:cubicBezTo>
                    <a:pt x="595" y="2259"/>
                    <a:pt x="609" y="2258"/>
                    <a:pt x="624" y="2256"/>
                  </a:cubicBezTo>
                  <a:lnTo>
                    <a:pt x="624" y="2256"/>
                  </a:lnTo>
                  <a:cubicBezTo>
                    <a:pt x="624" y="2256"/>
                    <a:pt x="1" y="3327"/>
                    <a:pt x="1239" y="3327"/>
                  </a:cubicBezTo>
                  <a:cubicBezTo>
                    <a:pt x="1270" y="3327"/>
                    <a:pt x="1303" y="3326"/>
                    <a:pt x="1336" y="3325"/>
                  </a:cubicBezTo>
                  <a:lnTo>
                    <a:pt x="1336" y="3325"/>
                  </a:lnTo>
                  <a:cubicBezTo>
                    <a:pt x="1336" y="3325"/>
                    <a:pt x="1280" y="3979"/>
                    <a:pt x="2061" y="3979"/>
                  </a:cubicBezTo>
                  <a:cubicBezTo>
                    <a:pt x="2095" y="3979"/>
                    <a:pt x="2130" y="3978"/>
                    <a:pt x="2168" y="3976"/>
                  </a:cubicBezTo>
                  <a:cubicBezTo>
                    <a:pt x="2201" y="3973"/>
                    <a:pt x="2235" y="3972"/>
                    <a:pt x="2268" y="3972"/>
                  </a:cubicBezTo>
                  <a:cubicBezTo>
                    <a:pt x="3097" y="3972"/>
                    <a:pt x="3619" y="4640"/>
                    <a:pt x="4305" y="4868"/>
                  </a:cubicBezTo>
                  <a:cubicBezTo>
                    <a:pt x="4955" y="5044"/>
                    <a:pt x="5786" y="5994"/>
                    <a:pt x="6024" y="6469"/>
                  </a:cubicBezTo>
                  <a:cubicBezTo>
                    <a:pt x="6261" y="6944"/>
                    <a:pt x="7391" y="9437"/>
                    <a:pt x="8042" y="10686"/>
                  </a:cubicBezTo>
                  <a:cubicBezTo>
                    <a:pt x="8697" y="11930"/>
                    <a:pt x="9647" y="12405"/>
                    <a:pt x="10654" y="12999"/>
                  </a:cubicBezTo>
                  <a:cubicBezTo>
                    <a:pt x="11723" y="13592"/>
                    <a:pt x="13684" y="18166"/>
                    <a:pt x="14277" y="19529"/>
                  </a:cubicBezTo>
                  <a:cubicBezTo>
                    <a:pt x="14507" y="20080"/>
                    <a:pt x="15509" y="20444"/>
                    <a:pt x="16603" y="20444"/>
                  </a:cubicBezTo>
                  <a:cubicBezTo>
                    <a:pt x="18338" y="20444"/>
                    <a:pt x="20306" y="19527"/>
                    <a:pt x="19796" y="16978"/>
                  </a:cubicBezTo>
                  <a:cubicBezTo>
                    <a:pt x="19796" y="16978"/>
                    <a:pt x="16946" y="13474"/>
                    <a:pt x="16296" y="12586"/>
                  </a:cubicBezTo>
                  <a:cubicBezTo>
                    <a:pt x="15702" y="11754"/>
                    <a:pt x="13266" y="8905"/>
                    <a:pt x="12791" y="7656"/>
                  </a:cubicBezTo>
                  <a:cubicBezTo>
                    <a:pt x="12316" y="6350"/>
                    <a:pt x="11129" y="3206"/>
                    <a:pt x="10773" y="3026"/>
                  </a:cubicBezTo>
                  <a:cubicBezTo>
                    <a:pt x="10360" y="2850"/>
                    <a:pt x="7866" y="1188"/>
                    <a:pt x="7510" y="950"/>
                  </a:cubicBezTo>
                  <a:cubicBezTo>
                    <a:pt x="7211" y="651"/>
                    <a:pt x="4718" y="1"/>
                    <a:pt x="4067" y="1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38"/>
            <p:cNvSpPr/>
            <p:nvPr/>
          </p:nvSpPr>
          <p:spPr>
            <a:xfrm flipH="1">
              <a:off x="6401745" y="2265312"/>
              <a:ext cx="149243" cy="37096"/>
            </a:xfrm>
            <a:custGeom>
              <a:avLst/>
              <a:gdLst/>
              <a:ahLst/>
              <a:cxnLst/>
              <a:rect l="l" t="t" r="r" b="b"/>
              <a:pathLst>
                <a:path w="5282" h="1313" extrusionOk="0">
                  <a:moveTo>
                    <a:pt x="717" y="0"/>
                  </a:moveTo>
                  <a:cubicBezTo>
                    <a:pt x="300" y="0"/>
                    <a:pt x="0" y="6"/>
                    <a:pt x="0" y="6"/>
                  </a:cubicBezTo>
                  <a:cubicBezTo>
                    <a:pt x="0" y="6"/>
                    <a:pt x="2494" y="125"/>
                    <a:pt x="2968" y="305"/>
                  </a:cubicBezTo>
                  <a:cubicBezTo>
                    <a:pt x="3382" y="481"/>
                    <a:pt x="4806" y="1193"/>
                    <a:pt x="5281" y="1312"/>
                  </a:cubicBezTo>
                  <a:cubicBezTo>
                    <a:pt x="5281" y="1312"/>
                    <a:pt x="3562" y="424"/>
                    <a:pt x="3206" y="187"/>
                  </a:cubicBezTo>
                  <a:cubicBezTo>
                    <a:pt x="2965" y="26"/>
                    <a:pt x="1586" y="0"/>
                    <a:pt x="717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38"/>
            <p:cNvSpPr/>
            <p:nvPr/>
          </p:nvSpPr>
          <p:spPr>
            <a:xfrm flipH="1">
              <a:off x="6423502" y="2285061"/>
              <a:ext cx="197926" cy="37463"/>
            </a:xfrm>
            <a:custGeom>
              <a:avLst/>
              <a:gdLst/>
              <a:ahLst/>
              <a:cxnLst/>
              <a:rect l="l" t="t" r="r" b="b"/>
              <a:pathLst>
                <a:path w="7005" h="1326" extrusionOk="0">
                  <a:moveTo>
                    <a:pt x="4207" y="1"/>
                  </a:moveTo>
                  <a:cubicBezTo>
                    <a:pt x="3050" y="1"/>
                    <a:pt x="661" y="105"/>
                    <a:pt x="0" y="437"/>
                  </a:cubicBezTo>
                  <a:cubicBezTo>
                    <a:pt x="0" y="437"/>
                    <a:pt x="1544" y="376"/>
                    <a:pt x="1957" y="319"/>
                  </a:cubicBezTo>
                  <a:cubicBezTo>
                    <a:pt x="2285" y="276"/>
                    <a:pt x="3349" y="206"/>
                    <a:pt x="4054" y="206"/>
                  </a:cubicBezTo>
                  <a:cubicBezTo>
                    <a:pt x="4370" y="206"/>
                    <a:pt x="4614" y="220"/>
                    <a:pt x="4687" y="257"/>
                  </a:cubicBezTo>
                  <a:cubicBezTo>
                    <a:pt x="4868" y="319"/>
                    <a:pt x="6530" y="1088"/>
                    <a:pt x="7005" y="1325"/>
                  </a:cubicBezTo>
                  <a:cubicBezTo>
                    <a:pt x="7005" y="1325"/>
                    <a:pt x="5224" y="138"/>
                    <a:pt x="4806" y="19"/>
                  </a:cubicBezTo>
                  <a:cubicBezTo>
                    <a:pt x="4722" y="8"/>
                    <a:pt x="4505" y="1"/>
                    <a:pt x="4207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38"/>
            <p:cNvSpPr/>
            <p:nvPr/>
          </p:nvSpPr>
          <p:spPr>
            <a:xfrm flipH="1">
              <a:off x="6433560" y="2310827"/>
              <a:ext cx="167750" cy="48594"/>
            </a:xfrm>
            <a:custGeom>
              <a:avLst/>
              <a:gdLst/>
              <a:ahLst/>
              <a:cxnLst/>
              <a:rect l="l" t="t" r="r" b="b"/>
              <a:pathLst>
                <a:path w="5937" h="1720" extrusionOk="0">
                  <a:moveTo>
                    <a:pt x="1306" y="0"/>
                  </a:moveTo>
                  <a:cubicBezTo>
                    <a:pt x="770" y="57"/>
                    <a:pt x="119" y="413"/>
                    <a:pt x="0" y="594"/>
                  </a:cubicBezTo>
                  <a:cubicBezTo>
                    <a:pt x="0" y="594"/>
                    <a:pt x="1057" y="171"/>
                    <a:pt x="1623" y="171"/>
                  </a:cubicBezTo>
                  <a:cubicBezTo>
                    <a:pt x="1657" y="171"/>
                    <a:pt x="1689" y="173"/>
                    <a:pt x="1720" y="176"/>
                  </a:cubicBezTo>
                  <a:cubicBezTo>
                    <a:pt x="2194" y="295"/>
                    <a:pt x="3619" y="356"/>
                    <a:pt x="3975" y="651"/>
                  </a:cubicBezTo>
                  <a:cubicBezTo>
                    <a:pt x="4393" y="950"/>
                    <a:pt x="5400" y="1719"/>
                    <a:pt x="5937" y="1719"/>
                  </a:cubicBezTo>
                  <a:cubicBezTo>
                    <a:pt x="5937" y="1719"/>
                    <a:pt x="4332" y="770"/>
                    <a:pt x="4156" y="532"/>
                  </a:cubicBezTo>
                  <a:cubicBezTo>
                    <a:pt x="3918" y="356"/>
                    <a:pt x="1781" y="0"/>
                    <a:pt x="1306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38"/>
            <p:cNvSpPr/>
            <p:nvPr/>
          </p:nvSpPr>
          <p:spPr>
            <a:xfrm flipH="1">
              <a:off x="7325881" y="4682314"/>
              <a:ext cx="92337" cy="197909"/>
            </a:xfrm>
            <a:custGeom>
              <a:avLst/>
              <a:gdLst/>
              <a:ahLst/>
              <a:cxnLst/>
              <a:rect l="l" t="t" r="r" b="b"/>
              <a:pathLst>
                <a:path w="3268" h="7005" extrusionOk="0">
                  <a:moveTo>
                    <a:pt x="0" y="0"/>
                  </a:moveTo>
                  <a:lnTo>
                    <a:pt x="0" y="3206"/>
                  </a:lnTo>
                  <a:lnTo>
                    <a:pt x="119" y="3206"/>
                  </a:lnTo>
                  <a:cubicBezTo>
                    <a:pt x="119" y="3206"/>
                    <a:pt x="300" y="3324"/>
                    <a:pt x="300" y="3381"/>
                  </a:cubicBezTo>
                  <a:cubicBezTo>
                    <a:pt x="300" y="3500"/>
                    <a:pt x="357" y="3619"/>
                    <a:pt x="418" y="3738"/>
                  </a:cubicBezTo>
                  <a:cubicBezTo>
                    <a:pt x="418" y="3856"/>
                    <a:pt x="475" y="3975"/>
                    <a:pt x="475" y="4094"/>
                  </a:cubicBezTo>
                  <a:cubicBezTo>
                    <a:pt x="537" y="4155"/>
                    <a:pt x="594" y="4274"/>
                    <a:pt x="656" y="4331"/>
                  </a:cubicBezTo>
                  <a:cubicBezTo>
                    <a:pt x="656" y="4393"/>
                    <a:pt x="656" y="4393"/>
                    <a:pt x="713" y="4450"/>
                  </a:cubicBezTo>
                  <a:cubicBezTo>
                    <a:pt x="713" y="4512"/>
                    <a:pt x="775" y="4512"/>
                    <a:pt x="832" y="4630"/>
                  </a:cubicBezTo>
                  <a:cubicBezTo>
                    <a:pt x="950" y="4986"/>
                    <a:pt x="1131" y="5400"/>
                    <a:pt x="1368" y="5756"/>
                  </a:cubicBezTo>
                  <a:cubicBezTo>
                    <a:pt x="1368" y="5818"/>
                    <a:pt x="1368" y="5818"/>
                    <a:pt x="1425" y="5875"/>
                  </a:cubicBezTo>
                  <a:cubicBezTo>
                    <a:pt x="1425" y="5936"/>
                    <a:pt x="1487" y="5993"/>
                    <a:pt x="1487" y="6055"/>
                  </a:cubicBezTo>
                  <a:cubicBezTo>
                    <a:pt x="1544" y="6112"/>
                    <a:pt x="1544" y="6174"/>
                    <a:pt x="1606" y="6231"/>
                  </a:cubicBezTo>
                  <a:cubicBezTo>
                    <a:pt x="1606" y="6292"/>
                    <a:pt x="1663" y="6349"/>
                    <a:pt x="1663" y="6411"/>
                  </a:cubicBezTo>
                  <a:cubicBezTo>
                    <a:pt x="1724" y="6468"/>
                    <a:pt x="1724" y="6468"/>
                    <a:pt x="1724" y="6530"/>
                  </a:cubicBezTo>
                  <a:lnTo>
                    <a:pt x="1781" y="6587"/>
                  </a:lnTo>
                  <a:cubicBezTo>
                    <a:pt x="1781" y="6649"/>
                    <a:pt x="1843" y="6649"/>
                    <a:pt x="1843" y="6649"/>
                  </a:cubicBezTo>
                  <a:lnTo>
                    <a:pt x="2019" y="6824"/>
                  </a:lnTo>
                  <a:cubicBezTo>
                    <a:pt x="2081" y="6824"/>
                    <a:pt x="2138" y="6886"/>
                    <a:pt x="2199" y="6943"/>
                  </a:cubicBezTo>
                  <a:lnTo>
                    <a:pt x="2256" y="6943"/>
                  </a:lnTo>
                  <a:lnTo>
                    <a:pt x="2318" y="7005"/>
                  </a:lnTo>
                  <a:lnTo>
                    <a:pt x="2612" y="7005"/>
                  </a:lnTo>
                  <a:cubicBezTo>
                    <a:pt x="2731" y="7005"/>
                    <a:pt x="2850" y="7005"/>
                    <a:pt x="2912" y="6943"/>
                  </a:cubicBezTo>
                  <a:cubicBezTo>
                    <a:pt x="3030" y="6886"/>
                    <a:pt x="3087" y="6824"/>
                    <a:pt x="3149" y="6767"/>
                  </a:cubicBezTo>
                  <a:cubicBezTo>
                    <a:pt x="3206" y="6587"/>
                    <a:pt x="3268" y="6468"/>
                    <a:pt x="3268" y="6292"/>
                  </a:cubicBezTo>
                  <a:cubicBezTo>
                    <a:pt x="3268" y="5936"/>
                    <a:pt x="2256" y="4630"/>
                    <a:pt x="2199" y="4212"/>
                  </a:cubicBezTo>
                  <a:cubicBezTo>
                    <a:pt x="2138" y="3856"/>
                    <a:pt x="1843" y="3263"/>
                    <a:pt x="1663" y="2612"/>
                  </a:cubicBezTo>
                  <a:cubicBezTo>
                    <a:pt x="1544" y="2075"/>
                    <a:pt x="1249" y="1719"/>
                    <a:pt x="713" y="0"/>
                  </a:cubicBezTo>
                  <a:close/>
                </a:path>
              </a:pathLst>
            </a:custGeom>
            <a:solidFill>
              <a:srgbClr val="FFB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38"/>
            <p:cNvSpPr/>
            <p:nvPr/>
          </p:nvSpPr>
          <p:spPr>
            <a:xfrm flipH="1">
              <a:off x="6436923" y="2673081"/>
              <a:ext cx="519977" cy="519959"/>
            </a:xfrm>
            <a:custGeom>
              <a:avLst/>
              <a:gdLst/>
              <a:ahLst/>
              <a:cxnLst/>
              <a:rect l="l" t="t" r="r" b="b"/>
              <a:pathLst>
                <a:path w="18403" h="18404" extrusionOk="0">
                  <a:moveTo>
                    <a:pt x="5581" y="1"/>
                  </a:moveTo>
                  <a:cubicBezTo>
                    <a:pt x="5581" y="1"/>
                    <a:pt x="4868" y="7419"/>
                    <a:pt x="1663" y="10980"/>
                  </a:cubicBezTo>
                  <a:cubicBezTo>
                    <a:pt x="1" y="12823"/>
                    <a:pt x="3263" y="18403"/>
                    <a:pt x="9199" y="18403"/>
                  </a:cubicBezTo>
                  <a:cubicBezTo>
                    <a:pt x="15136" y="18403"/>
                    <a:pt x="18403" y="12823"/>
                    <a:pt x="16741" y="10980"/>
                  </a:cubicBezTo>
                  <a:cubicBezTo>
                    <a:pt x="13535" y="7419"/>
                    <a:pt x="12823" y="1"/>
                    <a:pt x="12823" y="1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38"/>
            <p:cNvSpPr/>
            <p:nvPr/>
          </p:nvSpPr>
          <p:spPr>
            <a:xfrm flipH="1">
              <a:off x="5771094" y="2973235"/>
              <a:ext cx="575272" cy="566886"/>
            </a:xfrm>
            <a:custGeom>
              <a:avLst/>
              <a:gdLst/>
              <a:ahLst/>
              <a:cxnLst/>
              <a:rect l="l" t="t" r="r" b="b"/>
              <a:pathLst>
                <a:path w="20360" h="20065" extrusionOk="0">
                  <a:moveTo>
                    <a:pt x="295" y="0"/>
                  </a:moveTo>
                  <a:cubicBezTo>
                    <a:pt x="1" y="238"/>
                    <a:pt x="2731" y="2199"/>
                    <a:pt x="2256" y="3149"/>
                  </a:cubicBezTo>
                  <a:lnTo>
                    <a:pt x="3382" y="18284"/>
                  </a:lnTo>
                  <a:lnTo>
                    <a:pt x="20360" y="20065"/>
                  </a:lnTo>
                  <a:cubicBezTo>
                    <a:pt x="18935" y="12528"/>
                    <a:pt x="11992" y="10092"/>
                    <a:pt x="10330" y="5580"/>
                  </a:cubicBezTo>
                  <a:cubicBezTo>
                    <a:pt x="8430" y="475"/>
                    <a:pt x="296" y="0"/>
                    <a:pt x="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38"/>
            <p:cNvSpPr/>
            <p:nvPr/>
          </p:nvSpPr>
          <p:spPr>
            <a:xfrm flipH="1">
              <a:off x="6126683" y="2896078"/>
              <a:ext cx="1140570" cy="847038"/>
            </a:xfrm>
            <a:custGeom>
              <a:avLst/>
              <a:gdLst/>
              <a:ahLst/>
              <a:cxnLst/>
              <a:rect l="l" t="t" r="r" b="b"/>
              <a:pathLst>
                <a:path w="40367" h="29981" extrusionOk="0">
                  <a:moveTo>
                    <a:pt x="14485" y="0"/>
                  </a:moveTo>
                  <a:cubicBezTo>
                    <a:pt x="12466" y="181"/>
                    <a:pt x="6530" y="2674"/>
                    <a:pt x="4336" y="3681"/>
                  </a:cubicBezTo>
                  <a:cubicBezTo>
                    <a:pt x="2256" y="4631"/>
                    <a:pt x="0" y="19828"/>
                    <a:pt x="0" y="29981"/>
                  </a:cubicBezTo>
                  <a:lnTo>
                    <a:pt x="40367" y="29981"/>
                  </a:lnTo>
                  <a:cubicBezTo>
                    <a:pt x="40367" y="19828"/>
                    <a:pt x="37698" y="3624"/>
                    <a:pt x="35499" y="3030"/>
                  </a:cubicBezTo>
                  <a:cubicBezTo>
                    <a:pt x="32949" y="2318"/>
                    <a:pt x="27901" y="181"/>
                    <a:pt x="25882" y="0"/>
                  </a:cubicBezTo>
                  <a:lnTo>
                    <a:pt x="25882" y="594"/>
                  </a:lnTo>
                  <a:cubicBezTo>
                    <a:pt x="25882" y="3325"/>
                    <a:pt x="23332" y="5524"/>
                    <a:pt x="20183" y="5524"/>
                  </a:cubicBezTo>
                  <a:cubicBezTo>
                    <a:pt x="17040" y="5524"/>
                    <a:pt x="14485" y="3325"/>
                    <a:pt x="14485" y="594"/>
                  </a:cubicBezTo>
                  <a:lnTo>
                    <a:pt x="144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38"/>
            <p:cNvSpPr/>
            <p:nvPr/>
          </p:nvSpPr>
          <p:spPr>
            <a:xfrm flipH="1">
              <a:off x="6344953" y="2208440"/>
              <a:ext cx="269779" cy="398049"/>
            </a:xfrm>
            <a:custGeom>
              <a:avLst/>
              <a:gdLst/>
              <a:ahLst/>
              <a:cxnLst/>
              <a:rect l="l" t="t" r="r" b="b"/>
              <a:pathLst>
                <a:path w="9548" h="14089" extrusionOk="0">
                  <a:moveTo>
                    <a:pt x="3918" y="1"/>
                  </a:moveTo>
                  <a:cubicBezTo>
                    <a:pt x="3382" y="1"/>
                    <a:pt x="357" y="357"/>
                    <a:pt x="295" y="1131"/>
                  </a:cubicBezTo>
                  <a:cubicBezTo>
                    <a:pt x="1" y="4455"/>
                    <a:pt x="6113" y="13535"/>
                    <a:pt x="6113" y="13535"/>
                  </a:cubicBezTo>
                  <a:cubicBezTo>
                    <a:pt x="6593" y="13918"/>
                    <a:pt x="7013" y="14089"/>
                    <a:pt x="7374" y="14089"/>
                  </a:cubicBezTo>
                  <a:cubicBezTo>
                    <a:pt x="9200" y="14089"/>
                    <a:pt x="9547" y="9734"/>
                    <a:pt x="8905" y="6412"/>
                  </a:cubicBezTo>
                  <a:cubicBezTo>
                    <a:pt x="8131" y="2494"/>
                    <a:pt x="6768" y="120"/>
                    <a:pt x="3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38"/>
            <p:cNvSpPr/>
            <p:nvPr/>
          </p:nvSpPr>
          <p:spPr>
            <a:xfrm flipH="1">
              <a:off x="6354785" y="2496926"/>
              <a:ext cx="5001" cy="45374"/>
            </a:xfrm>
            <a:custGeom>
              <a:avLst/>
              <a:gdLst/>
              <a:ahLst/>
              <a:cxnLst/>
              <a:rect l="l" t="t" r="r" b="b"/>
              <a:pathLst>
                <a:path w="177" h="1606" extrusionOk="0">
                  <a:moveTo>
                    <a:pt x="176" y="0"/>
                  </a:moveTo>
                  <a:cubicBezTo>
                    <a:pt x="119" y="594"/>
                    <a:pt x="58" y="1130"/>
                    <a:pt x="1" y="1605"/>
                  </a:cubicBezTo>
                  <a:cubicBezTo>
                    <a:pt x="58" y="1187"/>
                    <a:pt x="119" y="774"/>
                    <a:pt x="176" y="238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rgbClr val="DA9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38"/>
            <p:cNvSpPr/>
            <p:nvPr/>
          </p:nvSpPr>
          <p:spPr>
            <a:xfrm flipH="1">
              <a:off x="6354785" y="2386233"/>
              <a:ext cx="98921" cy="219804"/>
            </a:xfrm>
            <a:custGeom>
              <a:avLst/>
              <a:gdLst/>
              <a:ahLst/>
              <a:cxnLst/>
              <a:rect l="l" t="t" r="r" b="b"/>
              <a:pathLst>
                <a:path w="3501" h="7780" extrusionOk="0">
                  <a:moveTo>
                    <a:pt x="0" y="0"/>
                  </a:moveTo>
                  <a:lnTo>
                    <a:pt x="0" y="0"/>
                  </a:lnTo>
                  <a:cubicBezTo>
                    <a:pt x="295" y="713"/>
                    <a:pt x="532" y="1425"/>
                    <a:pt x="713" y="2137"/>
                  </a:cubicBezTo>
                  <a:lnTo>
                    <a:pt x="831" y="2137"/>
                  </a:lnTo>
                  <a:cubicBezTo>
                    <a:pt x="1425" y="4336"/>
                    <a:pt x="1544" y="6411"/>
                    <a:pt x="1425" y="7717"/>
                  </a:cubicBezTo>
                  <a:cubicBezTo>
                    <a:pt x="1482" y="7779"/>
                    <a:pt x="1601" y="7779"/>
                    <a:pt x="1663" y="7779"/>
                  </a:cubicBezTo>
                  <a:cubicBezTo>
                    <a:pt x="2494" y="7779"/>
                    <a:pt x="3025" y="6829"/>
                    <a:pt x="3325" y="5523"/>
                  </a:cubicBezTo>
                  <a:cubicBezTo>
                    <a:pt x="3382" y="5048"/>
                    <a:pt x="3443" y="4512"/>
                    <a:pt x="3500" y="3918"/>
                  </a:cubicBezTo>
                  <a:cubicBezTo>
                    <a:pt x="3500" y="2493"/>
                    <a:pt x="2731" y="1131"/>
                    <a:pt x="1425" y="537"/>
                  </a:cubicBezTo>
                  <a:cubicBezTo>
                    <a:pt x="950" y="299"/>
                    <a:pt x="475" y="11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8" name="Google Shape;518;p38"/>
            <p:cNvSpPr/>
            <p:nvPr/>
          </p:nvSpPr>
          <p:spPr>
            <a:xfrm flipH="1">
              <a:off x="6822688" y="2272573"/>
              <a:ext cx="234856" cy="421838"/>
            </a:xfrm>
            <a:custGeom>
              <a:avLst/>
              <a:gdLst/>
              <a:ahLst/>
              <a:cxnLst/>
              <a:rect l="l" t="t" r="r" b="b"/>
              <a:pathLst>
                <a:path w="8312" h="14931" extrusionOk="0">
                  <a:moveTo>
                    <a:pt x="5886" y="1"/>
                  </a:moveTo>
                  <a:cubicBezTo>
                    <a:pt x="4875" y="1"/>
                    <a:pt x="3512" y="288"/>
                    <a:pt x="3206" y="405"/>
                  </a:cubicBezTo>
                  <a:cubicBezTo>
                    <a:pt x="476" y="1411"/>
                    <a:pt x="1" y="4085"/>
                    <a:pt x="476" y="8060"/>
                  </a:cubicBezTo>
                  <a:cubicBezTo>
                    <a:pt x="890" y="11207"/>
                    <a:pt x="2425" y="14930"/>
                    <a:pt x="4037" y="14930"/>
                  </a:cubicBezTo>
                  <a:cubicBezTo>
                    <a:pt x="4493" y="14930"/>
                    <a:pt x="4955" y="14632"/>
                    <a:pt x="5400" y="13939"/>
                  </a:cubicBezTo>
                  <a:cubicBezTo>
                    <a:pt x="5400" y="13939"/>
                    <a:pt x="8312" y="3373"/>
                    <a:pt x="7006" y="343"/>
                  </a:cubicBezTo>
                  <a:cubicBezTo>
                    <a:pt x="6899" y="89"/>
                    <a:pt x="6446" y="1"/>
                    <a:pt x="58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9" name="Google Shape;519;p38"/>
            <p:cNvSpPr/>
            <p:nvPr/>
          </p:nvSpPr>
          <p:spPr>
            <a:xfrm flipH="1">
              <a:off x="6931781" y="2626125"/>
              <a:ext cx="77193" cy="68710"/>
            </a:xfrm>
            <a:custGeom>
              <a:avLst/>
              <a:gdLst/>
              <a:ahLst/>
              <a:cxnLst/>
              <a:rect l="l" t="t" r="r" b="b"/>
              <a:pathLst>
                <a:path w="2732" h="2432" extrusionOk="0">
                  <a:moveTo>
                    <a:pt x="1" y="0"/>
                  </a:moveTo>
                  <a:cubicBezTo>
                    <a:pt x="656" y="1425"/>
                    <a:pt x="1487" y="2432"/>
                    <a:pt x="2318" y="2432"/>
                  </a:cubicBezTo>
                  <a:cubicBezTo>
                    <a:pt x="2494" y="2432"/>
                    <a:pt x="2613" y="2375"/>
                    <a:pt x="2732" y="2313"/>
                  </a:cubicBezTo>
                  <a:lnTo>
                    <a:pt x="2732" y="2313"/>
                  </a:lnTo>
                  <a:cubicBezTo>
                    <a:pt x="2613" y="2375"/>
                    <a:pt x="2494" y="2432"/>
                    <a:pt x="2318" y="2432"/>
                  </a:cubicBezTo>
                  <a:cubicBezTo>
                    <a:pt x="1487" y="2432"/>
                    <a:pt x="656" y="1425"/>
                    <a:pt x="1" y="0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8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520;p38"/>
            <p:cNvSpPr/>
            <p:nvPr/>
          </p:nvSpPr>
          <p:spPr>
            <a:xfrm flipH="1">
              <a:off x="6931781" y="2473448"/>
              <a:ext cx="98921" cy="221387"/>
            </a:xfrm>
            <a:custGeom>
              <a:avLst/>
              <a:gdLst/>
              <a:ahLst/>
              <a:cxnLst/>
              <a:rect l="l" t="t" r="r" b="b"/>
              <a:pathLst>
                <a:path w="3501" h="7836" extrusionOk="0">
                  <a:moveTo>
                    <a:pt x="2375" y="0"/>
                  </a:moveTo>
                  <a:cubicBezTo>
                    <a:pt x="2019" y="238"/>
                    <a:pt x="1663" y="475"/>
                    <a:pt x="1364" y="774"/>
                  </a:cubicBezTo>
                  <a:cubicBezTo>
                    <a:pt x="295" y="1900"/>
                    <a:pt x="1" y="3505"/>
                    <a:pt x="594" y="4930"/>
                  </a:cubicBezTo>
                  <a:cubicBezTo>
                    <a:pt x="651" y="5105"/>
                    <a:pt x="713" y="5224"/>
                    <a:pt x="770" y="5404"/>
                  </a:cubicBezTo>
                  <a:cubicBezTo>
                    <a:pt x="1425" y="6829"/>
                    <a:pt x="2256" y="7836"/>
                    <a:pt x="3087" y="7836"/>
                  </a:cubicBezTo>
                  <a:cubicBezTo>
                    <a:pt x="3263" y="7836"/>
                    <a:pt x="3382" y="7779"/>
                    <a:pt x="3501" y="7717"/>
                  </a:cubicBezTo>
                  <a:cubicBezTo>
                    <a:pt x="2969" y="6411"/>
                    <a:pt x="2313" y="4099"/>
                    <a:pt x="2375" y="2018"/>
                  </a:cubicBezTo>
                  <a:cubicBezTo>
                    <a:pt x="2313" y="1368"/>
                    <a:pt x="2375" y="655"/>
                    <a:pt x="2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38"/>
            <p:cNvSpPr/>
            <p:nvPr/>
          </p:nvSpPr>
          <p:spPr>
            <a:xfrm flipH="1">
              <a:off x="6396659" y="2196885"/>
              <a:ext cx="587082" cy="651672"/>
            </a:xfrm>
            <a:custGeom>
              <a:avLst/>
              <a:gdLst/>
              <a:ahLst/>
              <a:cxnLst/>
              <a:rect l="l" t="t" r="r" b="b"/>
              <a:pathLst>
                <a:path w="20778" h="23066" extrusionOk="0">
                  <a:moveTo>
                    <a:pt x="10878" y="0"/>
                  </a:moveTo>
                  <a:cubicBezTo>
                    <a:pt x="9495" y="0"/>
                    <a:pt x="8430" y="234"/>
                    <a:pt x="8430" y="234"/>
                  </a:cubicBezTo>
                  <a:cubicBezTo>
                    <a:pt x="8430" y="234"/>
                    <a:pt x="3501" y="766"/>
                    <a:pt x="2019" y="3853"/>
                  </a:cubicBezTo>
                  <a:cubicBezTo>
                    <a:pt x="533" y="6940"/>
                    <a:pt x="1" y="13888"/>
                    <a:pt x="2019" y="17625"/>
                  </a:cubicBezTo>
                  <a:cubicBezTo>
                    <a:pt x="3230" y="19946"/>
                    <a:pt x="5757" y="23066"/>
                    <a:pt x="10344" y="23066"/>
                  </a:cubicBezTo>
                  <a:cubicBezTo>
                    <a:pt x="10919" y="23066"/>
                    <a:pt x="11526" y="23016"/>
                    <a:pt x="12168" y="22911"/>
                  </a:cubicBezTo>
                  <a:cubicBezTo>
                    <a:pt x="17867" y="22018"/>
                    <a:pt x="19590" y="17625"/>
                    <a:pt x="20065" y="14719"/>
                  </a:cubicBezTo>
                  <a:cubicBezTo>
                    <a:pt x="20778" y="10501"/>
                    <a:pt x="18104" y="4033"/>
                    <a:pt x="15729" y="1597"/>
                  </a:cubicBezTo>
                  <a:cubicBezTo>
                    <a:pt x="14435" y="303"/>
                    <a:pt x="12451" y="0"/>
                    <a:pt x="10878" y="0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38"/>
            <p:cNvSpPr/>
            <p:nvPr/>
          </p:nvSpPr>
          <p:spPr>
            <a:xfrm flipH="1">
              <a:off x="6557685" y="2461554"/>
              <a:ext cx="50350" cy="49046"/>
            </a:xfrm>
            <a:custGeom>
              <a:avLst/>
              <a:gdLst/>
              <a:ahLst/>
              <a:cxnLst/>
              <a:rect l="l" t="t" r="r" b="b"/>
              <a:pathLst>
                <a:path w="1782" h="1736" extrusionOk="0">
                  <a:moveTo>
                    <a:pt x="866" y="1"/>
                  </a:moveTo>
                  <a:cubicBezTo>
                    <a:pt x="834" y="1"/>
                    <a:pt x="802" y="3"/>
                    <a:pt x="770" y="8"/>
                  </a:cubicBezTo>
                  <a:cubicBezTo>
                    <a:pt x="295" y="127"/>
                    <a:pt x="1" y="540"/>
                    <a:pt x="58" y="1015"/>
                  </a:cubicBezTo>
                  <a:cubicBezTo>
                    <a:pt x="166" y="1448"/>
                    <a:pt x="524" y="1735"/>
                    <a:pt x="899" y="1735"/>
                  </a:cubicBezTo>
                  <a:cubicBezTo>
                    <a:pt x="935" y="1735"/>
                    <a:pt x="972" y="1732"/>
                    <a:pt x="1008" y="1727"/>
                  </a:cubicBezTo>
                  <a:cubicBezTo>
                    <a:pt x="1483" y="1670"/>
                    <a:pt x="1782" y="1195"/>
                    <a:pt x="1720" y="777"/>
                  </a:cubicBezTo>
                  <a:cubicBezTo>
                    <a:pt x="1667" y="338"/>
                    <a:pt x="1258" y="1"/>
                    <a:pt x="866" y="1"/>
                  </a:cubicBezTo>
                  <a:close/>
                </a:path>
              </a:pathLst>
            </a:custGeom>
            <a:solidFill>
              <a:srgbClr val="3410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38"/>
            <p:cNvSpPr/>
            <p:nvPr/>
          </p:nvSpPr>
          <p:spPr>
            <a:xfrm flipH="1">
              <a:off x="6779091" y="2498424"/>
              <a:ext cx="50322" cy="49046"/>
            </a:xfrm>
            <a:custGeom>
              <a:avLst/>
              <a:gdLst/>
              <a:ahLst/>
              <a:cxnLst/>
              <a:rect l="l" t="t" r="r" b="b"/>
              <a:pathLst>
                <a:path w="1781" h="1736" extrusionOk="0">
                  <a:moveTo>
                    <a:pt x="879" y="1"/>
                  </a:moveTo>
                  <a:cubicBezTo>
                    <a:pt x="843" y="1"/>
                    <a:pt x="806" y="4"/>
                    <a:pt x="769" y="9"/>
                  </a:cubicBezTo>
                  <a:cubicBezTo>
                    <a:pt x="295" y="66"/>
                    <a:pt x="0" y="541"/>
                    <a:pt x="57" y="1016"/>
                  </a:cubicBezTo>
                  <a:cubicBezTo>
                    <a:pt x="114" y="1402"/>
                    <a:pt x="524" y="1735"/>
                    <a:pt x="911" y="1735"/>
                  </a:cubicBezTo>
                  <a:cubicBezTo>
                    <a:pt x="943" y="1735"/>
                    <a:pt x="975" y="1733"/>
                    <a:pt x="1007" y="1728"/>
                  </a:cubicBezTo>
                  <a:cubicBezTo>
                    <a:pt x="1482" y="1609"/>
                    <a:pt x="1781" y="1196"/>
                    <a:pt x="1719" y="721"/>
                  </a:cubicBezTo>
                  <a:cubicBezTo>
                    <a:pt x="1611" y="288"/>
                    <a:pt x="1257" y="1"/>
                    <a:pt x="879" y="1"/>
                  </a:cubicBezTo>
                  <a:close/>
                </a:path>
              </a:pathLst>
            </a:custGeom>
            <a:solidFill>
              <a:srgbClr val="3410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38"/>
            <p:cNvSpPr/>
            <p:nvPr/>
          </p:nvSpPr>
          <p:spPr>
            <a:xfrm flipH="1">
              <a:off x="6502390" y="2366089"/>
              <a:ext cx="172723" cy="60884"/>
            </a:xfrm>
            <a:custGeom>
              <a:avLst/>
              <a:gdLst/>
              <a:ahLst/>
              <a:cxnLst/>
              <a:rect l="l" t="t" r="r" b="b"/>
              <a:pathLst>
                <a:path w="6113" h="2155" extrusionOk="0">
                  <a:moveTo>
                    <a:pt x="1957" y="1"/>
                  </a:moveTo>
                  <a:cubicBezTo>
                    <a:pt x="1482" y="63"/>
                    <a:pt x="1007" y="63"/>
                    <a:pt x="594" y="357"/>
                  </a:cubicBezTo>
                  <a:cubicBezTo>
                    <a:pt x="176" y="656"/>
                    <a:pt x="0" y="1250"/>
                    <a:pt x="295" y="1606"/>
                  </a:cubicBezTo>
                  <a:cubicBezTo>
                    <a:pt x="532" y="1901"/>
                    <a:pt x="889" y="1962"/>
                    <a:pt x="1245" y="2019"/>
                  </a:cubicBezTo>
                  <a:cubicBezTo>
                    <a:pt x="1781" y="2019"/>
                    <a:pt x="2313" y="2019"/>
                    <a:pt x="2850" y="1962"/>
                  </a:cubicBezTo>
                  <a:cubicBezTo>
                    <a:pt x="3244" y="1925"/>
                    <a:pt x="3640" y="1866"/>
                    <a:pt x="4036" y="1866"/>
                  </a:cubicBezTo>
                  <a:cubicBezTo>
                    <a:pt x="4293" y="1866"/>
                    <a:pt x="4550" y="1891"/>
                    <a:pt x="4806" y="1962"/>
                  </a:cubicBezTo>
                  <a:cubicBezTo>
                    <a:pt x="4999" y="2059"/>
                    <a:pt x="5192" y="2155"/>
                    <a:pt x="5417" y="2155"/>
                  </a:cubicBezTo>
                  <a:cubicBezTo>
                    <a:pt x="5470" y="2155"/>
                    <a:pt x="5524" y="2150"/>
                    <a:pt x="5581" y="2138"/>
                  </a:cubicBezTo>
                  <a:cubicBezTo>
                    <a:pt x="5875" y="2081"/>
                    <a:pt x="6112" y="1782"/>
                    <a:pt x="6112" y="1426"/>
                  </a:cubicBezTo>
                  <a:cubicBezTo>
                    <a:pt x="5994" y="63"/>
                    <a:pt x="2907" y="1"/>
                    <a:pt x="1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38"/>
            <p:cNvSpPr/>
            <p:nvPr/>
          </p:nvSpPr>
          <p:spPr>
            <a:xfrm flipH="1">
              <a:off x="6743913" y="2391573"/>
              <a:ext cx="172723" cy="95578"/>
            </a:xfrm>
            <a:custGeom>
              <a:avLst/>
              <a:gdLst/>
              <a:ahLst/>
              <a:cxnLst/>
              <a:rect l="l" t="t" r="r" b="b"/>
              <a:pathLst>
                <a:path w="6113" h="3383" extrusionOk="0">
                  <a:moveTo>
                    <a:pt x="4827" y="1"/>
                  </a:moveTo>
                  <a:cubicBezTo>
                    <a:pt x="4485" y="1"/>
                    <a:pt x="4142" y="99"/>
                    <a:pt x="3799" y="229"/>
                  </a:cubicBezTo>
                  <a:cubicBezTo>
                    <a:pt x="2968" y="524"/>
                    <a:pt x="0" y="1592"/>
                    <a:pt x="413" y="2898"/>
                  </a:cubicBezTo>
                  <a:cubicBezTo>
                    <a:pt x="469" y="3165"/>
                    <a:pt x="758" y="3383"/>
                    <a:pt x="1073" y="3383"/>
                  </a:cubicBezTo>
                  <a:cubicBezTo>
                    <a:pt x="1111" y="3383"/>
                    <a:pt x="1149" y="3380"/>
                    <a:pt x="1188" y="3373"/>
                  </a:cubicBezTo>
                  <a:cubicBezTo>
                    <a:pt x="1425" y="3316"/>
                    <a:pt x="1601" y="3136"/>
                    <a:pt x="1838" y="2960"/>
                  </a:cubicBezTo>
                  <a:cubicBezTo>
                    <a:pt x="2375" y="2604"/>
                    <a:pt x="3025" y="2485"/>
                    <a:pt x="3681" y="2304"/>
                  </a:cubicBezTo>
                  <a:cubicBezTo>
                    <a:pt x="4213" y="2186"/>
                    <a:pt x="4688" y="2010"/>
                    <a:pt x="5162" y="1830"/>
                  </a:cubicBezTo>
                  <a:cubicBezTo>
                    <a:pt x="5519" y="1654"/>
                    <a:pt x="5818" y="1473"/>
                    <a:pt x="5937" y="1117"/>
                  </a:cubicBezTo>
                  <a:cubicBezTo>
                    <a:pt x="6112" y="642"/>
                    <a:pt x="5699" y="167"/>
                    <a:pt x="5224" y="49"/>
                  </a:cubicBezTo>
                  <a:cubicBezTo>
                    <a:pt x="5092" y="16"/>
                    <a:pt x="4959" y="1"/>
                    <a:pt x="48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38"/>
            <p:cNvSpPr/>
            <p:nvPr/>
          </p:nvSpPr>
          <p:spPr>
            <a:xfrm flipH="1">
              <a:off x="6410080" y="2446609"/>
              <a:ext cx="555267" cy="482496"/>
            </a:xfrm>
            <a:custGeom>
              <a:avLst/>
              <a:gdLst/>
              <a:ahLst/>
              <a:cxnLst/>
              <a:rect l="l" t="t" r="r" b="b"/>
              <a:pathLst>
                <a:path w="19652" h="17078" extrusionOk="0">
                  <a:moveTo>
                    <a:pt x="18939" y="0"/>
                  </a:moveTo>
                  <a:lnTo>
                    <a:pt x="18403" y="181"/>
                  </a:lnTo>
                  <a:lnTo>
                    <a:pt x="18403" y="356"/>
                  </a:lnTo>
                  <a:cubicBezTo>
                    <a:pt x="18284" y="4156"/>
                    <a:pt x="18108" y="5523"/>
                    <a:pt x="17159" y="7361"/>
                  </a:cubicBezTo>
                  <a:cubicBezTo>
                    <a:pt x="16966" y="7702"/>
                    <a:pt x="16666" y="7814"/>
                    <a:pt x="16287" y="7814"/>
                  </a:cubicBezTo>
                  <a:cubicBezTo>
                    <a:pt x="15611" y="7814"/>
                    <a:pt x="14682" y="7460"/>
                    <a:pt x="13654" y="7423"/>
                  </a:cubicBezTo>
                  <a:cubicBezTo>
                    <a:pt x="13521" y="7417"/>
                    <a:pt x="13384" y="7415"/>
                    <a:pt x="13246" y="7415"/>
                  </a:cubicBezTo>
                  <a:cubicBezTo>
                    <a:pt x="11912" y="7415"/>
                    <a:pt x="10448" y="7660"/>
                    <a:pt x="10448" y="7660"/>
                  </a:cubicBezTo>
                  <a:cubicBezTo>
                    <a:pt x="10448" y="7660"/>
                    <a:pt x="8667" y="7955"/>
                    <a:pt x="7304" y="8492"/>
                  </a:cubicBezTo>
                  <a:cubicBezTo>
                    <a:pt x="6154" y="8903"/>
                    <a:pt x="5253" y="9745"/>
                    <a:pt x="4549" y="9745"/>
                  </a:cubicBezTo>
                  <a:cubicBezTo>
                    <a:pt x="4343" y="9745"/>
                    <a:pt x="4154" y="9673"/>
                    <a:pt x="3980" y="9498"/>
                  </a:cubicBezTo>
                  <a:cubicBezTo>
                    <a:pt x="2494" y="8074"/>
                    <a:pt x="1900" y="6829"/>
                    <a:pt x="594" y="3268"/>
                  </a:cubicBezTo>
                  <a:cubicBezTo>
                    <a:pt x="594" y="3206"/>
                    <a:pt x="537" y="3149"/>
                    <a:pt x="537" y="3087"/>
                  </a:cubicBezTo>
                  <a:lnTo>
                    <a:pt x="62" y="2968"/>
                  </a:lnTo>
                  <a:lnTo>
                    <a:pt x="62" y="2968"/>
                  </a:lnTo>
                  <a:cubicBezTo>
                    <a:pt x="0" y="5462"/>
                    <a:pt x="950" y="8254"/>
                    <a:pt x="1544" y="9323"/>
                  </a:cubicBezTo>
                  <a:cubicBezTo>
                    <a:pt x="2430" y="10874"/>
                    <a:pt x="5384" y="17077"/>
                    <a:pt x="10792" y="17077"/>
                  </a:cubicBezTo>
                  <a:cubicBezTo>
                    <a:pt x="11179" y="17077"/>
                    <a:pt x="11579" y="17046"/>
                    <a:pt x="11992" y="16978"/>
                  </a:cubicBezTo>
                  <a:cubicBezTo>
                    <a:pt x="18108" y="15971"/>
                    <a:pt x="19058" y="8311"/>
                    <a:pt x="19414" y="6354"/>
                  </a:cubicBezTo>
                  <a:cubicBezTo>
                    <a:pt x="19652" y="5167"/>
                    <a:pt x="19652" y="2731"/>
                    <a:pt x="189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38"/>
            <p:cNvSpPr/>
            <p:nvPr/>
          </p:nvSpPr>
          <p:spPr>
            <a:xfrm flipH="1">
              <a:off x="6584499" y="2703283"/>
              <a:ext cx="147632" cy="58652"/>
            </a:xfrm>
            <a:custGeom>
              <a:avLst/>
              <a:gdLst/>
              <a:ahLst/>
              <a:cxnLst/>
              <a:rect l="l" t="t" r="r" b="b"/>
              <a:pathLst>
                <a:path w="5225" h="2076" extrusionOk="0">
                  <a:moveTo>
                    <a:pt x="4450" y="0"/>
                  </a:moveTo>
                  <a:cubicBezTo>
                    <a:pt x="4213" y="0"/>
                    <a:pt x="4037" y="57"/>
                    <a:pt x="3856" y="119"/>
                  </a:cubicBezTo>
                  <a:cubicBezTo>
                    <a:pt x="3799" y="119"/>
                    <a:pt x="3738" y="176"/>
                    <a:pt x="3738" y="176"/>
                  </a:cubicBezTo>
                  <a:cubicBezTo>
                    <a:pt x="3681" y="238"/>
                    <a:pt x="3619" y="238"/>
                    <a:pt x="3562" y="295"/>
                  </a:cubicBezTo>
                  <a:cubicBezTo>
                    <a:pt x="3443" y="356"/>
                    <a:pt x="3263" y="413"/>
                    <a:pt x="3087" y="413"/>
                  </a:cubicBezTo>
                  <a:cubicBezTo>
                    <a:pt x="2907" y="475"/>
                    <a:pt x="2731" y="532"/>
                    <a:pt x="2550" y="532"/>
                  </a:cubicBezTo>
                  <a:cubicBezTo>
                    <a:pt x="2375" y="594"/>
                    <a:pt x="2194" y="594"/>
                    <a:pt x="2018" y="594"/>
                  </a:cubicBezTo>
                  <a:cubicBezTo>
                    <a:pt x="1838" y="594"/>
                    <a:pt x="1601" y="594"/>
                    <a:pt x="1363" y="651"/>
                  </a:cubicBezTo>
                  <a:lnTo>
                    <a:pt x="1007" y="651"/>
                  </a:lnTo>
                  <a:cubicBezTo>
                    <a:pt x="831" y="594"/>
                    <a:pt x="651" y="594"/>
                    <a:pt x="532" y="594"/>
                  </a:cubicBezTo>
                  <a:cubicBezTo>
                    <a:pt x="295" y="651"/>
                    <a:pt x="57" y="888"/>
                    <a:pt x="57" y="1126"/>
                  </a:cubicBezTo>
                  <a:cubicBezTo>
                    <a:pt x="57" y="1187"/>
                    <a:pt x="0" y="1244"/>
                    <a:pt x="57" y="1306"/>
                  </a:cubicBezTo>
                  <a:lnTo>
                    <a:pt x="57" y="1425"/>
                  </a:lnTo>
                  <a:cubicBezTo>
                    <a:pt x="119" y="1719"/>
                    <a:pt x="295" y="2075"/>
                    <a:pt x="594" y="2075"/>
                  </a:cubicBezTo>
                  <a:cubicBezTo>
                    <a:pt x="713" y="2075"/>
                    <a:pt x="769" y="2075"/>
                    <a:pt x="831" y="2018"/>
                  </a:cubicBezTo>
                  <a:lnTo>
                    <a:pt x="888" y="2018"/>
                  </a:lnTo>
                  <a:lnTo>
                    <a:pt x="1007" y="1900"/>
                  </a:lnTo>
                  <a:cubicBezTo>
                    <a:pt x="1069" y="1838"/>
                    <a:pt x="1126" y="1838"/>
                    <a:pt x="1187" y="1781"/>
                  </a:cubicBezTo>
                  <a:cubicBezTo>
                    <a:pt x="1306" y="1719"/>
                    <a:pt x="1425" y="1601"/>
                    <a:pt x="1601" y="1544"/>
                  </a:cubicBezTo>
                  <a:cubicBezTo>
                    <a:pt x="1781" y="1482"/>
                    <a:pt x="1957" y="1425"/>
                    <a:pt x="2075" y="1363"/>
                  </a:cubicBezTo>
                  <a:cubicBezTo>
                    <a:pt x="2375" y="1306"/>
                    <a:pt x="2731" y="1244"/>
                    <a:pt x="3025" y="1187"/>
                  </a:cubicBezTo>
                  <a:cubicBezTo>
                    <a:pt x="3175" y="1157"/>
                    <a:pt x="3323" y="1141"/>
                    <a:pt x="3479" y="1141"/>
                  </a:cubicBezTo>
                  <a:cubicBezTo>
                    <a:pt x="3634" y="1141"/>
                    <a:pt x="3797" y="1157"/>
                    <a:pt x="3975" y="1187"/>
                  </a:cubicBezTo>
                  <a:cubicBezTo>
                    <a:pt x="4037" y="1244"/>
                    <a:pt x="4156" y="1244"/>
                    <a:pt x="4213" y="1306"/>
                  </a:cubicBezTo>
                  <a:cubicBezTo>
                    <a:pt x="4331" y="1363"/>
                    <a:pt x="4393" y="1425"/>
                    <a:pt x="4512" y="1425"/>
                  </a:cubicBezTo>
                  <a:cubicBezTo>
                    <a:pt x="4563" y="1441"/>
                    <a:pt x="4614" y="1448"/>
                    <a:pt x="4664" y="1448"/>
                  </a:cubicBezTo>
                  <a:cubicBezTo>
                    <a:pt x="4787" y="1448"/>
                    <a:pt x="4902" y="1407"/>
                    <a:pt x="4987" y="1363"/>
                  </a:cubicBezTo>
                  <a:lnTo>
                    <a:pt x="5162" y="1007"/>
                  </a:lnTo>
                  <a:cubicBezTo>
                    <a:pt x="5224" y="769"/>
                    <a:pt x="5162" y="475"/>
                    <a:pt x="5044" y="238"/>
                  </a:cubicBezTo>
                  <a:cubicBezTo>
                    <a:pt x="4987" y="176"/>
                    <a:pt x="4925" y="57"/>
                    <a:pt x="4806" y="57"/>
                  </a:cubicBezTo>
                  <a:cubicBezTo>
                    <a:pt x="4749" y="0"/>
                    <a:pt x="4569" y="0"/>
                    <a:pt x="4450" y="0"/>
                  </a:cubicBezTo>
                  <a:close/>
                </a:path>
              </a:pathLst>
            </a:custGeom>
            <a:solidFill>
              <a:srgbClr val="7D25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38"/>
            <p:cNvSpPr/>
            <p:nvPr/>
          </p:nvSpPr>
          <p:spPr>
            <a:xfrm flipH="1">
              <a:off x="6606396" y="2722664"/>
              <a:ext cx="93948" cy="30965"/>
            </a:xfrm>
            <a:custGeom>
              <a:avLst/>
              <a:gdLst/>
              <a:ahLst/>
              <a:cxnLst/>
              <a:rect l="l" t="t" r="r" b="b"/>
              <a:pathLst>
                <a:path w="3325" h="1096" extrusionOk="0">
                  <a:moveTo>
                    <a:pt x="1506" y="1"/>
                  </a:moveTo>
                  <a:cubicBezTo>
                    <a:pt x="1381" y="1"/>
                    <a:pt x="1255" y="43"/>
                    <a:pt x="1131" y="83"/>
                  </a:cubicBezTo>
                  <a:cubicBezTo>
                    <a:pt x="775" y="202"/>
                    <a:pt x="476" y="501"/>
                    <a:pt x="238" y="796"/>
                  </a:cubicBezTo>
                  <a:cubicBezTo>
                    <a:pt x="181" y="915"/>
                    <a:pt x="62" y="976"/>
                    <a:pt x="1" y="1095"/>
                  </a:cubicBezTo>
                  <a:lnTo>
                    <a:pt x="62" y="1095"/>
                  </a:lnTo>
                  <a:cubicBezTo>
                    <a:pt x="181" y="1033"/>
                    <a:pt x="300" y="915"/>
                    <a:pt x="476" y="858"/>
                  </a:cubicBezTo>
                  <a:cubicBezTo>
                    <a:pt x="656" y="796"/>
                    <a:pt x="832" y="739"/>
                    <a:pt x="950" y="677"/>
                  </a:cubicBezTo>
                  <a:cubicBezTo>
                    <a:pt x="1250" y="620"/>
                    <a:pt x="1606" y="558"/>
                    <a:pt x="1900" y="501"/>
                  </a:cubicBezTo>
                  <a:cubicBezTo>
                    <a:pt x="2050" y="471"/>
                    <a:pt x="2198" y="455"/>
                    <a:pt x="2354" y="455"/>
                  </a:cubicBezTo>
                  <a:cubicBezTo>
                    <a:pt x="2509" y="455"/>
                    <a:pt x="2672" y="471"/>
                    <a:pt x="2850" y="501"/>
                  </a:cubicBezTo>
                  <a:cubicBezTo>
                    <a:pt x="2912" y="558"/>
                    <a:pt x="3031" y="558"/>
                    <a:pt x="3088" y="620"/>
                  </a:cubicBezTo>
                  <a:cubicBezTo>
                    <a:pt x="3206" y="677"/>
                    <a:pt x="3268" y="677"/>
                    <a:pt x="3325" y="739"/>
                  </a:cubicBezTo>
                  <a:cubicBezTo>
                    <a:pt x="3206" y="558"/>
                    <a:pt x="3031" y="440"/>
                    <a:pt x="2793" y="264"/>
                  </a:cubicBezTo>
                  <a:cubicBezTo>
                    <a:pt x="2437" y="83"/>
                    <a:pt x="1962" y="83"/>
                    <a:pt x="1663" y="27"/>
                  </a:cubicBezTo>
                  <a:cubicBezTo>
                    <a:pt x="1611" y="8"/>
                    <a:pt x="1559" y="1"/>
                    <a:pt x="1506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38"/>
            <p:cNvSpPr/>
            <p:nvPr/>
          </p:nvSpPr>
          <p:spPr>
            <a:xfrm flipH="1">
              <a:off x="6482244" y="2632369"/>
              <a:ext cx="371610" cy="112953"/>
            </a:xfrm>
            <a:custGeom>
              <a:avLst/>
              <a:gdLst/>
              <a:ahLst/>
              <a:cxnLst/>
              <a:rect l="l" t="t" r="r" b="b"/>
              <a:pathLst>
                <a:path w="13152" h="3998" extrusionOk="0">
                  <a:moveTo>
                    <a:pt x="7875" y="1"/>
                  </a:moveTo>
                  <a:cubicBezTo>
                    <a:pt x="7149" y="1"/>
                    <a:pt x="6673" y="454"/>
                    <a:pt x="6445" y="729"/>
                  </a:cubicBezTo>
                  <a:cubicBezTo>
                    <a:pt x="6243" y="594"/>
                    <a:pt x="5868" y="402"/>
                    <a:pt x="5397" y="402"/>
                  </a:cubicBezTo>
                  <a:cubicBezTo>
                    <a:pt x="5039" y="402"/>
                    <a:pt x="4625" y="513"/>
                    <a:pt x="4189" y="848"/>
                  </a:cubicBezTo>
                  <a:cubicBezTo>
                    <a:pt x="3044" y="1719"/>
                    <a:pt x="2650" y="2589"/>
                    <a:pt x="1586" y="2589"/>
                  </a:cubicBezTo>
                  <a:cubicBezTo>
                    <a:pt x="1489" y="2589"/>
                    <a:pt x="1387" y="2582"/>
                    <a:pt x="1278" y="2567"/>
                  </a:cubicBezTo>
                  <a:cubicBezTo>
                    <a:pt x="1231" y="2563"/>
                    <a:pt x="1187" y="2561"/>
                    <a:pt x="1144" y="2561"/>
                  </a:cubicBezTo>
                  <a:cubicBezTo>
                    <a:pt x="1" y="2561"/>
                    <a:pt x="548" y="3998"/>
                    <a:pt x="2644" y="3998"/>
                  </a:cubicBezTo>
                  <a:cubicBezTo>
                    <a:pt x="2722" y="3998"/>
                    <a:pt x="2801" y="3996"/>
                    <a:pt x="2883" y="3992"/>
                  </a:cubicBezTo>
                  <a:cubicBezTo>
                    <a:pt x="5021" y="3935"/>
                    <a:pt x="6383" y="3579"/>
                    <a:pt x="6740" y="2686"/>
                  </a:cubicBezTo>
                  <a:cubicBezTo>
                    <a:pt x="7068" y="3043"/>
                    <a:pt x="7589" y="3206"/>
                    <a:pt x="8282" y="3206"/>
                  </a:cubicBezTo>
                  <a:cubicBezTo>
                    <a:pt x="8971" y="3206"/>
                    <a:pt x="9831" y="3044"/>
                    <a:pt x="10838" y="2748"/>
                  </a:cubicBezTo>
                  <a:cubicBezTo>
                    <a:pt x="12829" y="2134"/>
                    <a:pt x="13152" y="729"/>
                    <a:pt x="12406" y="729"/>
                  </a:cubicBezTo>
                  <a:cubicBezTo>
                    <a:pt x="12285" y="729"/>
                    <a:pt x="12137" y="765"/>
                    <a:pt x="11964" y="848"/>
                  </a:cubicBezTo>
                  <a:cubicBezTo>
                    <a:pt x="11665" y="975"/>
                    <a:pt x="11405" y="1028"/>
                    <a:pt x="11159" y="1028"/>
                  </a:cubicBezTo>
                  <a:cubicBezTo>
                    <a:pt x="10380" y="1028"/>
                    <a:pt x="9756" y="497"/>
                    <a:pt x="8582" y="136"/>
                  </a:cubicBezTo>
                  <a:cubicBezTo>
                    <a:pt x="8325" y="40"/>
                    <a:pt x="8089" y="1"/>
                    <a:pt x="7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38"/>
            <p:cNvSpPr/>
            <p:nvPr/>
          </p:nvSpPr>
          <p:spPr>
            <a:xfrm flipH="1">
              <a:off x="6626514" y="2604258"/>
              <a:ext cx="97310" cy="56392"/>
            </a:xfrm>
            <a:custGeom>
              <a:avLst/>
              <a:gdLst/>
              <a:ahLst/>
              <a:cxnLst/>
              <a:rect l="l" t="t" r="r" b="b"/>
              <a:pathLst>
                <a:path w="3444" h="1996" extrusionOk="0">
                  <a:moveTo>
                    <a:pt x="3149" y="0"/>
                  </a:moveTo>
                  <a:cubicBezTo>
                    <a:pt x="3087" y="594"/>
                    <a:pt x="2494" y="1131"/>
                    <a:pt x="1781" y="1249"/>
                  </a:cubicBezTo>
                  <a:cubicBezTo>
                    <a:pt x="1669" y="1267"/>
                    <a:pt x="1557" y="1275"/>
                    <a:pt x="1447" y="1275"/>
                  </a:cubicBezTo>
                  <a:cubicBezTo>
                    <a:pt x="812" y="1275"/>
                    <a:pt x="256" y="991"/>
                    <a:pt x="1" y="537"/>
                  </a:cubicBezTo>
                  <a:lnTo>
                    <a:pt x="1" y="893"/>
                  </a:lnTo>
                  <a:cubicBezTo>
                    <a:pt x="104" y="1513"/>
                    <a:pt x="746" y="1996"/>
                    <a:pt x="1536" y="1996"/>
                  </a:cubicBezTo>
                  <a:cubicBezTo>
                    <a:pt x="1654" y="1996"/>
                    <a:pt x="1776" y="1985"/>
                    <a:pt x="1900" y="1962"/>
                  </a:cubicBezTo>
                  <a:cubicBezTo>
                    <a:pt x="2793" y="1843"/>
                    <a:pt x="3444" y="1069"/>
                    <a:pt x="3268" y="357"/>
                  </a:cubicBezTo>
                  <a:cubicBezTo>
                    <a:pt x="3268" y="238"/>
                    <a:pt x="3206" y="119"/>
                    <a:pt x="3149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38"/>
            <p:cNvSpPr/>
            <p:nvPr/>
          </p:nvSpPr>
          <p:spPr>
            <a:xfrm flipH="1">
              <a:off x="6648242" y="2319840"/>
              <a:ext cx="149384" cy="24551"/>
            </a:xfrm>
            <a:custGeom>
              <a:avLst/>
              <a:gdLst/>
              <a:ahLst/>
              <a:cxnLst/>
              <a:rect l="l" t="t" r="r" b="b"/>
              <a:pathLst>
                <a:path w="5287" h="869" extrusionOk="0">
                  <a:moveTo>
                    <a:pt x="3600" y="0"/>
                  </a:moveTo>
                  <a:cubicBezTo>
                    <a:pt x="3271" y="0"/>
                    <a:pt x="2942" y="15"/>
                    <a:pt x="2613" y="37"/>
                  </a:cubicBezTo>
                  <a:cubicBezTo>
                    <a:pt x="1725" y="156"/>
                    <a:pt x="656" y="332"/>
                    <a:pt x="1" y="869"/>
                  </a:cubicBezTo>
                  <a:cubicBezTo>
                    <a:pt x="950" y="569"/>
                    <a:pt x="1843" y="332"/>
                    <a:pt x="2850" y="213"/>
                  </a:cubicBezTo>
                  <a:cubicBezTo>
                    <a:pt x="3681" y="156"/>
                    <a:pt x="4455" y="156"/>
                    <a:pt x="5286" y="156"/>
                  </a:cubicBezTo>
                  <a:cubicBezTo>
                    <a:pt x="4723" y="42"/>
                    <a:pt x="4162" y="0"/>
                    <a:pt x="3600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38"/>
            <p:cNvSpPr/>
            <p:nvPr/>
          </p:nvSpPr>
          <p:spPr>
            <a:xfrm flipH="1">
              <a:off x="6636573" y="2341001"/>
              <a:ext cx="164416" cy="33592"/>
            </a:xfrm>
            <a:custGeom>
              <a:avLst/>
              <a:gdLst/>
              <a:ahLst/>
              <a:cxnLst/>
              <a:rect l="l" t="t" r="r" b="b"/>
              <a:pathLst>
                <a:path w="5819" h="1189" extrusionOk="0">
                  <a:moveTo>
                    <a:pt x="4455" y="1"/>
                  </a:moveTo>
                  <a:cubicBezTo>
                    <a:pt x="2850" y="58"/>
                    <a:pt x="1369" y="476"/>
                    <a:pt x="1" y="1188"/>
                  </a:cubicBezTo>
                  <a:cubicBezTo>
                    <a:pt x="1012" y="832"/>
                    <a:pt x="2019" y="476"/>
                    <a:pt x="3088" y="295"/>
                  </a:cubicBezTo>
                  <a:cubicBezTo>
                    <a:pt x="3506" y="238"/>
                    <a:pt x="3919" y="238"/>
                    <a:pt x="4394" y="177"/>
                  </a:cubicBezTo>
                  <a:cubicBezTo>
                    <a:pt x="4869" y="177"/>
                    <a:pt x="5344" y="120"/>
                    <a:pt x="5818" y="120"/>
                  </a:cubicBezTo>
                  <a:cubicBezTo>
                    <a:pt x="5405" y="58"/>
                    <a:pt x="4930" y="1"/>
                    <a:pt x="4455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38"/>
            <p:cNvSpPr/>
            <p:nvPr/>
          </p:nvSpPr>
          <p:spPr>
            <a:xfrm flipH="1">
              <a:off x="6643297" y="2365722"/>
              <a:ext cx="142518" cy="27235"/>
            </a:xfrm>
            <a:custGeom>
              <a:avLst/>
              <a:gdLst/>
              <a:ahLst/>
              <a:cxnLst/>
              <a:rect l="l" t="t" r="r" b="b"/>
              <a:pathLst>
                <a:path w="5044" h="964" extrusionOk="0">
                  <a:moveTo>
                    <a:pt x="3830" y="0"/>
                  </a:moveTo>
                  <a:cubicBezTo>
                    <a:pt x="3414" y="0"/>
                    <a:pt x="3005" y="15"/>
                    <a:pt x="2613" y="76"/>
                  </a:cubicBezTo>
                  <a:cubicBezTo>
                    <a:pt x="1601" y="194"/>
                    <a:pt x="770" y="489"/>
                    <a:pt x="1" y="964"/>
                  </a:cubicBezTo>
                  <a:cubicBezTo>
                    <a:pt x="1601" y="370"/>
                    <a:pt x="3325" y="194"/>
                    <a:pt x="5044" y="14"/>
                  </a:cubicBezTo>
                  <a:cubicBezTo>
                    <a:pt x="4637" y="14"/>
                    <a:pt x="4230" y="0"/>
                    <a:pt x="3830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38"/>
            <p:cNvSpPr/>
            <p:nvPr/>
          </p:nvSpPr>
          <p:spPr>
            <a:xfrm flipH="1">
              <a:off x="6373321" y="2425815"/>
              <a:ext cx="98921" cy="133832"/>
            </a:xfrm>
            <a:custGeom>
              <a:avLst/>
              <a:gdLst/>
              <a:ahLst/>
              <a:cxnLst/>
              <a:rect l="l" t="t" r="r" b="b"/>
              <a:pathLst>
                <a:path w="3501" h="4737" extrusionOk="0">
                  <a:moveTo>
                    <a:pt x="2181" y="1"/>
                  </a:moveTo>
                  <a:cubicBezTo>
                    <a:pt x="2109" y="1"/>
                    <a:pt x="2036" y="8"/>
                    <a:pt x="1962" y="24"/>
                  </a:cubicBezTo>
                  <a:cubicBezTo>
                    <a:pt x="1131" y="143"/>
                    <a:pt x="1" y="1449"/>
                    <a:pt x="238" y="2698"/>
                  </a:cubicBezTo>
                  <a:cubicBezTo>
                    <a:pt x="457" y="3842"/>
                    <a:pt x="1177" y="4737"/>
                    <a:pt x="1938" y="4737"/>
                  </a:cubicBezTo>
                  <a:cubicBezTo>
                    <a:pt x="2004" y="4737"/>
                    <a:pt x="2071" y="4730"/>
                    <a:pt x="2138" y="4716"/>
                  </a:cubicBezTo>
                  <a:cubicBezTo>
                    <a:pt x="2969" y="4597"/>
                    <a:pt x="3444" y="3410"/>
                    <a:pt x="3444" y="2104"/>
                  </a:cubicBezTo>
                  <a:cubicBezTo>
                    <a:pt x="3500" y="806"/>
                    <a:pt x="2914" y="1"/>
                    <a:pt x="2181" y="1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38"/>
            <p:cNvSpPr/>
            <p:nvPr/>
          </p:nvSpPr>
          <p:spPr>
            <a:xfrm flipH="1">
              <a:off x="6898242" y="2528117"/>
              <a:ext cx="112342" cy="127108"/>
            </a:xfrm>
            <a:custGeom>
              <a:avLst/>
              <a:gdLst/>
              <a:ahLst/>
              <a:cxnLst/>
              <a:rect l="l" t="t" r="r" b="b"/>
              <a:pathLst>
                <a:path w="3976" h="4499" extrusionOk="0">
                  <a:moveTo>
                    <a:pt x="1489" y="0"/>
                  </a:moveTo>
                  <a:cubicBezTo>
                    <a:pt x="1402" y="0"/>
                    <a:pt x="1320" y="9"/>
                    <a:pt x="1245" y="26"/>
                  </a:cubicBezTo>
                  <a:cubicBezTo>
                    <a:pt x="414" y="145"/>
                    <a:pt x="1" y="1152"/>
                    <a:pt x="533" y="2520"/>
                  </a:cubicBezTo>
                  <a:cubicBezTo>
                    <a:pt x="1025" y="3609"/>
                    <a:pt x="1765" y="4498"/>
                    <a:pt x="2478" y="4498"/>
                  </a:cubicBezTo>
                  <a:cubicBezTo>
                    <a:pt x="2543" y="4498"/>
                    <a:pt x="2606" y="4491"/>
                    <a:pt x="2670" y="4476"/>
                  </a:cubicBezTo>
                  <a:cubicBezTo>
                    <a:pt x="3501" y="4301"/>
                    <a:pt x="3976" y="3170"/>
                    <a:pt x="3800" y="1926"/>
                  </a:cubicBezTo>
                  <a:cubicBezTo>
                    <a:pt x="3586" y="746"/>
                    <a:pt x="2305" y="0"/>
                    <a:pt x="1489" y="0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38"/>
            <p:cNvSpPr/>
            <p:nvPr/>
          </p:nvSpPr>
          <p:spPr>
            <a:xfrm flipH="1">
              <a:off x="6499027" y="2446609"/>
              <a:ext cx="164416" cy="115807"/>
            </a:xfrm>
            <a:custGeom>
              <a:avLst/>
              <a:gdLst/>
              <a:ahLst/>
              <a:cxnLst/>
              <a:rect l="l" t="t" r="r" b="b"/>
              <a:pathLst>
                <a:path w="5819" h="4099" extrusionOk="0">
                  <a:moveTo>
                    <a:pt x="2850" y="537"/>
                  </a:moveTo>
                  <a:cubicBezTo>
                    <a:pt x="3268" y="537"/>
                    <a:pt x="3624" y="831"/>
                    <a:pt x="3681" y="1306"/>
                  </a:cubicBezTo>
                  <a:cubicBezTo>
                    <a:pt x="3743" y="1724"/>
                    <a:pt x="3444" y="2199"/>
                    <a:pt x="2969" y="2256"/>
                  </a:cubicBezTo>
                  <a:lnTo>
                    <a:pt x="2850" y="2256"/>
                  </a:lnTo>
                  <a:cubicBezTo>
                    <a:pt x="2494" y="2256"/>
                    <a:pt x="2138" y="1962"/>
                    <a:pt x="2019" y="1544"/>
                  </a:cubicBezTo>
                  <a:cubicBezTo>
                    <a:pt x="1962" y="1069"/>
                    <a:pt x="2256" y="656"/>
                    <a:pt x="2731" y="537"/>
                  </a:cubicBezTo>
                  <a:close/>
                  <a:moveTo>
                    <a:pt x="3206" y="0"/>
                  </a:moveTo>
                  <a:cubicBezTo>
                    <a:pt x="3031" y="0"/>
                    <a:pt x="2793" y="0"/>
                    <a:pt x="2613" y="62"/>
                  </a:cubicBezTo>
                  <a:cubicBezTo>
                    <a:pt x="1069" y="299"/>
                    <a:pt x="1" y="1368"/>
                    <a:pt x="181" y="2494"/>
                  </a:cubicBezTo>
                  <a:cubicBezTo>
                    <a:pt x="357" y="3443"/>
                    <a:pt x="1368" y="4099"/>
                    <a:pt x="2613" y="4099"/>
                  </a:cubicBezTo>
                  <a:cubicBezTo>
                    <a:pt x="2850" y="4099"/>
                    <a:pt x="3031" y="4099"/>
                    <a:pt x="3268" y="4037"/>
                  </a:cubicBezTo>
                  <a:cubicBezTo>
                    <a:pt x="4750" y="3800"/>
                    <a:pt x="5818" y="2731"/>
                    <a:pt x="5642" y="1605"/>
                  </a:cubicBezTo>
                  <a:cubicBezTo>
                    <a:pt x="5524" y="656"/>
                    <a:pt x="4455" y="0"/>
                    <a:pt x="3206" y="0"/>
                  </a:cubicBezTo>
                  <a:close/>
                </a:path>
              </a:pathLst>
            </a:custGeom>
            <a:solidFill>
              <a:srgbClr val="FDA9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38"/>
            <p:cNvSpPr/>
            <p:nvPr/>
          </p:nvSpPr>
          <p:spPr>
            <a:xfrm flipH="1">
              <a:off x="6557685" y="2461752"/>
              <a:ext cx="50350" cy="48623"/>
            </a:xfrm>
            <a:custGeom>
              <a:avLst/>
              <a:gdLst/>
              <a:ahLst/>
              <a:cxnLst/>
              <a:rect l="l" t="t" r="r" b="b"/>
              <a:pathLst>
                <a:path w="1782" h="1721" extrusionOk="0">
                  <a:moveTo>
                    <a:pt x="770" y="1"/>
                  </a:moveTo>
                  <a:cubicBezTo>
                    <a:pt x="295" y="120"/>
                    <a:pt x="1" y="533"/>
                    <a:pt x="58" y="1008"/>
                  </a:cubicBezTo>
                  <a:cubicBezTo>
                    <a:pt x="177" y="1426"/>
                    <a:pt x="533" y="1720"/>
                    <a:pt x="889" y="1720"/>
                  </a:cubicBezTo>
                  <a:lnTo>
                    <a:pt x="1008" y="1720"/>
                  </a:lnTo>
                  <a:cubicBezTo>
                    <a:pt x="1483" y="1663"/>
                    <a:pt x="1782" y="1188"/>
                    <a:pt x="1720" y="770"/>
                  </a:cubicBezTo>
                  <a:cubicBezTo>
                    <a:pt x="1663" y="295"/>
                    <a:pt x="1307" y="1"/>
                    <a:pt x="8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38"/>
            <p:cNvSpPr/>
            <p:nvPr/>
          </p:nvSpPr>
          <p:spPr>
            <a:xfrm flipH="1">
              <a:off x="6718682" y="2481896"/>
              <a:ext cx="166168" cy="115666"/>
            </a:xfrm>
            <a:custGeom>
              <a:avLst/>
              <a:gdLst/>
              <a:ahLst/>
              <a:cxnLst/>
              <a:rect l="l" t="t" r="r" b="b"/>
              <a:pathLst>
                <a:path w="5881" h="4094" extrusionOk="0">
                  <a:moveTo>
                    <a:pt x="2850" y="594"/>
                  </a:moveTo>
                  <a:cubicBezTo>
                    <a:pt x="3206" y="594"/>
                    <a:pt x="3563" y="888"/>
                    <a:pt x="3681" y="1306"/>
                  </a:cubicBezTo>
                  <a:cubicBezTo>
                    <a:pt x="3743" y="1781"/>
                    <a:pt x="3444" y="2194"/>
                    <a:pt x="2969" y="2313"/>
                  </a:cubicBezTo>
                  <a:lnTo>
                    <a:pt x="2850" y="2313"/>
                  </a:lnTo>
                  <a:cubicBezTo>
                    <a:pt x="2437" y="2313"/>
                    <a:pt x="2081" y="2019"/>
                    <a:pt x="2019" y="1601"/>
                  </a:cubicBezTo>
                  <a:cubicBezTo>
                    <a:pt x="1962" y="1126"/>
                    <a:pt x="2257" y="651"/>
                    <a:pt x="2731" y="594"/>
                  </a:cubicBezTo>
                  <a:close/>
                  <a:moveTo>
                    <a:pt x="3206" y="0"/>
                  </a:moveTo>
                  <a:cubicBezTo>
                    <a:pt x="3031" y="0"/>
                    <a:pt x="2850" y="57"/>
                    <a:pt x="2613" y="57"/>
                  </a:cubicBezTo>
                  <a:cubicBezTo>
                    <a:pt x="1131" y="295"/>
                    <a:pt x="1" y="1425"/>
                    <a:pt x="181" y="2494"/>
                  </a:cubicBezTo>
                  <a:cubicBezTo>
                    <a:pt x="357" y="3443"/>
                    <a:pt x="1425" y="4094"/>
                    <a:pt x="2674" y="4094"/>
                  </a:cubicBezTo>
                  <a:lnTo>
                    <a:pt x="3268" y="4094"/>
                  </a:lnTo>
                  <a:cubicBezTo>
                    <a:pt x="4812" y="3800"/>
                    <a:pt x="5880" y="2731"/>
                    <a:pt x="5700" y="1601"/>
                  </a:cubicBezTo>
                  <a:cubicBezTo>
                    <a:pt x="5524" y="651"/>
                    <a:pt x="4512" y="0"/>
                    <a:pt x="3206" y="0"/>
                  </a:cubicBezTo>
                  <a:close/>
                </a:path>
              </a:pathLst>
            </a:custGeom>
            <a:solidFill>
              <a:srgbClr val="FDA9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38"/>
            <p:cNvSpPr/>
            <p:nvPr/>
          </p:nvSpPr>
          <p:spPr>
            <a:xfrm flipH="1">
              <a:off x="6779091" y="2498650"/>
              <a:ext cx="50322" cy="48623"/>
            </a:xfrm>
            <a:custGeom>
              <a:avLst/>
              <a:gdLst/>
              <a:ahLst/>
              <a:cxnLst/>
              <a:rect l="l" t="t" r="r" b="b"/>
              <a:pathLst>
                <a:path w="1781" h="1721" extrusionOk="0">
                  <a:moveTo>
                    <a:pt x="769" y="1"/>
                  </a:moveTo>
                  <a:cubicBezTo>
                    <a:pt x="295" y="58"/>
                    <a:pt x="0" y="533"/>
                    <a:pt x="57" y="1008"/>
                  </a:cubicBezTo>
                  <a:cubicBezTo>
                    <a:pt x="119" y="1426"/>
                    <a:pt x="475" y="1720"/>
                    <a:pt x="888" y="1720"/>
                  </a:cubicBezTo>
                  <a:lnTo>
                    <a:pt x="1007" y="1720"/>
                  </a:lnTo>
                  <a:cubicBezTo>
                    <a:pt x="1482" y="1601"/>
                    <a:pt x="1781" y="1188"/>
                    <a:pt x="1719" y="713"/>
                  </a:cubicBezTo>
                  <a:cubicBezTo>
                    <a:pt x="1601" y="295"/>
                    <a:pt x="1244" y="1"/>
                    <a:pt x="8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38"/>
            <p:cNvSpPr/>
            <p:nvPr/>
          </p:nvSpPr>
          <p:spPr>
            <a:xfrm flipH="1">
              <a:off x="6428587" y="2426465"/>
              <a:ext cx="536760" cy="187851"/>
            </a:xfrm>
            <a:custGeom>
              <a:avLst/>
              <a:gdLst/>
              <a:ahLst/>
              <a:cxnLst/>
              <a:rect l="l" t="t" r="r" b="b"/>
              <a:pathLst>
                <a:path w="18997" h="6649" extrusionOk="0">
                  <a:moveTo>
                    <a:pt x="13840" y="1096"/>
                  </a:moveTo>
                  <a:cubicBezTo>
                    <a:pt x="14895" y="1096"/>
                    <a:pt x="15806" y="1603"/>
                    <a:pt x="15910" y="2375"/>
                  </a:cubicBezTo>
                  <a:cubicBezTo>
                    <a:pt x="16090" y="3268"/>
                    <a:pt x="15140" y="4156"/>
                    <a:pt x="13891" y="4394"/>
                  </a:cubicBezTo>
                  <a:cubicBezTo>
                    <a:pt x="13729" y="4417"/>
                    <a:pt x="13568" y="4429"/>
                    <a:pt x="13410" y="4429"/>
                  </a:cubicBezTo>
                  <a:cubicBezTo>
                    <a:pt x="12355" y="4429"/>
                    <a:pt x="11436" y="3922"/>
                    <a:pt x="11279" y="3150"/>
                  </a:cubicBezTo>
                  <a:cubicBezTo>
                    <a:pt x="11161" y="2257"/>
                    <a:pt x="12053" y="1369"/>
                    <a:pt x="13359" y="1131"/>
                  </a:cubicBezTo>
                  <a:cubicBezTo>
                    <a:pt x="13521" y="1108"/>
                    <a:pt x="13682" y="1096"/>
                    <a:pt x="13840" y="1096"/>
                  </a:cubicBezTo>
                  <a:close/>
                  <a:moveTo>
                    <a:pt x="6056" y="2342"/>
                  </a:moveTo>
                  <a:cubicBezTo>
                    <a:pt x="7116" y="2342"/>
                    <a:pt x="8032" y="2846"/>
                    <a:pt x="8135" y="3624"/>
                  </a:cubicBezTo>
                  <a:cubicBezTo>
                    <a:pt x="8311" y="4513"/>
                    <a:pt x="7361" y="5462"/>
                    <a:pt x="6117" y="5643"/>
                  </a:cubicBezTo>
                  <a:cubicBezTo>
                    <a:pt x="5930" y="5678"/>
                    <a:pt x="5744" y="5695"/>
                    <a:pt x="5562" y="5695"/>
                  </a:cubicBezTo>
                  <a:cubicBezTo>
                    <a:pt x="4535" y="5695"/>
                    <a:pt x="3654" y="5153"/>
                    <a:pt x="3505" y="4394"/>
                  </a:cubicBezTo>
                  <a:cubicBezTo>
                    <a:pt x="3386" y="3506"/>
                    <a:pt x="4274" y="2613"/>
                    <a:pt x="5580" y="2375"/>
                  </a:cubicBezTo>
                  <a:cubicBezTo>
                    <a:pt x="5741" y="2353"/>
                    <a:pt x="5900" y="2342"/>
                    <a:pt x="6056" y="2342"/>
                  </a:cubicBezTo>
                  <a:close/>
                  <a:moveTo>
                    <a:pt x="18702" y="1"/>
                  </a:moveTo>
                  <a:cubicBezTo>
                    <a:pt x="17752" y="357"/>
                    <a:pt x="16859" y="832"/>
                    <a:pt x="16327" y="1188"/>
                  </a:cubicBezTo>
                  <a:cubicBezTo>
                    <a:pt x="15774" y="539"/>
                    <a:pt x="14842" y="140"/>
                    <a:pt x="13779" y="140"/>
                  </a:cubicBezTo>
                  <a:cubicBezTo>
                    <a:pt x="13583" y="140"/>
                    <a:pt x="13382" y="153"/>
                    <a:pt x="13179" y="181"/>
                  </a:cubicBezTo>
                  <a:cubicBezTo>
                    <a:pt x="11935" y="419"/>
                    <a:pt x="10923" y="1188"/>
                    <a:pt x="10510" y="2138"/>
                  </a:cubicBezTo>
                  <a:cubicBezTo>
                    <a:pt x="10290" y="2051"/>
                    <a:pt x="10073" y="1997"/>
                    <a:pt x="9808" y="1997"/>
                  </a:cubicBezTo>
                  <a:cubicBezTo>
                    <a:pt x="9712" y="1997"/>
                    <a:pt x="9610" y="2004"/>
                    <a:pt x="9498" y="2019"/>
                  </a:cubicBezTo>
                  <a:cubicBezTo>
                    <a:pt x="9085" y="2081"/>
                    <a:pt x="8786" y="2257"/>
                    <a:pt x="8549" y="2437"/>
                  </a:cubicBezTo>
                  <a:cubicBezTo>
                    <a:pt x="8022" y="1811"/>
                    <a:pt x="7144" y="1421"/>
                    <a:pt x="6136" y="1421"/>
                  </a:cubicBezTo>
                  <a:cubicBezTo>
                    <a:pt x="5898" y="1421"/>
                    <a:pt x="5654" y="1442"/>
                    <a:pt x="5405" y="1487"/>
                  </a:cubicBezTo>
                  <a:cubicBezTo>
                    <a:pt x="4099" y="1663"/>
                    <a:pt x="3087" y="2494"/>
                    <a:pt x="2731" y="3444"/>
                  </a:cubicBezTo>
                  <a:cubicBezTo>
                    <a:pt x="2137" y="3325"/>
                    <a:pt x="1069" y="3088"/>
                    <a:pt x="62" y="3088"/>
                  </a:cubicBezTo>
                  <a:lnTo>
                    <a:pt x="0" y="4038"/>
                  </a:lnTo>
                  <a:cubicBezTo>
                    <a:pt x="1012" y="4038"/>
                    <a:pt x="2080" y="4275"/>
                    <a:pt x="2555" y="4394"/>
                  </a:cubicBezTo>
                  <a:lnTo>
                    <a:pt x="2555" y="4574"/>
                  </a:lnTo>
                  <a:cubicBezTo>
                    <a:pt x="2762" y="5815"/>
                    <a:pt x="4050" y="6649"/>
                    <a:pt x="5555" y="6649"/>
                  </a:cubicBezTo>
                  <a:cubicBezTo>
                    <a:pt x="5778" y="6649"/>
                    <a:pt x="6006" y="6631"/>
                    <a:pt x="6236" y="6593"/>
                  </a:cubicBezTo>
                  <a:cubicBezTo>
                    <a:pt x="8017" y="6293"/>
                    <a:pt x="9323" y="4930"/>
                    <a:pt x="9085" y="3506"/>
                  </a:cubicBezTo>
                  <a:cubicBezTo>
                    <a:pt x="9085" y="3444"/>
                    <a:pt x="9023" y="3325"/>
                    <a:pt x="9023" y="3268"/>
                  </a:cubicBezTo>
                  <a:cubicBezTo>
                    <a:pt x="9142" y="3150"/>
                    <a:pt x="9323" y="3031"/>
                    <a:pt x="9617" y="2969"/>
                  </a:cubicBezTo>
                  <a:cubicBezTo>
                    <a:pt x="9683" y="2959"/>
                    <a:pt x="9745" y="2954"/>
                    <a:pt x="9803" y="2954"/>
                  </a:cubicBezTo>
                  <a:cubicBezTo>
                    <a:pt x="10057" y="2954"/>
                    <a:pt x="10233" y="3041"/>
                    <a:pt x="10329" y="3088"/>
                  </a:cubicBezTo>
                  <a:cubicBezTo>
                    <a:pt x="10329" y="3150"/>
                    <a:pt x="10329" y="3207"/>
                    <a:pt x="10391" y="3268"/>
                  </a:cubicBezTo>
                  <a:cubicBezTo>
                    <a:pt x="10548" y="4538"/>
                    <a:pt x="11886" y="5382"/>
                    <a:pt x="13436" y="5382"/>
                  </a:cubicBezTo>
                  <a:cubicBezTo>
                    <a:pt x="13625" y="5382"/>
                    <a:pt x="13817" y="5369"/>
                    <a:pt x="14010" y="5344"/>
                  </a:cubicBezTo>
                  <a:cubicBezTo>
                    <a:pt x="15853" y="5049"/>
                    <a:pt x="17097" y="3624"/>
                    <a:pt x="16859" y="2257"/>
                  </a:cubicBezTo>
                  <a:cubicBezTo>
                    <a:pt x="16859" y="2138"/>
                    <a:pt x="16859" y="2081"/>
                    <a:pt x="16802" y="2019"/>
                  </a:cubicBezTo>
                  <a:cubicBezTo>
                    <a:pt x="17277" y="1725"/>
                    <a:pt x="18108" y="1250"/>
                    <a:pt x="18996" y="951"/>
                  </a:cubicBezTo>
                  <a:lnTo>
                    <a:pt x="187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38"/>
            <p:cNvSpPr/>
            <p:nvPr/>
          </p:nvSpPr>
          <p:spPr>
            <a:xfrm flipH="1">
              <a:off x="6118235" y="4150573"/>
              <a:ext cx="1152380" cy="992906"/>
            </a:xfrm>
            <a:custGeom>
              <a:avLst/>
              <a:gdLst/>
              <a:ahLst/>
              <a:cxnLst/>
              <a:rect l="l" t="t" r="r" b="b"/>
              <a:pathLst>
                <a:path w="40785" h="35144" extrusionOk="0">
                  <a:moveTo>
                    <a:pt x="4455" y="1"/>
                  </a:moveTo>
                  <a:cubicBezTo>
                    <a:pt x="3681" y="4987"/>
                    <a:pt x="418" y="4930"/>
                    <a:pt x="181" y="9917"/>
                  </a:cubicBezTo>
                  <a:cubicBezTo>
                    <a:pt x="62" y="12111"/>
                    <a:pt x="0" y="21908"/>
                    <a:pt x="1012" y="35143"/>
                  </a:cubicBezTo>
                  <a:lnTo>
                    <a:pt x="19946" y="35143"/>
                  </a:lnTo>
                  <a:cubicBezTo>
                    <a:pt x="20008" y="33244"/>
                    <a:pt x="20065" y="31881"/>
                    <a:pt x="20065" y="31225"/>
                  </a:cubicBezTo>
                  <a:cubicBezTo>
                    <a:pt x="20127" y="29682"/>
                    <a:pt x="20245" y="20364"/>
                    <a:pt x="20364" y="16090"/>
                  </a:cubicBezTo>
                  <a:cubicBezTo>
                    <a:pt x="20540" y="20364"/>
                    <a:pt x="20659" y="29682"/>
                    <a:pt x="20720" y="31225"/>
                  </a:cubicBezTo>
                  <a:cubicBezTo>
                    <a:pt x="20720" y="31881"/>
                    <a:pt x="20777" y="33244"/>
                    <a:pt x="20839" y="35143"/>
                  </a:cubicBezTo>
                  <a:lnTo>
                    <a:pt x="39773" y="35143"/>
                  </a:lnTo>
                  <a:cubicBezTo>
                    <a:pt x="40785" y="21908"/>
                    <a:pt x="40723" y="12111"/>
                    <a:pt x="40604" y="9917"/>
                  </a:cubicBezTo>
                  <a:cubicBezTo>
                    <a:pt x="40367" y="4930"/>
                    <a:pt x="37104" y="4987"/>
                    <a:pt x="36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38"/>
            <p:cNvSpPr/>
            <p:nvPr/>
          </p:nvSpPr>
          <p:spPr>
            <a:xfrm flipH="1">
              <a:off x="5922060" y="3137580"/>
              <a:ext cx="1561513" cy="1414772"/>
            </a:xfrm>
            <a:custGeom>
              <a:avLst/>
              <a:gdLst/>
              <a:ahLst/>
              <a:cxnLst/>
              <a:rect l="l" t="t" r="r" b="b"/>
              <a:pathLst>
                <a:path w="55265" h="50076" extrusionOk="0">
                  <a:moveTo>
                    <a:pt x="9793" y="1"/>
                  </a:moveTo>
                  <a:cubicBezTo>
                    <a:pt x="7243" y="8430"/>
                    <a:pt x="1" y="28139"/>
                    <a:pt x="7181" y="46365"/>
                  </a:cubicBezTo>
                  <a:cubicBezTo>
                    <a:pt x="7181" y="46365"/>
                    <a:pt x="15143" y="50075"/>
                    <a:pt x="25999" y="50075"/>
                  </a:cubicBezTo>
                  <a:cubicBezTo>
                    <a:pt x="26547" y="50075"/>
                    <a:pt x="27102" y="50066"/>
                    <a:pt x="27664" y="50046"/>
                  </a:cubicBezTo>
                  <a:cubicBezTo>
                    <a:pt x="27951" y="50050"/>
                    <a:pt x="28235" y="50052"/>
                    <a:pt x="28516" y="50052"/>
                  </a:cubicBezTo>
                  <a:cubicBezTo>
                    <a:pt x="40875" y="50052"/>
                    <a:pt x="48084" y="46365"/>
                    <a:pt x="48084" y="46365"/>
                  </a:cubicBezTo>
                  <a:cubicBezTo>
                    <a:pt x="55265" y="28139"/>
                    <a:pt x="48023" y="8430"/>
                    <a:pt x="45529" y="1"/>
                  </a:cubicBezTo>
                  <a:lnTo>
                    <a:pt x="27664" y="2318"/>
                  </a:lnTo>
                  <a:lnTo>
                    <a:pt x="9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38"/>
            <p:cNvSpPr/>
            <p:nvPr/>
          </p:nvSpPr>
          <p:spPr>
            <a:xfrm flipH="1">
              <a:off x="5992500" y="3395864"/>
              <a:ext cx="1378759" cy="1156488"/>
            </a:xfrm>
            <a:custGeom>
              <a:avLst/>
              <a:gdLst/>
              <a:ahLst/>
              <a:cxnLst/>
              <a:rect l="l" t="t" r="r" b="b"/>
              <a:pathLst>
                <a:path w="48797" h="40934" extrusionOk="0">
                  <a:moveTo>
                    <a:pt x="3505" y="1"/>
                  </a:moveTo>
                  <a:cubicBezTo>
                    <a:pt x="3504" y="2"/>
                    <a:pt x="3502" y="5"/>
                    <a:pt x="3502" y="7"/>
                  </a:cubicBezTo>
                  <a:lnTo>
                    <a:pt x="3502" y="7"/>
                  </a:lnTo>
                  <a:cubicBezTo>
                    <a:pt x="3503" y="5"/>
                    <a:pt x="3504" y="3"/>
                    <a:pt x="3505" y="1"/>
                  </a:cubicBezTo>
                  <a:close/>
                  <a:moveTo>
                    <a:pt x="3502" y="7"/>
                  </a:moveTo>
                  <a:lnTo>
                    <a:pt x="3502" y="7"/>
                  </a:lnTo>
                  <a:cubicBezTo>
                    <a:pt x="1961" y="2855"/>
                    <a:pt x="1605" y="6058"/>
                    <a:pt x="1131" y="9204"/>
                  </a:cubicBezTo>
                  <a:cubicBezTo>
                    <a:pt x="1012" y="9973"/>
                    <a:pt x="893" y="10805"/>
                    <a:pt x="713" y="11579"/>
                  </a:cubicBezTo>
                  <a:cubicBezTo>
                    <a:pt x="537" y="12348"/>
                    <a:pt x="238" y="13060"/>
                    <a:pt x="119" y="13834"/>
                  </a:cubicBezTo>
                  <a:lnTo>
                    <a:pt x="119" y="14248"/>
                  </a:lnTo>
                  <a:cubicBezTo>
                    <a:pt x="119" y="14604"/>
                    <a:pt x="181" y="14960"/>
                    <a:pt x="181" y="15316"/>
                  </a:cubicBezTo>
                  <a:cubicBezTo>
                    <a:pt x="238" y="16090"/>
                    <a:pt x="181" y="16803"/>
                    <a:pt x="181" y="17572"/>
                  </a:cubicBezTo>
                  <a:cubicBezTo>
                    <a:pt x="1" y="20896"/>
                    <a:pt x="181" y="24282"/>
                    <a:pt x="656" y="27607"/>
                  </a:cubicBezTo>
                  <a:cubicBezTo>
                    <a:pt x="893" y="29207"/>
                    <a:pt x="1250" y="30869"/>
                    <a:pt x="1663" y="32474"/>
                  </a:cubicBezTo>
                  <a:cubicBezTo>
                    <a:pt x="1843" y="33244"/>
                    <a:pt x="2081" y="34075"/>
                    <a:pt x="2375" y="34849"/>
                  </a:cubicBezTo>
                  <a:cubicBezTo>
                    <a:pt x="2494" y="35262"/>
                    <a:pt x="2613" y="35680"/>
                    <a:pt x="2793" y="36093"/>
                  </a:cubicBezTo>
                  <a:cubicBezTo>
                    <a:pt x="2850" y="36273"/>
                    <a:pt x="2912" y="36449"/>
                    <a:pt x="2969" y="36687"/>
                  </a:cubicBezTo>
                  <a:cubicBezTo>
                    <a:pt x="3031" y="36748"/>
                    <a:pt x="3149" y="37223"/>
                    <a:pt x="3206" y="37223"/>
                  </a:cubicBezTo>
                  <a:cubicBezTo>
                    <a:pt x="3206" y="37223"/>
                    <a:pt x="11168" y="40933"/>
                    <a:pt x="22024" y="40933"/>
                  </a:cubicBezTo>
                  <a:cubicBezTo>
                    <a:pt x="22572" y="40933"/>
                    <a:pt x="23127" y="40924"/>
                    <a:pt x="23689" y="40904"/>
                  </a:cubicBezTo>
                  <a:cubicBezTo>
                    <a:pt x="23976" y="40908"/>
                    <a:pt x="24260" y="40910"/>
                    <a:pt x="24541" y="40910"/>
                  </a:cubicBezTo>
                  <a:cubicBezTo>
                    <a:pt x="36900" y="40910"/>
                    <a:pt x="44109" y="37223"/>
                    <a:pt x="44109" y="37223"/>
                  </a:cubicBezTo>
                  <a:cubicBezTo>
                    <a:pt x="48797" y="25408"/>
                    <a:pt x="47372" y="13003"/>
                    <a:pt x="45116" y="3444"/>
                  </a:cubicBezTo>
                  <a:lnTo>
                    <a:pt x="45116" y="3444"/>
                  </a:lnTo>
                  <a:cubicBezTo>
                    <a:pt x="44584" y="4987"/>
                    <a:pt x="43872" y="6530"/>
                    <a:pt x="43278" y="8136"/>
                  </a:cubicBezTo>
                  <a:cubicBezTo>
                    <a:pt x="42148" y="11341"/>
                    <a:pt x="42267" y="14784"/>
                    <a:pt x="41317" y="18047"/>
                  </a:cubicBezTo>
                  <a:cubicBezTo>
                    <a:pt x="41198" y="18346"/>
                    <a:pt x="41260" y="18759"/>
                    <a:pt x="41198" y="19058"/>
                  </a:cubicBezTo>
                  <a:cubicBezTo>
                    <a:pt x="41198" y="19471"/>
                    <a:pt x="41141" y="19828"/>
                    <a:pt x="41080" y="20184"/>
                  </a:cubicBezTo>
                  <a:cubicBezTo>
                    <a:pt x="40904" y="21609"/>
                    <a:pt x="40429" y="23033"/>
                    <a:pt x="39835" y="24401"/>
                  </a:cubicBezTo>
                  <a:cubicBezTo>
                    <a:pt x="38886" y="26358"/>
                    <a:pt x="37580" y="28081"/>
                    <a:pt x="35917" y="29506"/>
                  </a:cubicBezTo>
                  <a:cubicBezTo>
                    <a:pt x="35086" y="30157"/>
                    <a:pt x="34255" y="30812"/>
                    <a:pt x="33244" y="31107"/>
                  </a:cubicBezTo>
                  <a:cubicBezTo>
                    <a:pt x="32831" y="31287"/>
                    <a:pt x="32413" y="31406"/>
                    <a:pt x="31999" y="31524"/>
                  </a:cubicBezTo>
                  <a:cubicBezTo>
                    <a:pt x="31168" y="31762"/>
                    <a:pt x="30337" y="31938"/>
                    <a:pt x="29506" y="32118"/>
                  </a:cubicBezTo>
                  <a:cubicBezTo>
                    <a:pt x="27782" y="32413"/>
                    <a:pt x="26063" y="32650"/>
                    <a:pt x="24339" y="32712"/>
                  </a:cubicBezTo>
                  <a:cubicBezTo>
                    <a:pt x="24094" y="32719"/>
                    <a:pt x="23849" y="32723"/>
                    <a:pt x="23606" y="32723"/>
                  </a:cubicBezTo>
                  <a:cubicBezTo>
                    <a:pt x="22025" y="32723"/>
                    <a:pt x="20474" y="32577"/>
                    <a:pt x="18878" y="32474"/>
                  </a:cubicBezTo>
                  <a:cubicBezTo>
                    <a:pt x="17396" y="32356"/>
                    <a:pt x="15853" y="31700"/>
                    <a:pt x="14604" y="30988"/>
                  </a:cubicBezTo>
                  <a:cubicBezTo>
                    <a:pt x="13654" y="30456"/>
                    <a:pt x="12823" y="29862"/>
                    <a:pt x="12054" y="29150"/>
                  </a:cubicBezTo>
                  <a:cubicBezTo>
                    <a:pt x="9798" y="26951"/>
                    <a:pt x="8430" y="23926"/>
                    <a:pt x="7837" y="20839"/>
                  </a:cubicBezTo>
                  <a:cubicBezTo>
                    <a:pt x="7480" y="19115"/>
                    <a:pt x="7305" y="17334"/>
                    <a:pt x="7243" y="15554"/>
                  </a:cubicBezTo>
                  <a:cubicBezTo>
                    <a:pt x="7186" y="14665"/>
                    <a:pt x="7186" y="13773"/>
                    <a:pt x="7186" y="12885"/>
                  </a:cubicBezTo>
                  <a:cubicBezTo>
                    <a:pt x="7124" y="11222"/>
                    <a:pt x="6887" y="9617"/>
                    <a:pt x="6592" y="7955"/>
                  </a:cubicBezTo>
                  <a:cubicBezTo>
                    <a:pt x="6355" y="6530"/>
                    <a:pt x="5999" y="5106"/>
                    <a:pt x="5524" y="3743"/>
                  </a:cubicBezTo>
                  <a:cubicBezTo>
                    <a:pt x="5286" y="3087"/>
                    <a:pt x="4987" y="2437"/>
                    <a:pt x="4631" y="1781"/>
                  </a:cubicBezTo>
                  <a:cubicBezTo>
                    <a:pt x="4455" y="1487"/>
                    <a:pt x="4275" y="1188"/>
                    <a:pt x="4099" y="832"/>
                  </a:cubicBezTo>
                  <a:cubicBezTo>
                    <a:pt x="4039" y="776"/>
                    <a:pt x="3477" y="103"/>
                    <a:pt x="3502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38"/>
            <p:cNvSpPr/>
            <p:nvPr/>
          </p:nvSpPr>
          <p:spPr>
            <a:xfrm flipH="1">
              <a:off x="7323310" y="4785605"/>
              <a:ext cx="307556" cy="357874"/>
            </a:xfrm>
            <a:custGeom>
              <a:avLst/>
              <a:gdLst/>
              <a:ahLst/>
              <a:cxnLst/>
              <a:rect l="l" t="t" r="r" b="b"/>
              <a:pathLst>
                <a:path w="10885" h="12667" extrusionOk="0">
                  <a:moveTo>
                    <a:pt x="2611" y="0"/>
                  </a:moveTo>
                  <a:cubicBezTo>
                    <a:pt x="1266" y="0"/>
                    <a:pt x="1" y="805"/>
                    <a:pt x="109" y="2100"/>
                  </a:cubicBezTo>
                  <a:cubicBezTo>
                    <a:pt x="150" y="3190"/>
                    <a:pt x="450" y="3511"/>
                    <a:pt x="770" y="3511"/>
                  </a:cubicBezTo>
                  <a:cubicBezTo>
                    <a:pt x="886" y="3511"/>
                    <a:pt x="1005" y="3469"/>
                    <a:pt x="1115" y="3406"/>
                  </a:cubicBezTo>
                  <a:cubicBezTo>
                    <a:pt x="1533" y="3230"/>
                    <a:pt x="1353" y="2162"/>
                    <a:pt x="2065" y="1862"/>
                  </a:cubicBezTo>
                  <a:cubicBezTo>
                    <a:pt x="2323" y="1756"/>
                    <a:pt x="2714" y="1680"/>
                    <a:pt x="3161" y="1680"/>
                  </a:cubicBezTo>
                  <a:cubicBezTo>
                    <a:pt x="3948" y="1680"/>
                    <a:pt x="4909" y="1916"/>
                    <a:pt x="5627" y="2636"/>
                  </a:cubicBezTo>
                  <a:cubicBezTo>
                    <a:pt x="6401" y="3468"/>
                    <a:pt x="6577" y="4593"/>
                    <a:pt x="6638" y="5248"/>
                  </a:cubicBezTo>
                  <a:lnTo>
                    <a:pt x="6638" y="12666"/>
                  </a:lnTo>
                  <a:lnTo>
                    <a:pt x="8239" y="12666"/>
                  </a:lnTo>
                  <a:lnTo>
                    <a:pt x="8239" y="5780"/>
                  </a:lnTo>
                  <a:lnTo>
                    <a:pt x="8239" y="5723"/>
                  </a:lnTo>
                  <a:lnTo>
                    <a:pt x="8239" y="5248"/>
                  </a:lnTo>
                  <a:cubicBezTo>
                    <a:pt x="8239" y="4774"/>
                    <a:pt x="8301" y="4118"/>
                    <a:pt x="8595" y="3762"/>
                  </a:cubicBezTo>
                  <a:cubicBezTo>
                    <a:pt x="9013" y="3230"/>
                    <a:pt x="10257" y="2874"/>
                    <a:pt x="10613" y="2043"/>
                  </a:cubicBezTo>
                  <a:cubicBezTo>
                    <a:pt x="10884" y="1342"/>
                    <a:pt x="10665" y="159"/>
                    <a:pt x="10269" y="159"/>
                  </a:cubicBezTo>
                  <a:cubicBezTo>
                    <a:pt x="10227" y="159"/>
                    <a:pt x="10184" y="172"/>
                    <a:pt x="10138" y="200"/>
                  </a:cubicBezTo>
                  <a:cubicBezTo>
                    <a:pt x="9674" y="408"/>
                    <a:pt x="8482" y="1205"/>
                    <a:pt x="7754" y="1205"/>
                  </a:cubicBezTo>
                  <a:cubicBezTo>
                    <a:pt x="7648" y="1205"/>
                    <a:pt x="7552" y="1188"/>
                    <a:pt x="7470" y="1150"/>
                  </a:cubicBezTo>
                  <a:cubicBezTo>
                    <a:pt x="6814" y="856"/>
                    <a:pt x="4501" y="143"/>
                    <a:pt x="3015" y="25"/>
                  </a:cubicBezTo>
                  <a:cubicBezTo>
                    <a:pt x="2880" y="8"/>
                    <a:pt x="2745" y="0"/>
                    <a:pt x="2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545;p38"/>
            <p:cNvSpPr/>
            <p:nvPr/>
          </p:nvSpPr>
          <p:spPr>
            <a:xfrm flipH="1">
              <a:off x="7342637" y="4284744"/>
              <a:ext cx="241580" cy="632376"/>
            </a:xfrm>
            <a:custGeom>
              <a:avLst/>
              <a:gdLst/>
              <a:ahLst/>
              <a:cxnLst/>
              <a:rect l="l" t="t" r="r" b="b"/>
              <a:pathLst>
                <a:path w="8550" h="22383" extrusionOk="0">
                  <a:moveTo>
                    <a:pt x="2613" y="1"/>
                  </a:moveTo>
                  <a:cubicBezTo>
                    <a:pt x="2432" y="2613"/>
                    <a:pt x="1782" y="9560"/>
                    <a:pt x="1601" y="10035"/>
                  </a:cubicBezTo>
                  <a:cubicBezTo>
                    <a:pt x="1426" y="10567"/>
                    <a:pt x="1544" y="11161"/>
                    <a:pt x="1663" y="11280"/>
                  </a:cubicBezTo>
                  <a:cubicBezTo>
                    <a:pt x="1782" y="11460"/>
                    <a:pt x="1839" y="11579"/>
                    <a:pt x="1901" y="12229"/>
                  </a:cubicBezTo>
                  <a:cubicBezTo>
                    <a:pt x="1958" y="12885"/>
                    <a:pt x="1720" y="13360"/>
                    <a:pt x="1544" y="13953"/>
                  </a:cubicBezTo>
                  <a:cubicBezTo>
                    <a:pt x="1307" y="14547"/>
                    <a:pt x="414" y="16328"/>
                    <a:pt x="177" y="16921"/>
                  </a:cubicBezTo>
                  <a:cubicBezTo>
                    <a:pt x="1" y="17453"/>
                    <a:pt x="295" y="17810"/>
                    <a:pt x="414" y="17928"/>
                  </a:cubicBezTo>
                  <a:cubicBezTo>
                    <a:pt x="595" y="18047"/>
                    <a:pt x="595" y="18109"/>
                    <a:pt x="595" y="18346"/>
                  </a:cubicBezTo>
                  <a:cubicBezTo>
                    <a:pt x="533" y="18522"/>
                    <a:pt x="1008" y="18997"/>
                    <a:pt x="1188" y="19058"/>
                  </a:cubicBezTo>
                  <a:cubicBezTo>
                    <a:pt x="1426" y="19115"/>
                    <a:pt x="1601" y="19058"/>
                    <a:pt x="1601" y="19234"/>
                  </a:cubicBezTo>
                  <a:cubicBezTo>
                    <a:pt x="1663" y="19472"/>
                    <a:pt x="1782" y="20008"/>
                    <a:pt x="2076" y="20184"/>
                  </a:cubicBezTo>
                  <a:cubicBezTo>
                    <a:pt x="2314" y="20303"/>
                    <a:pt x="2551" y="20421"/>
                    <a:pt x="2732" y="20421"/>
                  </a:cubicBezTo>
                  <a:cubicBezTo>
                    <a:pt x="2811" y="20421"/>
                    <a:pt x="2943" y="20369"/>
                    <a:pt x="3057" y="20369"/>
                  </a:cubicBezTo>
                  <a:cubicBezTo>
                    <a:pt x="3114" y="20369"/>
                    <a:pt x="3167" y="20382"/>
                    <a:pt x="3207" y="20421"/>
                  </a:cubicBezTo>
                  <a:cubicBezTo>
                    <a:pt x="3325" y="20483"/>
                    <a:pt x="3382" y="20602"/>
                    <a:pt x="3501" y="20721"/>
                  </a:cubicBezTo>
                  <a:cubicBezTo>
                    <a:pt x="3800" y="21077"/>
                    <a:pt x="4275" y="22264"/>
                    <a:pt x="4807" y="22383"/>
                  </a:cubicBezTo>
                  <a:lnTo>
                    <a:pt x="4869" y="22383"/>
                  </a:lnTo>
                  <a:cubicBezTo>
                    <a:pt x="4869" y="22202"/>
                    <a:pt x="4926" y="21965"/>
                    <a:pt x="4926" y="21789"/>
                  </a:cubicBezTo>
                  <a:cubicBezTo>
                    <a:pt x="4926" y="21490"/>
                    <a:pt x="4987" y="21196"/>
                    <a:pt x="4987" y="20839"/>
                  </a:cubicBezTo>
                  <a:cubicBezTo>
                    <a:pt x="5106" y="20065"/>
                    <a:pt x="5106" y="19353"/>
                    <a:pt x="5757" y="18821"/>
                  </a:cubicBezTo>
                  <a:cubicBezTo>
                    <a:pt x="5757" y="18821"/>
                    <a:pt x="5819" y="18759"/>
                    <a:pt x="5875" y="18759"/>
                  </a:cubicBezTo>
                  <a:cubicBezTo>
                    <a:pt x="5937" y="18702"/>
                    <a:pt x="6056" y="18641"/>
                    <a:pt x="6175" y="18641"/>
                  </a:cubicBezTo>
                  <a:cubicBezTo>
                    <a:pt x="6232" y="18584"/>
                    <a:pt x="6232" y="18584"/>
                    <a:pt x="6293" y="18584"/>
                  </a:cubicBezTo>
                  <a:lnTo>
                    <a:pt x="6707" y="18584"/>
                  </a:lnTo>
                  <a:cubicBezTo>
                    <a:pt x="6707" y="18641"/>
                    <a:pt x="6768" y="18641"/>
                    <a:pt x="6768" y="18641"/>
                  </a:cubicBezTo>
                  <a:lnTo>
                    <a:pt x="6825" y="18702"/>
                  </a:lnTo>
                  <a:lnTo>
                    <a:pt x="6825" y="18759"/>
                  </a:lnTo>
                  <a:cubicBezTo>
                    <a:pt x="6887" y="18759"/>
                    <a:pt x="7599" y="18403"/>
                    <a:pt x="8250" y="18047"/>
                  </a:cubicBezTo>
                  <a:cubicBezTo>
                    <a:pt x="8131" y="17753"/>
                    <a:pt x="8074" y="17396"/>
                    <a:pt x="8013" y="17040"/>
                  </a:cubicBezTo>
                  <a:cubicBezTo>
                    <a:pt x="7894" y="16266"/>
                    <a:pt x="7599" y="15497"/>
                    <a:pt x="7006" y="13835"/>
                  </a:cubicBezTo>
                  <a:cubicBezTo>
                    <a:pt x="6469" y="12111"/>
                    <a:pt x="6531" y="10567"/>
                    <a:pt x="6825" y="9617"/>
                  </a:cubicBezTo>
                  <a:cubicBezTo>
                    <a:pt x="7006" y="8786"/>
                    <a:pt x="8131" y="3149"/>
                    <a:pt x="8549" y="951"/>
                  </a:cubicBezTo>
                  <a:lnTo>
                    <a:pt x="2613" y="1"/>
                  </a:ln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546;p38"/>
            <p:cNvSpPr/>
            <p:nvPr/>
          </p:nvSpPr>
          <p:spPr>
            <a:xfrm flipH="1">
              <a:off x="7535590" y="4787893"/>
              <a:ext cx="16812" cy="43622"/>
            </a:xfrm>
            <a:custGeom>
              <a:avLst/>
              <a:gdLst/>
              <a:ahLst/>
              <a:cxnLst/>
              <a:rect l="l" t="t" r="r" b="b"/>
              <a:pathLst>
                <a:path w="595" h="1544" extrusionOk="0">
                  <a:moveTo>
                    <a:pt x="537" y="1"/>
                  </a:moveTo>
                  <a:cubicBezTo>
                    <a:pt x="475" y="62"/>
                    <a:pt x="418" y="418"/>
                    <a:pt x="300" y="775"/>
                  </a:cubicBezTo>
                  <a:cubicBezTo>
                    <a:pt x="238" y="950"/>
                    <a:pt x="119" y="1069"/>
                    <a:pt x="0" y="1249"/>
                  </a:cubicBezTo>
                  <a:lnTo>
                    <a:pt x="62" y="1249"/>
                  </a:lnTo>
                  <a:cubicBezTo>
                    <a:pt x="300" y="1306"/>
                    <a:pt x="475" y="1249"/>
                    <a:pt x="475" y="1425"/>
                  </a:cubicBezTo>
                  <a:lnTo>
                    <a:pt x="475" y="1544"/>
                  </a:lnTo>
                  <a:cubicBezTo>
                    <a:pt x="537" y="1249"/>
                    <a:pt x="537" y="950"/>
                    <a:pt x="594" y="594"/>
                  </a:cubicBezTo>
                  <a:cubicBezTo>
                    <a:pt x="594" y="181"/>
                    <a:pt x="594" y="1"/>
                    <a:pt x="537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38"/>
            <p:cNvSpPr/>
            <p:nvPr/>
          </p:nvSpPr>
          <p:spPr>
            <a:xfrm flipH="1">
              <a:off x="7485296" y="4800381"/>
              <a:ext cx="13421" cy="69784"/>
            </a:xfrm>
            <a:custGeom>
              <a:avLst/>
              <a:gdLst/>
              <a:ahLst/>
              <a:cxnLst/>
              <a:rect l="l" t="t" r="r" b="b"/>
              <a:pathLst>
                <a:path w="475" h="2470" extrusionOk="0">
                  <a:moveTo>
                    <a:pt x="150" y="0"/>
                  </a:moveTo>
                  <a:cubicBezTo>
                    <a:pt x="137" y="0"/>
                    <a:pt x="127" y="11"/>
                    <a:pt x="119" y="33"/>
                  </a:cubicBezTo>
                  <a:cubicBezTo>
                    <a:pt x="62" y="214"/>
                    <a:pt x="119" y="864"/>
                    <a:pt x="0" y="1458"/>
                  </a:cubicBezTo>
                  <a:lnTo>
                    <a:pt x="0" y="2113"/>
                  </a:lnTo>
                  <a:cubicBezTo>
                    <a:pt x="62" y="2113"/>
                    <a:pt x="119" y="2113"/>
                    <a:pt x="181" y="2170"/>
                  </a:cubicBezTo>
                  <a:cubicBezTo>
                    <a:pt x="299" y="2232"/>
                    <a:pt x="356" y="2351"/>
                    <a:pt x="475" y="2470"/>
                  </a:cubicBezTo>
                  <a:cubicBezTo>
                    <a:pt x="475" y="2113"/>
                    <a:pt x="475" y="1757"/>
                    <a:pt x="418" y="1401"/>
                  </a:cubicBezTo>
                  <a:cubicBezTo>
                    <a:pt x="418" y="518"/>
                    <a:pt x="237" y="0"/>
                    <a:pt x="150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38"/>
            <p:cNvSpPr/>
            <p:nvPr/>
          </p:nvSpPr>
          <p:spPr>
            <a:xfrm flipH="1">
              <a:off x="7557968" y="4771027"/>
              <a:ext cx="17914" cy="25342"/>
            </a:xfrm>
            <a:custGeom>
              <a:avLst/>
              <a:gdLst/>
              <a:ahLst/>
              <a:cxnLst/>
              <a:rect l="l" t="t" r="r" b="b"/>
              <a:pathLst>
                <a:path w="634" h="897" extrusionOk="0">
                  <a:moveTo>
                    <a:pt x="600" y="1"/>
                  </a:moveTo>
                  <a:cubicBezTo>
                    <a:pt x="598" y="1"/>
                    <a:pt x="596" y="2"/>
                    <a:pt x="594" y="4"/>
                  </a:cubicBezTo>
                  <a:cubicBezTo>
                    <a:pt x="537" y="4"/>
                    <a:pt x="62" y="541"/>
                    <a:pt x="0" y="598"/>
                  </a:cubicBezTo>
                  <a:lnTo>
                    <a:pt x="119" y="716"/>
                  </a:lnTo>
                  <a:cubicBezTo>
                    <a:pt x="238" y="778"/>
                    <a:pt x="300" y="835"/>
                    <a:pt x="300" y="897"/>
                  </a:cubicBezTo>
                  <a:cubicBezTo>
                    <a:pt x="354" y="668"/>
                    <a:pt x="633" y="1"/>
                    <a:pt x="600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38"/>
            <p:cNvSpPr/>
            <p:nvPr/>
          </p:nvSpPr>
          <p:spPr>
            <a:xfrm flipH="1">
              <a:off x="7065964" y="2998436"/>
              <a:ext cx="535008" cy="1613444"/>
            </a:xfrm>
            <a:custGeom>
              <a:avLst/>
              <a:gdLst/>
              <a:ahLst/>
              <a:cxnLst/>
              <a:rect l="l" t="t" r="r" b="b"/>
              <a:pathLst>
                <a:path w="18935" h="57108" extrusionOk="0">
                  <a:moveTo>
                    <a:pt x="16323" y="1"/>
                  </a:moveTo>
                  <a:cubicBezTo>
                    <a:pt x="16322" y="1"/>
                    <a:pt x="11692" y="1601"/>
                    <a:pt x="9617" y="3620"/>
                  </a:cubicBezTo>
                  <a:cubicBezTo>
                    <a:pt x="7955" y="5225"/>
                    <a:pt x="6530" y="7124"/>
                    <a:pt x="5818" y="9556"/>
                  </a:cubicBezTo>
                  <a:cubicBezTo>
                    <a:pt x="4749" y="13236"/>
                    <a:pt x="4274" y="14305"/>
                    <a:pt x="2019" y="25527"/>
                  </a:cubicBezTo>
                  <a:cubicBezTo>
                    <a:pt x="475" y="33363"/>
                    <a:pt x="0" y="53902"/>
                    <a:pt x="176" y="56989"/>
                  </a:cubicBezTo>
                  <a:lnTo>
                    <a:pt x="8606" y="57108"/>
                  </a:lnTo>
                  <a:cubicBezTo>
                    <a:pt x="8786" y="55621"/>
                    <a:pt x="8962" y="54078"/>
                    <a:pt x="9142" y="52535"/>
                  </a:cubicBezTo>
                  <a:cubicBezTo>
                    <a:pt x="9380" y="50459"/>
                    <a:pt x="9674" y="49272"/>
                    <a:pt x="9973" y="47192"/>
                  </a:cubicBezTo>
                  <a:cubicBezTo>
                    <a:pt x="10567" y="43098"/>
                    <a:pt x="18935" y="5876"/>
                    <a:pt x="16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38"/>
            <p:cNvSpPr/>
            <p:nvPr/>
          </p:nvSpPr>
          <p:spPr>
            <a:xfrm flipH="1">
              <a:off x="5576530" y="2517042"/>
              <a:ext cx="764863" cy="1023560"/>
            </a:xfrm>
            <a:custGeom>
              <a:avLst/>
              <a:gdLst/>
              <a:ahLst/>
              <a:cxnLst/>
              <a:rect l="l" t="t" r="r" b="b"/>
              <a:pathLst>
                <a:path w="27070" h="36229" extrusionOk="0">
                  <a:moveTo>
                    <a:pt x="7067" y="1"/>
                  </a:moveTo>
                  <a:lnTo>
                    <a:pt x="0" y="5581"/>
                  </a:lnTo>
                  <a:cubicBezTo>
                    <a:pt x="831" y="7186"/>
                    <a:pt x="1605" y="8848"/>
                    <a:pt x="2375" y="10510"/>
                  </a:cubicBezTo>
                  <a:cubicBezTo>
                    <a:pt x="3443" y="12766"/>
                    <a:pt x="5405" y="15734"/>
                    <a:pt x="6530" y="17928"/>
                  </a:cubicBezTo>
                  <a:cubicBezTo>
                    <a:pt x="9736" y="23926"/>
                    <a:pt x="13953" y="32356"/>
                    <a:pt x="19058" y="35737"/>
                  </a:cubicBezTo>
                  <a:cubicBezTo>
                    <a:pt x="19577" y="36067"/>
                    <a:pt x="20322" y="36229"/>
                    <a:pt x="21128" y="36229"/>
                  </a:cubicBezTo>
                  <a:cubicBezTo>
                    <a:pt x="22348" y="36229"/>
                    <a:pt x="23708" y="35858"/>
                    <a:pt x="24638" y="35143"/>
                  </a:cubicBezTo>
                  <a:cubicBezTo>
                    <a:pt x="26538" y="33718"/>
                    <a:pt x="27070" y="31524"/>
                    <a:pt x="27013" y="29801"/>
                  </a:cubicBezTo>
                  <a:cubicBezTo>
                    <a:pt x="26832" y="26657"/>
                    <a:pt x="25944" y="24638"/>
                    <a:pt x="25407" y="23451"/>
                  </a:cubicBezTo>
                  <a:cubicBezTo>
                    <a:pt x="21433" y="14722"/>
                    <a:pt x="10804" y="5699"/>
                    <a:pt x="70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551;p38"/>
            <p:cNvSpPr/>
            <p:nvPr/>
          </p:nvSpPr>
          <p:spPr>
            <a:xfrm flipH="1">
              <a:off x="8085743" y="2986655"/>
              <a:ext cx="166026" cy="756461"/>
            </a:xfrm>
            <a:custGeom>
              <a:avLst/>
              <a:gdLst/>
              <a:ahLst/>
              <a:cxnLst/>
              <a:rect l="l" t="t" r="r" b="b"/>
              <a:pathLst>
                <a:path w="5876" h="26775" extrusionOk="0">
                  <a:moveTo>
                    <a:pt x="3444" y="0"/>
                  </a:moveTo>
                  <a:lnTo>
                    <a:pt x="1188" y="181"/>
                  </a:lnTo>
                  <a:lnTo>
                    <a:pt x="1" y="1961"/>
                  </a:lnTo>
                  <a:lnTo>
                    <a:pt x="1601" y="3799"/>
                  </a:lnTo>
                  <a:lnTo>
                    <a:pt x="176" y="22795"/>
                  </a:lnTo>
                  <a:lnTo>
                    <a:pt x="3562" y="26775"/>
                  </a:lnTo>
                  <a:lnTo>
                    <a:pt x="5875" y="22382"/>
                  </a:lnTo>
                  <a:lnTo>
                    <a:pt x="3325" y="3681"/>
                  </a:lnTo>
                  <a:lnTo>
                    <a:pt x="4868" y="1843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552;p38"/>
            <p:cNvSpPr/>
            <p:nvPr/>
          </p:nvSpPr>
          <p:spPr>
            <a:xfrm flipH="1">
              <a:off x="7502051" y="3580353"/>
              <a:ext cx="910743" cy="977876"/>
            </a:xfrm>
            <a:custGeom>
              <a:avLst/>
              <a:gdLst/>
              <a:ahLst/>
              <a:cxnLst/>
              <a:rect l="l" t="t" r="r" b="b"/>
              <a:pathLst>
                <a:path w="32233" h="34612" extrusionOk="0">
                  <a:moveTo>
                    <a:pt x="14841" y="0"/>
                  </a:moveTo>
                  <a:lnTo>
                    <a:pt x="1" y="23627"/>
                  </a:lnTo>
                  <a:lnTo>
                    <a:pt x="17392" y="34611"/>
                  </a:lnTo>
                  <a:lnTo>
                    <a:pt x="32232" y="10923"/>
                  </a:lnTo>
                  <a:lnTo>
                    <a:pt x="148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553;p38"/>
            <p:cNvSpPr/>
            <p:nvPr/>
          </p:nvSpPr>
          <p:spPr>
            <a:xfrm flipH="1">
              <a:off x="8164518" y="3764475"/>
              <a:ext cx="566371" cy="368441"/>
            </a:xfrm>
            <a:custGeom>
              <a:avLst/>
              <a:gdLst/>
              <a:ahLst/>
              <a:cxnLst/>
              <a:rect l="l" t="t" r="r" b="b"/>
              <a:pathLst>
                <a:path w="20045" h="13041" extrusionOk="0">
                  <a:moveTo>
                    <a:pt x="1664" y="0"/>
                  </a:moveTo>
                  <a:cubicBezTo>
                    <a:pt x="1" y="0"/>
                    <a:pt x="909" y="1447"/>
                    <a:pt x="1818" y="2507"/>
                  </a:cubicBezTo>
                  <a:cubicBezTo>
                    <a:pt x="5560" y="5536"/>
                    <a:pt x="10722" y="7256"/>
                    <a:pt x="10841" y="7493"/>
                  </a:cubicBezTo>
                  <a:cubicBezTo>
                    <a:pt x="11021" y="7792"/>
                    <a:pt x="11021" y="8742"/>
                    <a:pt x="11078" y="9155"/>
                  </a:cubicBezTo>
                  <a:cubicBezTo>
                    <a:pt x="11197" y="9573"/>
                    <a:pt x="12028" y="11055"/>
                    <a:pt x="12209" y="11235"/>
                  </a:cubicBezTo>
                  <a:cubicBezTo>
                    <a:pt x="12384" y="11473"/>
                    <a:pt x="12859" y="11829"/>
                    <a:pt x="13097" y="12005"/>
                  </a:cubicBezTo>
                  <a:cubicBezTo>
                    <a:pt x="13334" y="12123"/>
                    <a:pt x="14702" y="12598"/>
                    <a:pt x="15352" y="12717"/>
                  </a:cubicBezTo>
                  <a:cubicBezTo>
                    <a:pt x="15471" y="12741"/>
                    <a:pt x="15569" y="12750"/>
                    <a:pt x="15649" y="12750"/>
                  </a:cubicBezTo>
                  <a:cubicBezTo>
                    <a:pt x="15968" y="12750"/>
                    <a:pt x="16008" y="12598"/>
                    <a:pt x="16008" y="12598"/>
                  </a:cubicBezTo>
                  <a:cubicBezTo>
                    <a:pt x="16008" y="12598"/>
                    <a:pt x="16720" y="12897"/>
                    <a:pt x="17371" y="13016"/>
                  </a:cubicBezTo>
                  <a:cubicBezTo>
                    <a:pt x="17464" y="13033"/>
                    <a:pt x="17551" y="13040"/>
                    <a:pt x="17630" y="13040"/>
                  </a:cubicBezTo>
                  <a:cubicBezTo>
                    <a:pt x="18104" y="13040"/>
                    <a:pt x="18321" y="12779"/>
                    <a:pt x="18321" y="12779"/>
                  </a:cubicBezTo>
                  <a:cubicBezTo>
                    <a:pt x="18321" y="12779"/>
                    <a:pt x="18685" y="12973"/>
                    <a:pt x="19025" y="12973"/>
                  </a:cubicBezTo>
                  <a:cubicBezTo>
                    <a:pt x="19217" y="12973"/>
                    <a:pt x="19402" y="12911"/>
                    <a:pt x="19508" y="12717"/>
                  </a:cubicBezTo>
                  <a:cubicBezTo>
                    <a:pt x="19807" y="12185"/>
                    <a:pt x="19152" y="11767"/>
                    <a:pt x="19152" y="11767"/>
                  </a:cubicBezTo>
                  <a:cubicBezTo>
                    <a:pt x="20045" y="10998"/>
                    <a:pt x="18439" y="9511"/>
                    <a:pt x="18321" y="9274"/>
                  </a:cubicBezTo>
                  <a:cubicBezTo>
                    <a:pt x="18264" y="9036"/>
                    <a:pt x="17670" y="8148"/>
                    <a:pt x="17490" y="7968"/>
                  </a:cubicBezTo>
                  <a:cubicBezTo>
                    <a:pt x="17314" y="7792"/>
                    <a:pt x="17252" y="7317"/>
                    <a:pt x="17252" y="7317"/>
                  </a:cubicBezTo>
                  <a:lnTo>
                    <a:pt x="17433" y="7317"/>
                  </a:lnTo>
                  <a:cubicBezTo>
                    <a:pt x="17490" y="7199"/>
                    <a:pt x="18264" y="6011"/>
                    <a:pt x="18321" y="5950"/>
                  </a:cubicBezTo>
                  <a:lnTo>
                    <a:pt x="16720" y="4881"/>
                  </a:lnTo>
                  <a:cubicBezTo>
                    <a:pt x="16127" y="4525"/>
                    <a:pt x="14640" y="3874"/>
                    <a:pt x="14403" y="3813"/>
                  </a:cubicBezTo>
                  <a:cubicBezTo>
                    <a:pt x="14165" y="3813"/>
                    <a:pt x="12622" y="3637"/>
                    <a:pt x="12090" y="3518"/>
                  </a:cubicBezTo>
                  <a:cubicBezTo>
                    <a:pt x="11259" y="3281"/>
                    <a:pt x="7460" y="1737"/>
                    <a:pt x="7460" y="1737"/>
                  </a:cubicBezTo>
                  <a:cubicBezTo>
                    <a:pt x="4383" y="467"/>
                    <a:pt x="2608" y="0"/>
                    <a:pt x="1664" y="0"/>
                  </a:cubicBezTo>
                  <a:close/>
                </a:path>
              </a:pathLst>
            </a:custGeom>
            <a:solidFill>
              <a:srgbClr val="B168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554;p38"/>
            <p:cNvSpPr/>
            <p:nvPr/>
          </p:nvSpPr>
          <p:spPr>
            <a:xfrm flipH="1">
              <a:off x="8234958" y="3932436"/>
              <a:ext cx="33567" cy="38791"/>
            </a:xfrm>
            <a:custGeom>
              <a:avLst/>
              <a:gdLst/>
              <a:ahLst/>
              <a:cxnLst/>
              <a:rect l="l" t="t" r="r" b="b"/>
              <a:pathLst>
                <a:path w="1188" h="1373" extrusionOk="0">
                  <a:moveTo>
                    <a:pt x="3" y="0"/>
                  </a:moveTo>
                  <a:cubicBezTo>
                    <a:pt x="1" y="0"/>
                    <a:pt x="0" y="2"/>
                    <a:pt x="0" y="5"/>
                  </a:cubicBezTo>
                  <a:cubicBezTo>
                    <a:pt x="57" y="242"/>
                    <a:pt x="888" y="1372"/>
                    <a:pt x="888" y="1372"/>
                  </a:cubicBezTo>
                  <a:lnTo>
                    <a:pt x="1069" y="1372"/>
                  </a:lnTo>
                  <a:cubicBezTo>
                    <a:pt x="1069" y="1311"/>
                    <a:pt x="1126" y="1254"/>
                    <a:pt x="1187" y="1135"/>
                  </a:cubicBezTo>
                  <a:cubicBezTo>
                    <a:pt x="1069" y="1073"/>
                    <a:pt x="1007" y="1073"/>
                    <a:pt x="950" y="1016"/>
                  </a:cubicBezTo>
                  <a:cubicBezTo>
                    <a:pt x="386" y="506"/>
                    <a:pt x="36" y="0"/>
                    <a:pt x="3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555;p38"/>
            <p:cNvSpPr/>
            <p:nvPr/>
          </p:nvSpPr>
          <p:spPr>
            <a:xfrm flipH="1">
              <a:off x="8186388" y="3949331"/>
              <a:ext cx="145881" cy="157423"/>
            </a:xfrm>
            <a:custGeom>
              <a:avLst/>
              <a:gdLst/>
              <a:ahLst/>
              <a:cxnLst/>
              <a:rect l="l" t="t" r="r" b="b"/>
              <a:pathLst>
                <a:path w="5163" h="5572" extrusionOk="0">
                  <a:moveTo>
                    <a:pt x="0" y="0"/>
                  </a:moveTo>
                  <a:cubicBezTo>
                    <a:pt x="0" y="0"/>
                    <a:pt x="295" y="656"/>
                    <a:pt x="594" y="1249"/>
                  </a:cubicBezTo>
                  <a:cubicBezTo>
                    <a:pt x="888" y="1781"/>
                    <a:pt x="1425" y="2375"/>
                    <a:pt x="1781" y="2793"/>
                  </a:cubicBezTo>
                  <a:cubicBezTo>
                    <a:pt x="2194" y="3206"/>
                    <a:pt x="3975" y="5343"/>
                    <a:pt x="4450" y="5523"/>
                  </a:cubicBezTo>
                  <a:cubicBezTo>
                    <a:pt x="4544" y="5558"/>
                    <a:pt x="4629" y="5572"/>
                    <a:pt x="4704" y="5572"/>
                  </a:cubicBezTo>
                  <a:cubicBezTo>
                    <a:pt x="5010" y="5572"/>
                    <a:pt x="5162" y="5343"/>
                    <a:pt x="5162" y="5343"/>
                  </a:cubicBezTo>
                  <a:lnTo>
                    <a:pt x="5044" y="5224"/>
                  </a:lnTo>
                  <a:cubicBezTo>
                    <a:pt x="5044" y="5224"/>
                    <a:pt x="4807" y="5277"/>
                    <a:pt x="4596" y="5277"/>
                  </a:cubicBezTo>
                  <a:cubicBezTo>
                    <a:pt x="4491" y="5277"/>
                    <a:pt x="4392" y="5264"/>
                    <a:pt x="4331" y="5224"/>
                  </a:cubicBezTo>
                  <a:cubicBezTo>
                    <a:pt x="4156" y="5105"/>
                    <a:pt x="2612" y="3149"/>
                    <a:pt x="2256" y="2793"/>
                  </a:cubicBezTo>
                  <a:cubicBezTo>
                    <a:pt x="1900" y="2436"/>
                    <a:pt x="1662" y="2256"/>
                    <a:pt x="1425" y="1843"/>
                  </a:cubicBezTo>
                  <a:cubicBezTo>
                    <a:pt x="1188" y="1487"/>
                    <a:pt x="295" y="119"/>
                    <a:pt x="0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556;p38"/>
            <p:cNvSpPr/>
            <p:nvPr/>
          </p:nvSpPr>
          <p:spPr>
            <a:xfrm flipH="1">
              <a:off x="8213230" y="4002982"/>
              <a:ext cx="149243" cy="124141"/>
            </a:xfrm>
            <a:custGeom>
              <a:avLst/>
              <a:gdLst/>
              <a:ahLst/>
              <a:cxnLst/>
              <a:rect l="l" t="t" r="r" b="b"/>
              <a:pathLst>
                <a:path w="5282" h="4394" extrusionOk="0">
                  <a:moveTo>
                    <a:pt x="1" y="1"/>
                  </a:moveTo>
                  <a:cubicBezTo>
                    <a:pt x="1" y="1"/>
                    <a:pt x="1425" y="1962"/>
                    <a:pt x="1782" y="2200"/>
                  </a:cubicBezTo>
                  <a:cubicBezTo>
                    <a:pt x="2076" y="2437"/>
                    <a:pt x="4807" y="4156"/>
                    <a:pt x="5163" y="4394"/>
                  </a:cubicBezTo>
                  <a:cubicBezTo>
                    <a:pt x="5197" y="4394"/>
                    <a:pt x="5230" y="4376"/>
                    <a:pt x="5253" y="4360"/>
                  </a:cubicBezTo>
                  <a:lnTo>
                    <a:pt x="5253" y="4360"/>
                  </a:lnTo>
                  <a:cubicBezTo>
                    <a:pt x="5054" y="4179"/>
                    <a:pt x="3888" y="3371"/>
                    <a:pt x="3562" y="3206"/>
                  </a:cubicBezTo>
                  <a:cubicBezTo>
                    <a:pt x="3206" y="3031"/>
                    <a:pt x="2019" y="2200"/>
                    <a:pt x="1839" y="2081"/>
                  </a:cubicBezTo>
                  <a:cubicBezTo>
                    <a:pt x="1720" y="1962"/>
                    <a:pt x="357" y="120"/>
                    <a:pt x="1" y="1"/>
                  </a:cubicBezTo>
                  <a:close/>
                  <a:moveTo>
                    <a:pt x="5282" y="4337"/>
                  </a:moveTo>
                  <a:cubicBezTo>
                    <a:pt x="5282" y="4337"/>
                    <a:pt x="5271" y="4348"/>
                    <a:pt x="5253" y="4360"/>
                  </a:cubicBezTo>
                  <a:lnTo>
                    <a:pt x="5253" y="4360"/>
                  </a:lnTo>
                  <a:cubicBezTo>
                    <a:pt x="5272" y="4377"/>
                    <a:pt x="5282" y="4389"/>
                    <a:pt x="5282" y="4394"/>
                  </a:cubicBezTo>
                  <a:lnTo>
                    <a:pt x="5282" y="4337"/>
                  </a:ln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38"/>
            <p:cNvSpPr/>
            <p:nvPr/>
          </p:nvSpPr>
          <p:spPr>
            <a:xfrm flipH="1">
              <a:off x="8275221" y="4028212"/>
              <a:ext cx="115817" cy="93940"/>
            </a:xfrm>
            <a:custGeom>
              <a:avLst/>
              <a:gdLst/>
              <a:ahLst/>
              <a:cxnLst/>
              <a:rect l="l" t="t" r="r" b="b"/>
              <a:pathLst>
                <a:path w="4099" h="3325" extrusionOk="0">
                  <a:moveTo>
                    <a:pt x="0" y="1"/>
                  </a:moveTo>
                  <a:cubicBezTo>
                    <a:pt x="0" y="1"/>
                    <a:pt x="1187" y="1838"/>
                    <a:pt x="1425" y="2076"/>
                  </a:cubicBezTo>
                  <a:cubicBezTo>
                    <a:pt x="1662" y="2256"/>
                    <a:pt x="3324" y="3026"/>
                    <a:pt x="3918" y="3325"/>
                  </a:cubicBezTo>
                  <a:cubicBezTo>
                    <a:pt x="3973" y="3325"/>
                    <a:pt x="3979" y="3275"/>
                    <a:pt x="3980" y="3265"/>
                  </a:cubicBezTo>
                  <a:lnTo>
                    <a:pt x="3980" y="3265"/>
                  </a:lnTo>
                  <a:cubicBezTo>
                    <a:pt x="3512" y="3029"/>
                    <a:pt x="1810" y="2162"/>
                    <a:pt x="1605" y="1957"/>
                  </a:cubicBezTo>
                  <a:cubicBezTo>
                    <a:pt x="1368" y="1720"/>
                    <a:pt x="475" y="176"/>
                    <a:pt x="0" y="1"/>
                  </a:cubicBezTo>
                  <a:close/>
                  <a:moveTo>
                    <a:pt x="3980" y="3263"/>
                  </a:moveTo>
                  <a:cubicBezTo>
                    <a:pt x="3980" y="3263"/>
                    <a:pt x="3980" y="3264"/>
                    <a:pt x="3980" y="3265"/>
                  </a:cubicBezTo>
                  <a:lnTo>
                    <a:pt x="3980" y="3265"/>
                  </a:lnTo>
                  <a:cubicBezTo>
                    <a:pt x="4055" y="3303"/>
                    <a:pt x="4099" y="3325"/>
                    <a:pt x="4099" y="3325"/>
                  </a:cubicBezTo>
                  <a:cubicBezTo>
                    <a:pt x="4037" y="3263"/>
                    <a:pt x="3980" y="3263"/>
                    <a:pt x="3980" y="3263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38"/>
            <p:cNvSpPr/>
            <p:nvPr/>
          </p:nvSpPr>
          <p:spPr>
            <a:xfrm flipH="1">
              <a:off x="8394373" y="2957640"/>
              <a:ext cx="640767" cy="1015197"/>
            </a:xfrm>
            <a:custGeom>
              <a:avLst/>
              <a:gdLst/>
              <a:ahLst/>
              <a:cxnLst/>
              <a:rect l="l" t="t" r="r" b="b"/>
              <a:pathLst>
                <a:path w="22678" h="35933" extrusionOk="0">
                  <a:moveTo>
                    <a:pt x="16520" y="1"/>
                  </a:moveTo>
                  <a:cubicBezTo>
                    <a:pt x="14912" y="1"/>
                    <a:pt x="11449" y="749"/>
                    <a:pt x="5524" y="11475"/>
                  </a:cubicBezTo>
                  <a:cubicBezTo>
                    <a:pt x="2556" y="16761"/>
                    <a:pt x="1426" y="18005"/>
                    <a:pt x="181" y="22635"/>
                  </a:cubicBezTo>
                  <a:cubicBezTo>
                    <a:pt x="120" y="22873"/>
                    <a:pt x="1" y="24003"/>
                    <a:pt x="238" y="24891"/>
                  </a:cubicBezTo>
                  <a:cubicBezTo>
                    <a:pt x="419" y="25841"/>
                    <a:pt x="1188" y="26909"/>
                    <a:pt x="2437" y="27978"/>
                  </a:cubicBezTo>
                  <a:cubicBezTo>
                    <a:pt x="5405" y="30770"/>
                    <a:pt x="18703" y="35400"/>
                    <a:pt x="20009" y="35932"/>
                  </a:cubicBezTo>
                  <a:lnTo>
                    <a:pt x="22677" y="31601"/>
                  </a:lnTo>
                  <a:cubicBezTo>
                    <a:pt x="22440" y="31482"/>
                    <a:pt x="15260" y="26197"/>
                    <a:pt x="11698" y="23409"/>
                  </a:cubicBezTo>
                  <a:cubicBezTo>
                    <a:pt x="10567" y="22516"/>
                    <a:pt x="11816" y="20441"/>
                    <a:pt x="12648" y="19311"/>
                  </a:cubicBezTo>
                  <a:cubicBezTo>
                    <a:pt x="14785" y="16642"/>
                    <a:pt x="16922" y="12724"/>
                    <a:pt x="17871" y="9400"/>
                  </a:cubicBezTo>
                  <a:cubicBezTo>
                    <a:pt x="19296" y="4114"/>
                    <a:pt x="18703" y="20"/>
                    <a:pt x="17159" y="20"/>
                  </a:cubicBezTo>
                  <a:cubicBezTo>
                    <a:pt x="16993" y="20"/>
                    <a:pt x="16781" y="1"/>
                    <a:pt x="165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38"/>
            <p:cNvSpPr/>
            <p:nvPr/>
          </p:nvSpPr>
          <p:spPr>
            <a:xfrm flipH="1">
              <a:off x="8394373" y="3377472"/>
              <a:ext cx="483076" cy="511512"/>
            </a:xfrm>
            <a:custGeom>
              <a:avLst/>
              <a:gdLst/>
              <a:ahLst/>
              <a:cxnLst/>
              <a:rect l="l" t="t" r="r" b="b"/>
              <a:pathLst>
                <a:path w="17097" h="18105" extrusionOk="0">
                  <a:moveTo>
                    <a:pt x="9973" y="1"/>
                  </a:moveTo>
                  <a:cubicBezTo>
                    <a:pt x="9379" y="533"/>
                    <a:pt x="8786" y="1008"/>
                    <a:pt x="8192" y="1483"/>
                  </a:cubicBezTo>
                  <a:cubicBezTo>
                    <a:pt x="7779" y="1839"/>
                    <a:pt x="7361" y="2195"/>
                    <a:pt x="7005" y="2551"/>
                  </a:cubicBezTo>
                  <a:cubicBezTo>
                    <a:pt x="6767" y="2670"/>
                    <a:pt x="6592" y="2907"/>
                    <a:pt x="6473" y="3145"/>
                  </a:cubicBezTo>
                  <a:cubicBezTo>
                    <a:pt x="6117" y="3563"/>
                    <a:pt x="5879" y="3976"/>
                    <a:pt x="5642" y="4451"/>
                  </a:cubicBezTo>
                  <a:cubicBezTo>
                    <a:pt x="5404" y="4987"/>
                    <a:pt x="5224" y="5519"/>
                    <a:pt x="5048" y="6056"/>
                  </a:cubicBezTo>
                  <a:cubicBezTo>
                    <a:pt x="4986" y="6293"/>
                    <a:pt x="4930" y="6531"/>
                    <a:pt x="4749" y="6707"/>
                  </a:cubicBezTo>
                  <a:cubicBezTo>
                    <a:pt x="4504" y="6912"/>
                    <a:pt x="4147" y="6977"/>
                    <a:pt x="3793" y="6977"/>
                  </a:cubicBezTo>
                  <a:cubicBezTo>
                    <a:pt x="3633" y="6977"/>
                    <a:pt x="3473" y="6963"/>
                    <a:pt x="3324" y="6944"/>
                  </a:cubicBezTo>
                  <a:cubicBezTo>
                    <a:pt x="2612" y="6825"/>
                    <a:pt x="1961" y="6588"/>
                    <a:pt x="1306" y="6293"/>
                  </a:cubicBezTo>
                  <a:lnTo>
                    <a:pt x="1306" y="6293"/>
                  </a:lnTo>
                  <a:cubicBezTo>
                    <a:pt x="2018" y="7063"/>
                    <a:pt x="2911" y="7599"/>
                    <a:pt x="3918" y="7956"/>
                  </a:cubicBezTo>
                  <a:cubicBezTo>
                    <a:pt x="3980" y="8013"/>
                    <a:pt x="4098" y="8013"/>
                    <a:pt x="4155" y="8074"/>
                  </a:cubicBezTo>
                  <a:cubicBezTo>
                    <a:pt x="4274" y="8193"/>
                    <a:pt x="4217" y="8369"/>
                    <a:pt x="4155" y="8487"/>
                  </a:cubicBezTo>
                  <a:cubicBezTo>
                    <a:pt x="3980" y="8787"/>
                    <a:pt x="3562" y="8905"/>
                    <a:pt x="3206" y="9024"/>
                  </a:cubicBezTo>
                  <a:cubicBezTo>
                    <a:pt x="2137" y="9261"/>
                    <a:pt x="1069" y="9499"/>
                    <a:pt x="0" y="9793"/>
                  </a:cubicBezTo>
                  <a:cubicBezTo>
                    <a:pt x="387" y="9884"/>
                    <a:pt x="803" y="9929"/>
                    <a:pt x="1225" y="9929"/>
                  </a:cubicBezTo>
                  <a:cubicBezTo>
                    <a:pt x="1648" y="9929"/>
                    <a:pt x="2078" y="9884"/>
                    <a:pt x="2493" y="9793"/>
                  </a:cubicBezTo>
                  <a:cubicBezTo>
                    <a:pt x="3149" y="9606"/>
                    <a:pt x="3805" y="9309"/>
                    <a:pt x="4461" y="9309"/>
                  </a:cubicBezTo>
                  <a:cubicBezTo>
                    <a:pt x="4636" y="9309"/>
                    <a:pt x="4811" y="9330"/>
                    <a:pt x="4986" y="9380"/>
                  </a:cubicBezTo>
                  <a:cubicBezTo>
                    <a:pt x="5105" y="9437"/>
                    <a:pt x="5286" y="9556"/>
                    <a:pt x="5343" y="9675"/>
                  </a:cubicBezTo>
                  <a:cubicBezTo>
                    <a:pt x="5523" y="9855"/>
                    <a:pt x="5404" y="10150"/>
                    <a:pt x="5343" y="10330"/>
                  </a:cubicBezTo>
                  <a:lnTo>
                    <a:pt x="4630" y="12643"/>
                  </a:lnTo>
                  <a:cubicBezTo>
                    <a:pt x="5048" y="11992"/>
                    <a:pt x="5404" y="11337"/>
                    <a:pt x="5818" y="10686"/>
                  </a:cubicBezTo>
                  <a:lnTo>
                    <a:pt x="5998" y="10506"/>
                  </a:lnTo>
                  <a:cubicBezTo>
                    <a:pt x="6072" y="10456"/>
                    <a:pt x="6156" y="10438"/>
                    <a:pt x="6247" y="10438"/>
                  </a:cubicBezTo>
                  <a:cubicBezTo>
                    <a:pt x="6373" y="10438"/>
                    <a:pt x="6511" y="10473"/>
                    <a:pt x="6649" y="10506"/>
                  </a:cubicBezTo>
                  <a:cubicBezTo>
                    <a:pt x="8135" y="11161"/>
                    <a:pt x="15197" y="17392"/>
                    <a:pt x="16265" y="18104"/>
                  </a:cubicBezTo>
                  <a:lnTo>
                    <a:pt x="17096" y="16741"/>
                  </a:lnTo>
                  <a:cubicBezTo>
                    <a:pt x="16859" y="16622"/>
                    <a:pt x="9679" y="11337"/>
                    <a:pt x="6117" y="8549"/>
                  </a:cubicBezTo>
                  <a:cubicBezTo>
                    <a:pt x="4986" y="7656"/>
                    <a:pt x="6235" y="5581"/>
                    <a:pt x="7067" y="4451"/>
                  </a:cubicBezTo>
                  <a:cubicBezTo>
                    <a:pt x="8135" y="3207"/>
                    <a:pt x="9085" y="1663"/>
                    <a:pt x="9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38"/>
            <p:cNvSpPr/>
            <p:nvPr/>
          </p:nvSpPr>
          <p:spPr>
            <a:xfrm flipH="1">
              <a:off x="6448790" y="2887404"/>
              <a:ext cx="248192" cy="273936"/>
            </a:xfrm>
            <a:custGeom>
              <a:avLst/>
              <a:gdLst/>
              <a:ahLst/>
              <a:cxnLst/>
              <a:rect l="l" t="t" r="r" b="b"/>
              <a:pathLst>
                <a:path w="8784" h="9696" extrusionOk="0">
                  <a:moveTo>
                    <a:pt x="5714" y="1"/>
                  </a:moveTo>
                  <a:cubicBezTo>
                    <a:pt x="5651" y="1"/>
                    <a:pt x="5587" y="5"/>
                    <a:pt x="5523" y="13"/>
                  </a:cubicBezTo>
                  <a:cubicBezTo>
                    <a:pt x="5523" y="13"/>
                    <a:pt x="4631" y="3694"/>
                    <a:pt x="0" y="5831"/>
                  </a:cubicBezTo>
                  <a:cubicBezTo>
                    <a:pt x="0" y="5831"/>
                    <a:pt x="3624" y="7493"/>
                    <a:pt x="4336" y="9331"/>
                  </a:cubicBezTo>
                  <a:cubicBezTo>
                    <a:pt x="4436" y="9579"/>
                    <a:pt x="4599" y="9695"/>
                    <a:pt x="4801" y="9695"/>
                  </a:cubicBezTo>
                  <a:cubicBezTo>
                    <a:pt x="6048" y="9695"/>
                    <a:pt x="8783" y="5313"/>
                    <a:pt x="7304" y="664"/>
                  </a:cubicBezTo>
                  <a:cubicBezTo>
                    <a:pt x="7304" y="664"/>
                    <a:pt x="6535" y="1"/>
                    <a:pt x="5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38"/>
            <p:cNvSpPr/>
            <p:nvPr/>
          </p:nvSpPr>
          <p:spPr>
            <a:xfrm flipH="1">
              <a:off x="6696953" y="2887404"/>
              <a:ext cx="248164" cy="273936"/>
            </a:xfrm>
            <a:custGeom>
              <a:avLst/>
              <a:gdLst/>
              <a:ahLst/>
              <a:cxnLst/>
              <a:rect l="l" t="t" r="r" b="b"/>
              <a:pathLst>
                <a:path w="8783" h="9696" extrusionOk="0">
                  <a:moveTo>
                    <a:pt x="3073" y="1"/>
                  </a:moveTo>
                  <a:cubicBezTo>
                    <a:pt x="2249" y="1"/>
                    <a:pt x="1483" y="664"/>
                    <a:pt x="1483" y="664"/>
                  </a:cubicBezTo>
                  <a:cubicBezTo>
                    <a:pt x="0" y="5313"/>
                    <a:pt x="2738" y="9695"/>
                    <a:pt x="3986" y="9695"/>
                  </a:cubicBezTo>
                  <a:cubicBezTo>
                    <a:pt x="4188" y="9695"/>
                    <a:pt x="4352" y="9579"/>
                    <a:pt x="4451" y="9331"/>
                  </a:cubicBezTo>
                  <a:cubicBezTo>
                    <a:pt x="5164" y="7493"/>
                    <a:pt x="8782" y="5831"/>
                    <a:pt x="8782" y="5831"/>
                  </a:cubicBezTo>
                  <a:cubicBezTo>
                    <a:pt x="4152" y="3694"/>
                    <a:pt x="3264" y="13"/>
                    <a:pt x="3264" y="13"/>
                  </a:cubicBezTo>
                  <a:cubicBezTo>
                    <a:pt x="3200" y="5"/>
                    <a:pt x="3136" y="1"/>
                    <a:pt x="3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2" name="Google Shape;562;p38"/>
          <p:cNvGrpSpPr/>
          <p:nvPr/>
        </p:nvGrpSpPr>
        <p:grpSpPr>
          <a:xfrm>
            <a:off x="5365295" y="4414084"/>
            <a:ext cx="312896" cy="620270"/>
            <a:chOff x="1288775" y="3550350"/>
            <a:chExt cx="1011625" cy="2004750"/>
          </a:xfrm>
        </p:grpSpPr>
        <p:sp>
          <p:nvSpPr>
            <p:cNvPr id="563" name="Google Shape;563;p38"/>
            <p:cNvSpPr/>
            <p:nvPr/>
          </p:nvSpPr>
          <p:spPr>
            <a:xfrm>
              <a:off x="1414175" y="3831650"/>
              <a:ext cx="760825" cy="1723450"/>
            </a:xfrm>
            <a:custGeom>
              <a:avLst/>
              <a:gdLst/>
              <a:ahLst/>
              <a:cxnLst/>
              <a:rect l="l" t="t" r="r" b="b"/>
              <a:pathLst>
                <a:path w="30433" h="68938" extrusionOk="0">
                  <a:moveTo>
                    <a:pt x="1" y="0"/>
                  </a:moveTo>
                  <a:lnTo>
                    <a:pt x="1" y="62024"/>
                  </a:lnTo>
                  <a:cubicBezTo>
                    <a:pt x="1" y="65819"/>
                    <a:pt x="3048" y="68937"/>
                    <a:pt x="6915" y="68937"/>
                  </a:cubicBezTo>
                  <a:lnTo>
                    <a:pt x="23518" y="68937"/>
                  </a:lnTo>
                  <a:cubicBezTo>
                    <a:pt x="27314" y="68937"/>
                    <a:pt x="30432" y="65819"/>
                    <a:pt x="30432" y="62024"/>
                  </a:cubicBezTo>
                  <a:lnTo>
                    <a:pt x="304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1414175" y="3550350"/>
              <a:ext cx="760825" cy="281325"/>
            </a:xfrm>
            <a:custGeom>
              <a:avLst/>
              <a:gdLst/>
              <a:ahLst/>
              <a:cxnLst/>
              <a:rect l="l" t="t" r="r" b="b"/>
              <a:pathLst>
                <a:path w="30433" h="11253" extrusionOk="0">
                  <a:moveTo>
                    <a:pt x="2777" y="0"/>
                  </a:moveTo>
                  <a:cubicBezTo>
                    <a:pt x="1221" y="0"/>
                    <a:pt x="1" y="1291"/>
                    <a:pt x="1" y="2782"/>
                  </a:cubicBezTo>
                  <a:lnTo>
                    <a:pt x="1" y="11252"/>
                  </a:lnTo>
                  <a:lnTo>
                    <a:pt x="30432" y="11252"/>
                  </a:lnTo>
                  <a:lnTo>
                    <a:pt x="30432" y="2782"/>
                  </a:lnTo>
                  <a:cubicBezTo>
                    <a:pt x="30432" y="1291"/>
                    <a:pt x="29147" y="0"/>
                    <a:pt x="276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1288775" y="3831650"/>
              <a:ext cx="1011625" cy="105075"/>
            </a:xfrm>
            <a:custGeom>
              <a:avLst/>
              <a:gdLst/>
              <a:ahLst/>
              <a:cxnLst/>
              <a:rect l="l" t="t" r="r" b="b"/>
              <a:pathLst>
                <a:path w="40465" h="4203" extrusionOk="0">
                  <a:moveTo>
                    <a:pt x="1" y="0"/>
                  </a:moveTo>
                  <a:lnTo>
                    <a:pt x="1" y="4203"/>
                  </a:lnTo>
                  <a:lnTo>
                    <a:pt x="40464" y="4203"/>
                  </a:lnTo>
                  <a:lnTo>
                    <a:pt x="404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1503925" y="5006025"/>
              <a:ext cx="257600" cy="259225"/>
            </a:xfrm>
            <a:custGeom>
              <a:avLst/>
              <a:gdLst/>
              <a:ahLst/>
              <a:cxnLst/>
              <a:rect l="l" t="t" r="r" b="b"/>
              <a:pathLst>
                <a:path w="10304" h="10369" extrusionOk="0">
                  <a:moveTo>
                    <a:pt x="5152" y="1"/>
                  </a:moveTo>
                  <a:cubicBezTo>
                    <a:pt x="2305" y="1"/>
                    <a:pt x="1" y="2306"/>
                    <a:pt x="1" y="5152"/>
                  </a:cubicBezTo>
                  <a:cubicBezTo>
                    <a:pt x="1" y="7999"/>
                    <a:pt x="2305" y="10369"/>
                    <a:pt x="5152" y="10369"/>
                  </a:cubicBezTo>
                  <a:cubicBezTo>
                    <a:pt x="7999" y="10369"/>
                    <a:pt x="10303" y="7999"/>
                    <a:pt x="10303" y="5152"/>
                  </a:cubicBezTo>
                  <a:cubicBezTo>
                    <a:pt x="10303" y="2306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1664975" y="4658575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1"/>
                  </a:moveTo>
                  <a:cubicBezTo>
                    <a:pt x="2305" y="1"/>
                    <a:pt x="1" y="2305"/>
                    <a:pt x="1" y="5152"/>
                  </a:cubicBezTo>
                  <a:cubicBezTo>
                    <a:pt x="1" y="7999"/>
                    <a:pt x="2305" y="10304"/>
                    <a:pt x="5152" y="10304"/>
                  </a:cubicBezTo>
                  <a:cubicBezTo>
                    <a:pt x="7999" y="10304"/>
                    <a:pt x="10303" y="7999"/>
                    <a:pt x="10303" y="5152"/>
                  </a:cubicBezTo>
                  <a:cubicBezTo>
                    <a:pt x="10303" y="2305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1583650" y="4013025"/>
              <a:ext cx="257575" cy="257600"/>
            </a:xfrm>
            <a:custGeom>
              <a:avLst/>
              <a:gdLst/>
              <a:ahLst/>
              <a:cxnLst/>
              <a:rect l="l" t="t" r="r" b="b"/>
              <a:pathLst>
                <a:path w="10303" h="10304" extrusionOk="0">
                  <a:moveTo>
                    <a:pt x="5151" y="1"/>
                  </a:moveTo>
                  <a:cubicBezTo>
                    <a:pt x="2305" y="1"/>
                    <a:pt x="0" y="2305"/>
                    <a:pt x="0" y="5152"/>
                  </a:cubicBezTo>
                  <a:cubicBezTo>
                    <a:pt x="0" y="7999"/>
                    <a:pt x="2305" y="10303"/>
                    <a:pt x="5151" y="10303"/>
                  </a:cubicBezTo>
                  <a:cubicBezTo>
                    <a:pt x="7998" y="10303"/>
                    <a:pt x="10303" y="7999"/>
                    <a:pt x="10303" y="5152"/>
                  </a:cubicBezTo>
                  <a:cubicBezTo>
                    <a:pt x="10303" y="2305"/>
                    <a:pt x="7998" y="1"/>
                    <a:pt x="5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1454850" y="4368875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1"/>
                  </a:moveTo>
                  <a:cubicBezTo>
                    <a:pt x="2305" y="1"/>
                    <a:pt x="1" y="2305"/>
                    <a:pt x="1" y="5152"/>
                  </a:cubicBezTo>
                  <a:cubicBezTo>
                    <a:pt x="1" y="7999"/>
                    <a:pt x="2305" y="10304"/>
                    <a:pt x="5152" y="10304"/>
                  </a:cubicBezTo>
                  <a:cubicBezTo>
                    <a:pt x="7999" y="10304"/>
                    <a:pt x="10303" y="7999"/>
                    <a:pt x="10303" y="5152"/>
                  </a:cubicBezTo>
                  <a:cubicBezTo>
                    <a:pt x="10303" y="2305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1861550" y="4270600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0"/>
                  </a:moveTo>
                  <a:cubicBezTo>
                    <a:pt x="2305" y="0"/>
                    <a:pt x="0" y="2305"/>
                    <a:pt x="0" y="5152"/>
                  </a:cubicBezTo>
                  <a:cubicBezTo>
                    <a:pt x="0" y="7999"/>
                    <a:pt x="2305" y="10303"/>
                    <a:pt x="5152" y="10303"/>
                  </a:cubicBezTo>
                  <a:cubicBezTo>
                    <a:pt x="7999" y="10303"/>
                    <a:pt x="10303" y="7999"/>
                    <a:pt x="10303" y="5152"/>
                  </a:cubicBezTo>
                  <a:cubicBezTo>
                    <a:pt x="10303" y="2305"/>
                    <a:pt x="7999" y="0"/>
                    <a:pt x="51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1907225" y="4877250"/>
              <a:ext cx="211925" cy="211775"/>
            </a:xfrm>
            <a:custGeom>
              <a:avLst/>
              <a:gdLst/>
              <a:ahLst/>
              <a:cxnLst/>
              <a:rect l="l" t="t" r="r" b="b"/>
              <a:pathLst>
                <a:path w="8477" h="8471" extrusionOk="0">
                  <a:moveTo>
                    <a:pt x="4203" y="0"/>
                  </a:moveTo>
                  <a:cubicBezTo>
                    <a:pt x="1899" y="0"/>
                    <a:pt x="1" y="1898"/>
                    <a:pt x="1" y="4268"/>
                  </a:cubicBezTo>
                  <a:cubicBezTo>
                    <a:pt x="1" y="6573"/>
                    <a:pt x="1899" y="8471"/>
                    <a:pt x="4203" y="8471"/>
                  </a:cubicBezTo>
                  <a:cubicBezTo>
                    <a:pt x="6578" y="8471"/>
                    <a:pt x="8476" y="6573"/>
                    <a:pt x="8476" y="4268"/>
                  </a:cubicBezTo>
                  <a:cubicBezTo>
                    <a:pt x="8476" y="1898"/>
                    <a:pt x="6578" y="0"/>
                    <a:pt x="42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1844600" y="5161925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1"/>
                  </a:moveTo>
                  <a:cubicBezTo>
                    <a:pt x="2305" y="1"/>
                    <a:pt x="0" y="2305"/>
                    <a:pt x="0" y="5152"/>
                  </a:cubicBezTo>
                  <a:cubicBezTo>
                    <a:pt x="0" y="7999"/>
                    <a:pt x="2305" y="10304"/>
                    <a:pt x="5152" y="10304"/>
                  </a:cubicBezTo>
                  <a:cubicBezTo>
                    <a:pt x="7999" y="10304"/>
                    <a:pt x="10303" y="7999"/>
                    <a:pt x="10303" y="5152"/>
                  </a:cubicBezTo>
                  <a:cubicBezTo>
                    <a:pt x="10303" y="2305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6"/>
          <p:cNvSpPr txBox="1">
            <a:spLocks noGrp="1"/>
          </p:cNvSpPr>
          <p:nvPr>
            <p:ph type="title"/>
          </p:nvPr>
        </p:nvSpPr>
        <p:spPr>
          <a:xfrm>
            <a:off x="0" y="87216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400" dirty="0"/>
              <a:t>Problem Statement</a:t>
            </a:r>
            <a:endParaRPr sz="3400" dirty="0"/>
          </a:p>
        </p:txBody>
      </p:sp>
      <p:sp>
        <p:nvSpPr>
          <p:cNvPr id="867" name="Google Shape;867;p46"/>
          <p:cNvSpPr txBox="1">
            <a:spLocks noGrp="1"/>
          </p:cNvSpPr>
          <p:nvPr>
            <p:ph type="subTitle" idx="1"/>
          </p:nvPr>
        </p:nvSpPr>
        <p:spPr>
          <a:xfrm>
            <a:off x="1500302" y="1418051"/>
            <a:ext cx="6143396" cy="614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Alzheimer's symptoms often begin with subtle changes in speech, making them difficult to notice during the early stages.</a:t>
            </a:r>
            <a:endParaRPr dirty="0"/>
          </a:p>
        </p:txBody>
      </p:sp>
      <p:sp>
        <p:nvSpPr>
          <p:cNvPr id="868" name="Google Shape;868;p46"/>
          <p:cNvSpPr txBox="1">
            <a:spLocks noGrp="1"/>
          </p:cNvSpPr>
          <p:nvPr>
            <p:ph type="subTitle" idx="2"/>
          </p:nvPr>
        </p:nvSpPr>
        <p:spPr>
          <a:xfrm>
            <a:off x="1551183" y="2564350"/>
            <a:ext cx="6362015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Current diagnosis generally requires clinical evaluation and specialized tests, limiting accessibility for regular screening.</a:t>
            </a:r>
            <a:endParaRPr dirty="0"/>
          </a:p>
        </p:txBody>
      </p:sp>
      <p:sp>
        <p:nvSpPr>
          <p:cNvPr id="869" name="Google Shape;869;p46"/>
          <p:cNvSpPr txBox="1">
            <a:spLocks noGrp="1"/>
          </p:cNvSpPr>
          <p:nvPr>
            <p:ph type="subTitle" idx="3"/>
          </p:nvPr>
        </p:nvSpPr>
        <p:spPr>
          <a:xfrm>
            <a:off x="1594405" y="3965294"/>
            <a:ext cx="6525361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A simple, speech-based AI application can provide an accessible and non-invasive method for early risk screening. </a:t>
            </a:r>
            <a:endParaRPr dirty="0"/>
          </a:p>
        </p:txBody>
      </p:sp>
      <p:sp>
        <p:nvSpPr>
          <p:cNvPr id="870" name="Google Shape;870;p46"/>
          <p:cNvSpPr txBox="1">
            <a:spLocks noGrp="1"/>
          </p:cNvSpPr>
          <p:nvPr>
            <p:ph type="subTitle" idx="4"/>
          </p:nvPr>
        </p:nvSpPr>
        <p:spPr>
          <a:xfrm>
            <a:off x="1538683" y="1067265"/>
            <a:ext cx="5453269" cy="429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N" sz="1600" dirty="0"/>
              <a:t>Early Detection is Challenging</a:t>
            </a:r>
            <a:endParaRPr sz="1600" dirty="0"/>
          </a:p>
        </p:txBody>
      </p:sp>
      <p:sp>
        <p:nvSpPr>
          <p:cNvPr id="871" name="Google Shape;871;p46"/>
          <p:cNvSpPr txBox="1">
            <a:spLocks noGrp="1"/>
          </p:cNvSpPr>
          <p:nvPr>
            <p:ph type="subTitle" idx="5"/>
          </p:nvPr>
        </p:nvSpPr>
        <p:spPr>
          <a:xfrm>
            <a:off x="1538683" y="2174817"/>
            <a:ext cx="5517573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N" sz="1600" dirty="0"/>
              <a:t>Existing Screening Methods</a:t>
            </a:r>
            <a:endParaRPr sz="1600" dirty="0"/>
          </a:p>
        </p:txBody>
      </p:sp>
      <p:sp>
        <p:nvSpPr>
          <p:cNvPr id="872" name="Google Shape;872;p46"/>
          <p:cNvSpPr txBox="1">
            <a:spLocks noGrp="1"/>
          </p:cNvSpPr>
          <p:nvPr>
            <p:ph type="subTitle" idx="6"/>
          </p:nvPr>
        </p:nvSpPr>
        <p:spPr>
          <a:xfrm>
            <a:off x="1551183" y="3567234"/>
            <a:ext cx="4936434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N" sz="1600" dirty="0"/>
              <a:t>Need for an AI Solution</a:t>
            </a:r>
            <a:endParaRPr sz="1600" dirty="0"/>
          </a:p>
        </p:txBody>
      </p:sp>
      <p:sp>
        <p:nvSpPr>
          <p:cNvPr id="873" name="Google Shape;873;p46"/>
          <p:cNvSpPr/>
          <p:nvPr/>
        </p:nvSpPr>
        <p:spPr>
          <a:xfrm>
            <a:off x="250829" y="3606825"/>
            <a:ext cx="1036799" cy="968492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4" name="Google Shape;874;p46"/>
          <p:cNvSpPr/>
          <p:nvPr/>
        </p:nvSpPr>
        <p:spPr>
          <a:xfrm>
            <a:off x="314092" y="2246346"/>
            <a:ext cx="933417" cy="8694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5" name="Google Shape;875;p46"/>
          <p:cNvSpPr/>
          <p:nvPr/>
        </p:nvSpPr>
        <p:spPr>
          <a:xfrm>
            <a:off x="384591" y="1100454"/>
            <a:ext cx="927930" cy="792072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76" name="Google Shape;876;p46"/>
          <p:cNvGrpSpPr/>
          <p:nvPr/>
        </p:nvGrpSpPr>
        <p:grpSpPr>
          <a:xfrm>
            <a:off x="425971" y="2464139"/>
            <a:ext cx="587085" cy="530655"/>
            <a:chOff x="2906763" y="742150"/>
            <a:chExt cx="483325" cy="547675"/>
          </a:xfrm>
        </p:grpSpPr>
        <p:sp>
          <p:nvSpPr>
            <p:cNvPr id="877" name="Google Shape;877;p46"/>
            <p:cNvSpPr/>
            <p:nvPr/>
          </p:nvSpPr>
          <p:spPr>
            <a:xfrm>
              <a:off x="2906763" y="902725"/>
              <a:ext cx="483325" cy="387100"/>
            </a:xfrm>
            <a:custGeom>
              <a:avLst/>
              <a:gdLst/>
              <a:ahLst/>
              <a:cxnLst/>
              <a:rect l="l" t="t" r="r" b="b"/>
              <a:pathLst>
                <a:path w="19333" h="15484" extrusionOk="0">
                  <a:moveTo>
                    <a:pt x="1285" y="0"/>
                  </a:moveTo>
                  <a:cubicBezTo>
                    <a:pt x="576" y="0"/>
                    <a:pt x="1" y="581"/>
                    <a:pt x="1" y="1285"/>
                  </a:cubicBezTo>
                  <a:lnTo>
                    <a:pt x="1" y="15483"/>
                  </a:lnTo>
                  <a:lnTo>
                    <a:pt x="19333" y="15483"/>
                  </a:lnTo>
                  <a:lnTo>
                    <a:pt x="19333" y="1285"/>
                  </a:lnTo>
                  <a:cubicBezTo>
                    <a:pt x="19333" y="581"/>
                    <a:pt x="18757" y="0"/>
                    <a:pt x="18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2906763" y="774250"/>
              <a:ext cx="483325" cy="160625"/>
            </a:xfrm>
            <a:custGeom>
              <a:avLst/>
              <a:gdLst/>
              <a:ahLst/>
              <a:cxnLst/>
              <a:rect l="l" t="t" r="r" b="b"/>
              <a:pathLst>
                <a:path w="19333" h="6425" extrusionOk="0">
                  <a:moveTo>
                    <a:pt x="5782" y="1"/>
                  </a:moveTo>
                  <a:lnTo>
                    <a:pt x="5139" y="1285"/>
                  </a:lnTo>
                  <a:lnTo>
                    <a:pt x="1" y="1285"/>
                  </a:lnTo>
                  <a:lnTo>
                    <a:pt x="1" y="6424"/>
                  </a:lnTo>
                  <a:lnTo>
                    <a:pt x="19333" y="6424"/>
                  </a:lnTo>
                  <a:lnTo>
                    <a:pt x="19333" y="1285"/>
                  </a:lnTo>
                  <a:lnTo>
                    <a:pt x="16763" y="1285"/>
                  </a:lnTo>
                  <a:lnTo>
                    <a:pt x="16059" y="1"/>
                  </a:lnTo>
                  <a:lnTo>
                    <a:pt x="15479" y="1285"/>
                  </a:lnTo>
                  <a:lnTo>
                    <a:pt x="11563" y="1285"/>
                  </a:lnTo>
                  <a:lnTo>
                    <a:pt x="10982" y="1"/>
                  </a:lnTo>
                  <a:lnTo>
                    <a:pt x="10278" y="1285"/>
                  </a:lnTo>
                  <a:lnTo>
                    <a:pt x="6424" y="1285"/>
                  </a:lnTo>
                  <a:lnTo>
                    <a:pt x="57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3003113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1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3003113" y="1000750"/>
              <a:ext cx="32150" cy="128475"/>
            </a:xfrm>
            <a:custGeom>
              <a:avLst/>
              <a:gdLst/>
              <a:ahLst/>
              <a:cxnLst/>
              <a:rect l="l" t="t" r="r" b="b"/>
              <a:pathLst>
                <a:path w="1286" h="5139" extrusionOk="0">
                  <a:moveTo>
                    <a:pt x="1" y="0"/>
                  </a:moveTo>
                  <a:lnTo>
                    <a:pt x="1" y="5139"/>
                  </a:lnTo>
                  <a:lnTo>
                    <a:pt x="1285" y="5139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3260063" y="1161325"/>
              <a:ext cx="33675" cy="32150"/>
            </a:xfrm>
            <a:custGeom>
              <a:avLst/>
              <a:gdLst/>
              <a:ahLst/>
              <a:cxnLst/>
              <a:rect l="l" t="t" r="r" b="b"/>
              <a:pathLst>
                <a:path w="1347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347" y="1285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46"/>
            <p:cNvSpPr/>
            <p:nvPr/>
          </p:nvSpPr>
          <p:spPr>
            <a:xfrm>
              <a:off x="3260063" y="1000750"/>
              <a:ext cx="33675" cy="128475"/>
            </a:xfrm>
            <a:custGeom>
              <a:avLst/>
              <a:gdLst/>
              <a:ahLst/>
              <a:cxnLst/>
              <a:rect l="l" t="t" r="r" b="b"/>
              <a:pathLst>
                <a:path w="1347" h="5139" extrusionOk="0">
                  <a:moveTo>
                    <a:pt x="0" y="0"/>
                  </a:moveTo>
                  <a:lnTo>
                    <a:pt x="0" y="5139"/>
                  </a:lnTo>
                  <a:lnTo>
                    <a:pt x="1347" y="5139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46"/>
            <p:cNvSpPr/>
            <p:nvPr/>
          </p:nvSpPr>
          <p:spPr>
            <a:xfrm>
              <a:off x="309946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570" y="1542"/>
                    <a:pt x="2570" y="1927"/>
                  </a:cubicBezTo>
                  <a:lnTo>
                    <a:pt x="2570" y="2569"/>
                  </a:lnTo>
                  <a:lnTo>
                    <a:pt x="3855" y="2569"/>
                  </a:lnTo>
                  <a:lnTo>
                    <a:pt x="3855" y="1927"/>
                  </a:lnTo>
                  <a:cubicBezTo>
                    <a:pt x="3855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4" name="Google Shape;884;p46"/>
            <p:cNvSpPr/>
            <p:nvPr/>
          </p:nvSpPr>
          <p:spPr>
            <a:xfrm>
              <a:off x="297101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7" y="0"/>
                  </a:moveTo>
                  <a:cubicBezTo>
                    <a:pt x="899" y="0"/>
                    <a:pt x="0" y="838"/>
                    <a:pt x="0" y="1927"/>
                  </a:cubicBezTo>
                  <a:lnTo>
                    <a:pt x="0" y="4496"/>
                  </a:lnTo>
                  <a:cubicBezTo>
                    <a:pt x="0" y="5524"/>
                    <a:pt x="899" y="6423"/>
                    <a:pt x="1927" y="6423"/>
                  </a:cubicBezTo>
                  <a:lnTo>
                    <a:pt x="1927" y="5139"/>
                  </a:lnTo>
                  <a:cubicBezTo>
                    <a:pt x="1603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3" y="1285"/>
                    <a:pt x="1927" y="1285"/>
                  </a:cubicBezTo>
                  <a:cubicBezTo>
                    <a:pt x="2312" y="1285"/>
                    <a:pt x="2569" y="1542"/>
                    <a:pt x="2569" y="1927"/>
                  </a:cubicBezTo>
                  <a:lnTo>
                    <a:pt x="2569" y="2569"/>
                  </a:lnTo>
                  <a:lnTo>
                    <a:pt x="3854" y="2569"/>
                  </a:lnTo>
                  <a:lnTo>
                    <a:pt x="3854" y="1927"/>
                  </a:lnTo>
                  <a:cubicBezTo>
                    <a:pt x="3854" y="838"/>
                    <a:pt x="3016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46"/>
            <p:cNvSpPr/>
            <p:nvPr/>
          </p:nvSpPr>
          <p:spPr>
            <a:xfrm>
              <a:off x="3227938" y="742150"/>
              <a:ext cx="97925" cy="160600"/>
            </a:xfrm>
            <a:custGeom>
              <a:avLst/>
              <a:gdLst/>
              <a:ahLst/>
              <a:cxnLst/>
              <a:rect l="l" t="t" r="r" b="b"/>
              <a:pathLst>
                <a:path w="3917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632" y="1542"/>
                    <a:pt x="2632" y="1927"/>
                  </a:cubicBezTo>
                  <a:lnTo>
                    <a:pt x="2632" y="2569"/>
                  </a:lnTo>
                  <a:lnTo>
                    <a:pt x="3916" y="2569"/>
                  </a:lnTo>
                  <a:lnTo>
                    <a:pt x="3916" y="1927"/>
                  </a:lnTo>
                  <a:cubicBezTo>
                    <a:pt x="3916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46"/>
            <p:cNvSpPr/>
            <p:nvPr/>
          </p:nvSpPr>
          <p:spPr>
            <a:xfrm>
              <a:off x="3099463" y="10007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8" y="0"/>
                  </a:moveTo>
                  <a:cubicBezTo>
                    <a:pt x="900" y="0"/>
                    <a:pt x="1" y="900"/>
                    <a:pt x="1" y="1927"/>
                  </a:cubicBezTo>
                  <a:lnTo>
                    <a:pt x="1285" y="1927"/>
                  </a:lnTo>
                  <a:cubicBezTo>
                    <a:pt x="1285" y="1604"/>
                    <a:pt x="1604" y="1285"/>
                    <a:pt x="1928" y="1285"/>
                  </a:cubicBezTo>
                  <a:cubicBezTo>
                    <a:pt x="2313" y="1285"/>
                    <a:pt x="2570" y="1604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cubicBezTo>
                    <a:pt x="2313" y="2503"/>
                    <a:pt x="2185" y="2570"/>
                    <a:pt x="1928" y="2827"/>
                  </a:cubicBez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98" y="3145"/>
                    <a:pt x="3855" y="2570"/>
                    <a:pt x="3855" y="1927"/>
                  </a:cubicBezTo>
                  <a:cubicBezTo>
                    <a:pt x="3855" y="900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46"/>
            <p:cNvSpPr/>
            <p:nvPr/>
          </p:nvSpPr>
          <p:spPr>
            <a:xfrm>
              <a:off x="3131588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88" name="Google Shape;888;p46"/>
          <p:cNvGrpSpPr/>
          <p:nvPr/>
        </p:nvGrpSpPr>
        <p:grpSpPr>
          <a:xfrm>
            <a:off x="476830" y="1295056"/>
            <a:ext cx="644083" cy="470949"/>
            <a:chOff x="1930413" y="742150"/>
            <a:chExt cx="547550" cy="547675"/>
          </a:xfrm>
        </p:grpSpPr>
        <p:sp>
          <p:nvSpPr>
            <p:cNvPr id="889" name="Google Shape;889;p46"/>
            <p:cNvSpPr/>
            <p:nvPr/>
          </p:nvSpPr>
          <p:spPr>
            <a:xfrm>
              <a:off x="2026763" y="808050"/>
              <a:ext cx="354850" cy="465725"/>
            </a:xfrm>
            <a:custGeom>
              <a:avLst/>
              <a:gdLst/>
              <a:ahLst/>
              <a:cxnLst/>
              <a:rect l="l" t="t" r="r" b="b"/>
              <a:pathLst>
                <a:path w="14194" h="18629" extrusionOk="0">
                  <a:moveTo>
                    <a:pt x="7066" y="0"/>
                  </a:moveTo>
                  <a:cubicBezTo>
                    <a:pt x="3212" y="0"/>
                    <a:pt x="0" y="3212"/>
                    <a:pt x="0" y="7066"/>
                  </a:cubicBezTo>
                  <a:cubicBezTo>
                    <a:pt x="0" y="8479"/>
                    <a:pt x="447" y="9825"/>
                    <a:pt x="1218" y="10982"/>
                  </a:cubicBezTo>
                  <a:lnTo>
                    <a:pt x="6295" y="18628"/>
                  </a:lnTo>
                  <a:lnTo>
                    <a:pt x="7837" y="18628"/>
                  </a:lnTo>
                  <a:lnTo>
                    <a:pt x="12976" y="10982"/>
                  </a:lnTo>
                  <a:cubicBezTo>
                    <a:pt x="13746" y="9825"/>
                    <a:pt x="14193" y="8479"/>
                    <a:pt x="14193" y="7066"/>
                  </a:cubicBezTo>
                  <a:cubicBezTo>
                    <a:pt x="14193" y="3212"/>
                    <a:pt x="10982" y="0"/>
                    <a:pt x="7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2203413" y="865850"/>
              <a:ext cx="1550" cy="25"/>
            </a:xfrm>
            <a:custGeom>
              <a:avLst/>
              <a:gdLst/>
              <a:ahLst/>
              <a:cxnLst/>
              <a:rect l="l" t="t" r="r" b="b"/>
              <a:pathLst>
                <a:path w="62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62" y="1"/>
                    <a:pt x="62" y="1"/>
                    <a:pt x="0" y="1"/>
                  </a:cubicBezTo>
                  <a:close/>
                </a:path>
              </a:pathLst>
            </a:custGeom>
            <a:solidFill>
              <a:srgbClr val="F0F3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1" name="Google Shape;891;p46"/>
            <p:cNvSpPr/>
            <p:nvPr/>
          </p:nvSpPr>
          <p:spPr>
            <a:xfrm>
              <a:off x="2123113" y="902725"/>
              <a:ext cx="162150" cy="162275"/>
            </a:xfrm>
            <a:custGeom>
              <a:avLst/>
              <a:gdLst/>
              <a:ahLst/>
              <a:cxnLst/>
              <a:rect l="l" t="t" r="r" b="b"/>
              <a:pathLst>
                <a:path w="6486" h="6491" extrusionOk="0">
                  <a:moveTo>
                    <a:pt x="3212" y="0"/>
                  </a:moveTo>
                  <a:lnTo>
                    <a:pt x="0" y="1994"/>
                  </a:lnTo>
                  <a:lnTo>
                    <a:pt x="0" y="6491"/>
                  </a:lnTo>
                  <a:lnTo>
                    <a:pt x="2570" y="6491"/>
                  </a:lnTo>
                  <a:lnTo>
                    <a:pt x="3212" y="5206"/>
                  </a:lnTo>
                  <a:lnTo>
                    <a:pt x="3854" y="6491"/>
                  </a:lnTo>
                  <a:lnTo>
                    <a:pt x="6485" y="6491"/>
                  </a:lnTo>
                  <a:lnTo>
                    <a:pt x="6485" y="1994"/>
                  </a:lnTo>
                  <a:lnTo>
                    <a:pt x="3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2" name="Google Shape;892;p46"/>
            <p:cNvSpPr/>
            <p:nvPr/>
          </p:nvSpPr>
          <p:spPr>
            <a:xfrm>
              <a:off x="2187338" y="1000750"/>
              <a:ext cx="32150" cy="64250"/>
            </a:xfrm>
            <a:custGeom>
              <a:avLst/>
              <a:gdLst/>
              <a:ahLst/>
              <a:cxnLst/>
              <a:rect l="l" t="t" r="r" b="b"/>
              <a:pathLst>
                <a:path w="1286" h="2570" extrusionOk="0">
                  <a:moveTo>
                    <a:pt x="1" y="0"/>
                  </a:moveTo>
                  <a:lnTo>
                    <a:pt x="1" y="2570"/>
                  </a:lnTo>
                  <a:lnTo>
                    <a:pt x="1285" y="2570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46"/>
            <p:cNvSpPr/>
            <p:nvPr/>
          </p:nvSpPr>
          <p:spPr>
            <a:xfrm>
              <a:off x="1930413" y="7421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7" y="0"/>
                  </a:moveTo>
                  <a:cubicBezTo>
                    <a:pt x="833" y="0"/>
                    <a:pt x="0" y="838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246" y="1285"/>
                    <a:pt x="2570" y="1542"/>
                    <a:pt x="2570" y="1927"/>
                  </a:cubicBezTo>
                  <a:cubicBezTo>
                    <a:pt x="2570" y="2122"/>
                    <a:pt x="2441" y="2312"/>
                    <a:pt x="2313" y="2441"/>
                  </a:cubicBezTo>
                  <a:cubicBezTo>
                    <a:pt x="2246" y="2441"/>
                    <a:pt x="2117" y="2508"/>
                    <a:pt x="1927" y="2765"/>
                  </a:cubicBezTo>
                  <a:cubicBezTo>
                    <a:pt x="1475" y="3212"/>
                    <a:pt x="1285" y="3854"/>
                    <a:pt x="1285" y="4496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35"/>
                  </a:lnTo>
                  <a:cubicBezTo>
                    <a:pt x="2570" y="4049"/>
                    <a:pt x="2760" y="3726"/>
                    <a:pt x="3083" y="3469"/>
                  </a:cubicBezTo>
                  <a:cubicBezTo>
                    <a:pt x="3531" y="3083"/>
                    <a:pt x="3854" y="2508"/>
                    <a:pt x="3854" y="1927"/>
                  </a:cubicBezTo>
                  <a:cubicBezTo>
                    <a:pt x="3854" y="838"/>
                    <a:pt x="2955" y="0"/>
                    <a:pt x="1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1962513" y="902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6" y="1285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2381588" y="7421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8" y="0"/>
                  </a:moveTo>
                  <a:cubicBezTo>
                    <a:pt x="900" y="0"/>
                    <a:pt x="0" y="838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609" y="1285"/>
                    <a:pt x="1928" y="1285"/>
                  </a:cubicBezTo>
                  <a:cubicBezTo>
                    <a:pt x="2313" y="1285"/>
                    <a:pt x="2570" y="1542"/>
                    <a:pt x="2570" y="1927"/>
                  </a:cubicBezTo>
                  <a:cubicBezTo>
                    <a:pt x="2570" y="2122"/>
                    <a:pt x="2508" y="2312"/>
                    <a:pt x="2313" y="2441"/>
                  </a:cubicBezTo>
                  <a:cubicBezTo>
                    <a:pt x="2313" y="2441"/>
                    <a:pt x="2184" y="2508"/>
                    <a:pt x="1928" y="2765"/>
                  </a:cubicBezTo>
                  <a:cubicBezTo>
                    <a:pt x="1542" y="3212"/>
                    <a:pt x="1285" y="3854"/>
                    <a:pt x="1285" y="4496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35"/>
                  </a:lnTo>
                  <a:cubicBezTo>
                    <a:pt x="2570" y="4049"/>
                    <a:pt x="2765" y="3726"/>
                    <a:pt x="3084" y="3469"/>
                  </a:cubicBezTo>
                  <a:cubicBezTo>
                    <a:pt x="3598" y="3083"/>
                    <a:pt x="3855" y="2508"/>
                    <a:pt x="3855" y="1927"/>
                  </a:cubicBezTo>
                  <a:cubicBezTo>
                    <a:pt x="3855" y="838"/>
                    <a:pt x="3022" y="0"/>
                    <a:pt x="1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6" name="Google Shape;896;p46"/>
            <p:cNvSpPr/>
            <p:nvPr/>
          </p:nvSpPr>
          <p:spPr>
            <a:xfrm>
              <a:off x="2413713" y="90272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2123113" y="1257675"/>
              <a:ext cx="162150" cy="32150"/>
            </a:xfrm>
            <a:custGeom>
              <a:avLst/>
              <a:gdLst/>
              <a:ahLst/>
              <a:cxnLst/>
              <a:rect l="l" t="t" r="r" b="b"/>
              <a:pathLst>
                <a:path w="64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6485" y="1285"/>
                  </a:lnTo>
                  <a:lnTo>
                    <a:pt x="64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46"/>
            <p:cNvSpPr/>
            <p:nvPr/>
          </p:nvSpPr>
          <p:spPr>
            <a:xfrm>
              <a:off x="2095738" y="865850"/>
              <a:ext cx="216950" cy="130025"/>
            </a:xfrm>
            <a:custGeom>
              <a:avLst/>
              <a:gdLst/>
              <a:ahLst/>
              <a:cxnLst/>
              <a:rect l="l" t="t" r="r" b="b"/>
              <a:pathLst>
                <a:path w="8678" h="5201" extrusionOk="0">
                  <a:moveTo>
                    <a:pt x="8675" y="4302"/>
                  </a:moveTo>
                  <a:lnTo>
                    <a:pt x="8675" y="4302"/>
                  </a:lnTo>
                  <a:lnTo>
                    <a:pt x="8675" y="4302"/>
                  </a:lnTo>
                  <a:cubicBezTo>
                    <a:pt x="8677" y="4304"/>
                    <a:pt x="8678" y="4305"/>
                    <a:pt x="8678" y="4305"/>
                  </a:cubicBezTo>
                  <a:cubicBezTo>
                    <a:pt x="8678" y="4305"/>
                    <a:pt x="8677" y="4304"/>
                    <a:pt x="8675" y="4302"/>
                  </a:cubicBezTo>
                  <a:close/>
                  <a:moveTo>
                    <a:pt x="4307" y="1"/>
                  </a:moveTo>
                  <a:cubicBezTo>
                    <a:pt x="4240" y="129"/>
                    <a:pt x="129" y="4173"/>
                    <a:pt x="1" y="4302"/>
                  </a:cubicBezTo>
                  <a:lnTo>
                    <a:pt x="900" y="5201"/>
                  </a:lnTo>
                  <a:lnTo>
                    <a:pt x="4307" y="2056"/>
                  </a:lnTo>
                  <a:lnTo>
                    <a:pt x="7776" y="5201"/>
                  </a:lnTo>
                  <a:lnTo>
                    <a:pt x="8675" y="4302"/>
                  </a:lnTo>
                  <a:lnTo>
                    <a:pt x="8675" y="4302"/>
                  </a:lnTo>
                  <a:cubicBezTo>
                    <a:pt x="8551" y="4181"/>
                    <a:pt x="4432" y="125"/>
                    <a:pt x="4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9" name="Google Shape;899;p46"/>
          <p:cNvGrpSpPr/>
          <p:nvPr/>
        </p:nvGrpSpPr>
        <p:grpSpPr>
          <a:xfrm>
            <a:off x="501468" y="3903173"/>
            <a:ext cx="561785" cy="591149"/>
            <a:chOff x="4820938" y="4119300"/>
            <a:chExt cx="417550" cy="549225"/>
          </a:xfrm>
        </p:grpSpPr>
        <p:sp>
          <p:nvSpPr>
            <p:cNvPr id="900" name="Google Shape;900;p46"/>
            <p:cNvSpPr/>
            <p:nvPr/>
          </p:nvSpPr>
          <p:spPr>
            <a:xfrm>
              <a:off x="4853063" y="4119300"/>
              <a:ext cx="353325" cy="401500"/>
            </a:xfrm>
            <a:custGeom>
              <a:avLst/>
              <a:gdLst/>
              <a:ahLst/>
              <a:cxnLst/>
              <a:rect l="l" t="t" r="r" b="b"/>
              <a:pathLst>
                <a:path w="14133" h="16060" extrusionOk="0">
                  <a:moveTo>
                    <a:pt x="7066" y="1"/>
                  </a:moveTo>
                  <a:cubicBezTo>
                    <a:pt x="3145" y="1"/>
                    <a:pt x="1" y="3145"/>
                    <a:pt x="1" y="7066"/>
                  </a:cubicBezTo>
                  <a:cubicBezTo>
                    <a:pt x="1" y="10725"/>
                    <a:pt x="2827" y="13808"/>
                    <a:pt x="6424" y="14132"/>
                  </a:cubicBezTo>
                  <a:lnTo>
                    <a:pt x="6424" y="16059"/>
                  </a:lnTo>
                  <a:lnTo>
                    <a:pt x="7709" y="16059"/>
                  </a:lnTo>
                  <a:lnTo>
                    <a:pt x="7709" y="14132"/>
                  </a:lnTo>
                  <a:cubicBezTo>
                    <a:pt x="11306" y="13808"/>
                    <a:pt x="14132" y="10725"/>
                    <a:pt x="14132" y="7066"/>
                  </a:cubicBezTo>
                  <a:cubicBezTo>
                    <a:pt x="14132" y="3145"/>
                    <a:pt x="10982" y="1"/>
                    <a:pt x="7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901;p46"/>
            <p:cNvSpPr/>
            <p:nvPr/>
          </p:nvSpPr>
          <p:spPr>
            <a:xfrm>
              <a:off x="4885188" y="4151425"/>
              <a:ext cx="289075" cy="289075"/>
            </a:xfrm>
            <a:custGeom>
              <a:avLst/>
              <a:gdLst/>
              <a:ahLst/>
              <a:cxnLst/>
              <a:rect l="l" t="t" r="r" b="b"/>
              <a:pathLst>
                <a:path w="11563" h="11563" extrusionOk="0">
                  <a:moveTo>
                    <a:pt x="5781" y="0"/>
                  </a:moveTo>
                  <a:cubicBezTo>
                    <a:pt x="2570" y="0"/>
                    <a:pt x="0" y="2570"/>
                    <a:pt x="0" y="5781"/>
                  </a:cubicBezTo>
                  <a:cubicBezTo>
                    <a:pt x="0" y="8993"/>
                    <a:pt x="2570" y="11562"/>
                    <a:pt x="5781" y="11562"/>
                  </a:cubicBezTo>
                  <a:cubicBezTo>
                    <a:pt x="8993" y="11562"/>
                    <a:pt x="11562" y="8993"/>
                    <a:pt x="11562" y="5781"/>
                  </a:cubicBezTo>
                  <a:cubicBezTo>
                    <a:pt x="11562" y="2570"/>
                    <a:pt x="8993" y="0"/>
                    <a:pt x="5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46"/>
            <p:cNvSpPr/>
            <p:nvPr/>
          </p:nvSpPr>
          <p:spPr>
            <a:xfrm>
              <a:off x="4981538" y="4504700"/>
              <a:ext cx="96375" cy="163825"/>
            </a:xfrm>
            <a:custGeom>
              <a:avLst/>
              <a:gdLst/>
              <a:ahLst/>
              <a:cxnLst/>
              <a:rect l="l" t="t" r="r" b="b"/>
              <a:pathLst>
                <a:path w="3855" h="6553" extrusionOk="0">
                  <a:moveTo>
                    <a:pt x="0" y="1"/>
                  </a:moveTo>
                  <a:lnTo>
                    <a:pt x="0" y="6553"/>
                  </a:lnTo>
                  <a:lnTo>
                    <a:pt x="3854" y="6553"/>
                  </a:lnTo>
                  <a:lnTo>
                    <a:pt x="38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46"/>
            <p:cNvSpPr/>
            <p:nvPr/>
          </p:nvSpPr>
          <p:spPr>
            <a:xfrm>
              <a:off x="4820938" y="4119300"/>
              <a:ext cx="64275" cy="64250"/>
            </a:xfrm>
            <a:custGeom>
              <a:avLst/>
              <a:gdLst/>
              <a:ahLst/>
              <a:cxnLst/>
              <a:rect l="l" t="t" r="r" b="b"/>
              <a:pathLst>
                <a:path w="2571" h="2570" extrusionOk="0">
                  <a:moveTo>
                    <a:pt x="1" y="1"/>
                  </a:moveTo>
                  <a:lnTo>
                    <a:pt x="1" y="2570"/>
                  </a:lnTo>
                  <a:lnTo>
                    <a:pt x="1286" y="2570"/>
                  </a:lnTo>
                  <a:lnTo>
                    <a:pt x="1286" y="1285"/>
                  </a:lnTo>
                  <a:lnTo>
                    <a:pt x="2570" y="1285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46"/>
            <p:cNvSpPr/>
            <p:nvPr/>
          </p:nvSpPr>
          <p:spPr>
            <a:xfrm>
              <a:off x="5174238" y="4119300"/>
              <a:ext cx="64250" cy="64250"/>
            </a:xfrm>
            <a:custGeom>
              <a:avLst/>
              <a:gdLst/>
              <a:ahLst/>
              <a:cxnLst/>
              <a:rect l="l" t="t" r="r" b="b"/>
              <a:pathLst>
                <a:path w="2570" h="2570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46"/>
            <p:cNvSpPr/>
            <p:nvPr/>
          </p:nvSpPr>
          <p:spPr>
            <a:xfrm>
              <a:off x="5174238" y="4408350"/>
              <a:ext cx="64250" cy="64275"/>
            </a:xfrm>
            <a:custGeom>
              <a:avLst/>
              <a:gdLst/>
              <a:ahLst/>
              <a:cxnLst/>
              <a:rect l="l" t="t" r="r" b="b"/>
              <a:pathLst>
                <a:path w="2570" h="2571" extrusionOk="0">
                  <a:moveTo>
                    <a:pt x="1285" y="1"/>
                  </a:moveTo>
                  <a:lnTo>
                    <a:pt x="1285" y="1285"/>
                  </a:lnTo>
                  <a:lnTo>
                    <a:pt x="0" y="1285"/>
                  </a:lnTo>
                  <a:lnTo>
                    <a:pt x="0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46"/>
            <p:cNvSpPr/>
            <p:nvPr/>
          </p:nvSpPr>
          <p:spPr>
            <a:xfrm>
              <a:off x="4820938" y="4408350"/>
              <a:ext cx="64275" cy="64275"/>
            </a:xfrm>
            <a:custGeom>
              <a:avLst/>
              <a:gdLst/>
              <a:ahLst/>
              <a:cxnLst/>
              <a:rect l="l" t="t" r="r" b="b"/>
              <a:pathLst>
                <a:path w="2571" h="2571" extrusionOk="0">
                  <a:moveTo>
                    <a:pt x="1" y="1"/>
                  </a:moveTo>
                  <a:lnTo>
                    <a:pt x="1" y="2570"/>
                  </a:lnTo>
                  <a:lnTo>
                    <a:pt x="2570" y="2570"/>
                  </a:lnTo>
                  <a:lnTo>
                    <a:pt x="2570" y="1285"/>
                  </a:lnTo>
                  <a:lnTo>
                    <a:pt x="1286" y="1285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7" name="Google Shape;907;p46"/>
            <p:cNvSpPr/>
            <p:nvPr/>
          </p:nvSpPr>
          <p:spPr>
            <a:xfrm>
              <a:off x="4981538" y="419960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7" y="0"/>
                  </a:moveTo>
                  <a:cubicBezTo>
                    <a:pt x="833" y="0"/>
                    <a:pt x="0" y="833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313" y="1285"/>
                    <a:pt x="2570" y="1542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lnTo>
                    <a:pt x="1927" y="2827"/>
                  </a:ln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31" y="3145"/>
                    <a:pt x="3854" y="2570"/>
                    <a:pt x="3854" y="1927"/>
                  </a:cubicBezTo>
                  <a:cubicBezTo>
                    <a:pt x="3854" y="833"/>
                    <a:pt x="3017" y="0"/>
                    <a:pt x="19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8" name="Google Shape;908;p46"/>
            <p:cNvSpPr/>
            <p:nvPr/>
          </p:nvSpPr>
          <p:spPr>
            <a:xfrm>
              <a:off x="5013663" y="436017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4"/>
          <p:cNvSpPr txBox="1">
            <a:spLocks noGrp="1"/>
          </p:cNvSpPr>
          <p:nvPr>
            <p:ph type="title"/>
          </p:nvPr>
        </p:nvSpPr>
        <p:spPr>
          <a:xfrm>
            <a:off x="-231913" y="83218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Objectives</a:t>
            </a:r>
            <a:endParaRPr sz="3400" dirty="0"/>
          </a:p>
        </p:txBody>
      </p:sp>
      <p:sp>
        <p:nvSpPr>
          <p:cNvPr id="739" name="Google Shape;739;p44"/>
          <p:cNvSpPr txBox="1">
            <a:spLocks noGrp="1"/>
          </p:cNvSpPr>
          <p:nvPr>
            <p:ph type="subTitle" idx="1"/>
          </p:nvPr>
        </p:nvSpPr>
        <p:spPr>
          <a:xfrm>
            <a:off x="2929823" y="891423"/>
            <a:ext cx="6225437" cy="3360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600" b="1" dirty="0"/>
              <a:t>To Develop an Efficient Detection Model:</a:t>
            </a:r>
            <a:endParaRPr lang="en-IN" sz="1600" b="1" dirty="0"/>
          </a:p>
          <a:p>
            <a:pPr marL="139700" lvl="0" indent="0">
              <a:buNone/>
            </a:pPr>
            <a:r>
              <a:rPr lang="en-IN" sz="1600" dirty="0"/>
              <a:t>Develop an efficient Alzheimer's disease detection model        </a:t>
            </a:r>
            <a:endParaRPr lang="en-IN" sz="1600" dirty="0"/>
          </a:p>
          <a:p>
            <a:pPr marL="139700" lvl="0" indent="0">
              <a:buNone/>
            </a:pPr>
            <a:r>
              <a:rPr lang="en-IN" sz="1600" dirty="0"/>
              <a:t>with high accuracy and reduced computational complexity. </a:t>
            </a:r>
            <a:endParaRPr lang="en-IN" sz="1600" dirty="0"/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To Improve Robust Speech Classification:</a:t>
            </a:r>
            <a:endParaRPr lang="en-IN" sz="1600" b="1" dirty="0"/>
          </a:p>
          <a:p>
            <a:pPr marL="139700" lvl="0" indent="0">
              <a:buNone/>
            </a:pPr>
            <a:r>
              <a:rPr lang="en-IN" sz="1600" dirty="0"/>
              <a:t>Improve the robustness of speech transcript classification by minimizing the impact of transcription errors. </a:t>
            </a:r>
            <a:endParaRPr lang="en-IN" sz="1600" dirty="0"/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To Evaluate Model Performance:</a:t>
            </a:r>
            <a:endParaRPr lang="en-IN" sz="1600" b="1" dirty="0"/>
          </a:p>
          <a:p>
            <a:pPr marL="139700" lvl="0" indent="0">
              <a:buNone/>
            </a:pPr>
            <a:r>
              <a:rPr lang="en-IN" sz="1600" dirty="0"/>
              <a:t>Evaluate and compare the proposed model using Accuracy, Precision, Recall, and F1-Score. </a:t>
            </a:r>
            <a:endParaRPr lang="en-IN" sz="1600" dirty="0"/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To Develop the </a:t>
            </a:r>
            <a:r>
              <a:rPr lang="en-IN" sz="1600" b="1" dirty="0" err="1"/>
              <a:t>AlzDx</a:t>
            </a:r>
            <a:r>
              <a:rPr lang="en-IN" sz="1600" b="1" dirty="0"/>
              <a:t> Web Application:</a:t>
            </a:r>
            <a:endParaRPr lang="en-IN" sz="1600" b="1" dirty="0"/>
          </a:p>
          <a:p>
            <a:pPr marL="139700" lvl="0" indent="0">
              <a:buNone/>
            </a:pPr>
            <a:r>
              <a:rPr lang="en-IN" sz="1600" dirty="0"/>
              <a:t>Develop a user-friendly web application for Alzheimer's disease prediction from speech transcripts.</a:t>
            </a:r>
            <a:endParaRPr lang="en-IN" sz="1600" dirty="0"/>
          </a:p>
        </p:txBody>
      </p:sp>
      <p:sp>
        <p:nvSpPr>
          <p:cNvPr id="740" name="Google Shape;740;p44"/>
          <p:cNvSpPr/>
          <p:nvPr/>
        </p:nvSpPr>
        <p:spPr>
          <a:xfrm>
            <a:off x="0" y="1899900"/>
            <a:ext cx="2778000" cy="32436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41" name="Google Shape;741;p44"/>
          <p:cNvGrpSpPr/>
          <p:nvPr/>
        </p:nvGrpSpPr>
        <p:grpSpPr>
          <a:xfrm>
            <a:off x="303273" y="1389275"/>
            <a:ext cx="2171283" cy="3482126"/>
            <a:chOff x="6176848" y="1495875"/>
            <a:chExt cx="2171283" cy="3482126"/>
          </a:xfrm>
        </p:grpSpPr>
        <p:grpSp>
          <p:nvGrpSpPr>
            <p:cNvPr id="742" name="Google Shape;742;p44"/>
            <p:cNvGrpSpPr/>
            <p:nvPr/>
          </p:nvGrpSpPr>
          <p:grpSpPr>
            <a:xfrm>
              <a:off x="7501038" y="2804515"/>
              <a:ext cx="644824" cy="2173486"/>
              <a:chOff x="7284563" y="2804515"/>
              <a:chExt cx="644824" cy="2173486"/>
            </a:xfrm>
          </p:grpSpPr>
          <p:sp>
            <p:nvSpPr>
              <p:cNvPr id="743" name="Google Shape;743;p44"/>
              <p:cNvSpPr/>
              <p:nvPr/>
            </p:nvSpPr>
            <p:spPr>
              <a:xfrm>
                <a:off x="7708867" y="4893367"/>
                <a:ext cx="15402" cy="11598"/>
              </a:xfrm>
              <a:custGeom>
                <a:avLst/>
                <a:gdLst/>
                <a:ahLst/>
                <a:cxnLst/>
                <a:rect l="l" t="t" r="r" b="b"/>
                <a:pathLst>
                  <a:path w="915" h="689" extrusionOk="0">
                    <a:moveTo>
                      <a:pt x="79" y="0"/>
                    </a:moveTo>
                    <a:cubicBezTo>
                      <a:pt x="79" y="0"/>
                      <a:pt x="79" y="80"/>
                      <a:pt x="0" y="80"/>
                    </a:cubicBezTo>
                    <a:cubicBezTo>
                      <a:pt x="0" y="80"/>
                      <a:pt x="0" y="153"/>
                      <a:pt x="79" y="153"/>
                    </a:cubicBezTo>
                    <a:cubicBezTo>
                      <a:pt x="232" y="305"/>
                      <a:pt x="457" y="457"/>
                      <a:pt x="610" y="610"/>
                    </a:cubicBezTo>
                    <a:cubicBezTo>
                      <a:pt x="610" y="689"/>
                      <a:pt x="689" y="689"/>
                      <a:pt x="689" y="689"/>
                    </a:cubicBezTo>
                    <a:lnTo>
                      <a:pt x="841" y="689"/>
                    </a:lnTo>
                    <a:lnTo>
                      <a:pt x="914" y="610"/>
                    </a:lnTo>
                    <a:lnTo>
                      <a:pt x="914" y="537"/>
                    </a:lnTo>
                    <a:cubicBezTo>
                      <a:pt x="689" y="384"/>
                      <a:pt x="536" y="232"/>
                      <a:pt x="384" y="80"/>
                    </a:cubicBezTo>
                    <a:cubicBezTo>
                      <a:pt x="305" y="0"/>
                      <a:pt x="153" y="0"/>
                      <a:pt x="79" y="0"/>
                    </a:cubicBezTo>
                    <a:close/>
                  </a:path>
                </a:pathLst>
              </a:custGeom>
              <a:solidFill>
                <a:srgbClr val="4041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4" name="Google Shape;744;p44"/>
              <p:cNvSpPr/>
              <p:nvPr/>
            </p:nvSpPr>
            <p:spPr>
              <a:xfrm>
                <a:off x="7697370" y="4901397"/>
                <a:ext cx="14072" cy="11261"/>
              </a:xfrm>
              <a:custGeom>
                <a:avLst/>
                <a:gdLst/>
                <a:ahLst/>
                <a:cxnLst/>
                <a:rect l="l" t="t" r="r" b="b"/>
                <a:pathLst>
                  <a:path w="836" h="669" extrusionOk="0">
                    <a:moveTo>
                      <a:pt x="266" y="0"/>
                    </a:moveTo>
                    <a:cubicBezTo>
                      <a:pt x="228" y="0"/>
                      <a:pt x="190" y="20"/>
                      <a:pt x="153" y="60"/>
                    </a:cubicBezTo>
                    <a:lnTo>
                      <a:pt x="74" y="60"/>
                    </a:lnTo>
                    <a:cubicBezTo>
                      <a:pt x="1" y="133"/>
                      <a:pt x="74" y="133"/>
                      <a:pt x="74" y="133"/>
                    </a:cubicBezTo>
                    <a:cubicBezTo>
                      <a:pt x="226" y="285"/>
                      <a:pt x="306" y="437"/>
                      <a:pt x="458" y="590"/>
                    </a:cubicBezTo>
                    <a:cubicBezTo>
                      <a:pt x="531" y="669"/>
                      <a:pt x="610" y="669"/>
                      <a:pt x="683" y="669"/>
                    </a:cubicBezTo>
                    <a:lnTo>
                      <a:pt x="762" y="669"/>
                    </a:lnTo>
                    <a:cubicBezTo>
                      <a:pt x="836" y="669"/>
                      <a:pt x="836" y="590"/>
                      <a:pt x="836" y="590"/>
                    </a:cubicBezTo>
                    <a:cubicBezTo>
                      <a:pt x="683" y="364"/>
                      <a:pt x="531" y="212"/>
                      <a:pt x="379" y="60"/>
                    </a:cubicBezTo>
                    <a:cubicBezTo>
                      <a:pt x="342" y="20"/>
                      <a:pt x="304" y="0"/>
                      <a:pt x="266" y="0"/>
                    </a:cubicBezTo>
                    <a:close/>
                  </a:path>
                </a:pathLst>
              </a:custGeom>
              <a:solidFill>
                <a:srgbClr val="4041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5" name="Google Shape;745;p44"/>
              <p:cNvSpPr/>
              <p:nvPr/>
            </p:nvSpPr>
            <p:spPr>
              <a:xfrm>
                <a:off x="7410203" y="4763939"/>
                <a:ext cx="149961" cy="166675"/>
              </a:xfrm>
              <a:custGeom>
                <a:avLst/>
                <a:gdLst/>
                <a:ahLst/>
                <a:cxnLst/>
                <a:rect l="l" t="t" r="r" b="b"/>
                <a:pathLst>
                  <a:path w="8909" h="9902" extrusionOk="0">
                    <a:moveTo>
                      <a:pt x="5557" y="0"/>
                    </a:moveTo>
                    <a:cubicBezTo>
                      <a:pt x="4643" y="73"/>
                      <a:pt x="3729" y="152"/>
                      <a:pt x="2815" y="305"/>
                    </a:cubicBezTo>
                    <a:cubicBezTo>
                      <a:pt x="1902" y="530"/>
                      <a:pt x="2285" y="4338"/>
                      <a:pt x="2206" y="5179"/>
                    </a:cubicBezTo>
                    <a:cubicBezTo>
                      <a:pt x="2133" y="6318"/>
                      <a:pt x="2054" y="7769"/>
                      <a:pt x="914" y="8451"/>
                    </a:cubicBezTo>
                    <a:cubicBezTo>
                      <a:pt x="610" y="8683"/>
                      <a:pt x="1" y="8987"/>
                      <a:pt x="305" y="9517"/>
                    </a:cubicBezTo>
                    <a:cubicBezTo>
                      <a:pt x="458" y="9822"/>
                      <a:pt x="835" y="9822"/>
                      <a:pt x="1219" y="9901"/>
                    </a:cubicBezTo>
                    <a:cubicBezTo>
                      <a:pt x="2438" y="9901"/>
                      <a:pt x="3656" y="9901"/>
                      <a:pt x="4948" y="9749"/>
                    </a:cubicBezTo>
                    <a:cubicBezTo>
                      <a:pt x="6167" y="9596"/>
                      <a:pt x="7160" y="9365"/>
                      <a:pt x="8378" y="9292"/>
                    </a:cubicBezTo>
                    <a:lnTo>
                      <a:pt x="8531" y="9292"/>
                    </a:lnTo>
                    <a:cubicBezTo>
                      <a:pt x="8908" y="9060"/>
                      <a:pt x="8147" y="7312"/>
                      <a:pt x="8074" y="6928"/>
                    </a:cubicBezTo>
                    <a:cubicBezTo>
                      <a:pt x="7921" y="5861"/>
                      <a:pt x="7842" y="4795"/>
                      <a:pt x="7995" y="3729"/>
                    </a:cubicBezTo>
                    <a:cubicBezTo>
                      <a:pt x="8074" y="2894"/>
                      <a:pt x="8451" y="1523"/>
                      <a:pt x="7921" y="762"/>
                    </a:cubicBezTo>
                    <a:cubicBezTo>
                      <a:pt x="7464" y="73"/>
                      <a:pt x="6319" y="0"/>
                      <a:pt x="5557" y="0"/>
                    </a:cubicBezTo>
                    <a:close/>
                  </a:path>
                </a:pathLst>
              </a:custGeom>
              <a:solidFill>
                <a:srgbClr val="BB6A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6" name="Google Shape;746;p44"/>
              <p:cNvSpPr/>
              <p:nvPr/>
            </p:nvSpPr>
            <p:spPr>
              <a:xfrm>
                <a:off x="7676868" y="4729599"/>
                <a:ext cx="151291" cy="201014"/>
              </a:xfrm>
              <a:custGeom>
                <a:avLst/>
                <a:gdLst/>
                <a:ahLst/>
                <a:cxnLst/>
                <a:rect l="l" t="t" r="r" b="b"/>
                <a:pathLst>
                  <a:path w="8988" h="11942" extrusionOk="0">
                    <a:moveTo>
                      <a:pt x="6236" y="0"/>
                    </a:moveTo>
                    <a:cubicBezTo>
                      <a:pt x="5921" y="0"/>
                      <a:pt x="5597" y="20"/>
                      <a:pt x="5252" y="60"/>
                    </a:cubicBezTo>
                    <a:cubicBezTo>
                      <a:pt x="4795" y="212"/>
                      <a:pt x="4265" y="285"/>
                      <a:pt x="3808" y="364"/>
                    </a:cubicBezTo>
                    <a:cubicBezTo>
                      <a:pt x="3351" y="438"/>
                      <a:pt x="2968" y="517"/>
                      <a:pt x="2663" y="821"/>
                    </a:cubicBezTo>
                    <a:cubicBezTo>
                      <a:pt x="2358" y="1199"/>
                      <a:pt x="2358" y="1735"/>
                      <a:pt x="2358" y="2265"/>
                    </a:cubicBezTo>
                    <a:cubicBezTo>
                      <a:pt x="2437" y="3789"/>
                      <a:pt x="2358" y="5312"/>
                      <a:pt x="2206" y="6835"/>
                    </a:cubicBezTo>
                    <a:cubicBezTo>
                      <a:pt x="2054" y="7981"/>
                      <a:pt x="2133" y="9809"/>
                      <a:pt x="987" y="10491"/>
                    </a:cubicBezTo>
                    <a:cubicBezTo>
                      <a:pt x="610" y="10723"/>
                      <a:pt x="0" y="11027"/>
                      <a:pt x="378" y="11557"/>
                    </a:cubicBezTo>
                    <a:cubicBezTo>
                      <a:pt x="530" y="11862"/>
                      <a:pt x="914" y="11941"/>
                      <a:pt x="1219" y="11941"/>
                    </a:cubicBezTo>
                    <a:cubicBezTo>
                      <a:pt x="2511" y="11941"/>
                      <a:pt x="3729" y="11941"/>
                      <a:pt x="5027" y="11789"/>
                    </a:cubicBezTo>
                    <a:cubicBezTo>
                      <a:pt x="6166" y="11636"/>
                      <a:pt x="7233" y="11405"/>
                      <a:pt x="8451" y="11332"/>
                    </a:cubicBezTo>
                    <a:lnTo>
                      <a:pt x="8604" y="11332"/>
                    </a:lnTo>
                    <a:cubicBezTo>
                      <a:pt x="8987" y="11100"/>
                      <a:pt x="8451" y="9577"/>
                      <a:pt x="8451" y="9272"/>
                    </a:cubicBezTo>
                    <a:cubicBezTo>
                      <a:pt x="8378" y="9199"/>
                      <a:pt x="8378" y="9047"/>
                      <a:pt x="8378" y="8968"/>
                    </a:cubicBezTo>
                    <a:cubicBezTo>
                      <a:pt x="8299" y="8206"/>
                      <a:pt x="8299" y="7445"/>
                      <a:pt x="8299" y="6762"/>
                    </a:cubicBezTo>
                    <a:cubicBezTo>
                      <a:pt x="8299" y="5007"/>
                      <a:pt x="8378" y="3259"/>
                      <a:pt x="8451" y="1583"/>
                    </a:cubicBezTo>
                    <a:cubicBezTo>
                      <a:pt x="8530" y="1278"/>
                      <a:pt x="8530" y="895"/>
                      <a:pt x="8378" y="590"/>
                    </a:cubicBezTo>
                    <a:cubicBezTo>
                      <a:pt x="8147" y="60"/>
                      <a:pt x="7616" y="133"/>
                      <a:pt x="7160" y="60"/>
                    </a:cubicBezTo>
                    <a:cubicBezTo>
                      <a:pt x="6855" y="20"/>
                      <a:pt x="6550" y="0"/>
                      <a:pt x="6236" y="0"/>
                    </a:cubicBezTo>
                    <a:close/>
                  </a:path>
                </a:pathLst>
              </a:custGeom>
              <a:solidFill>
                <a:srgbClr val="BB6A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7" name="Google Shape;747;p44"/>
              <p:cNvSpPr/>
              <p:nvPr/>
            </p:nvSpPr>
            <p:spPr>
              <a:xfrm>
                <a:off x="7552457" y="4880810"/>
                <a:ext cx="287179" cy="97191"/>
              </a:xfrm>
              <a:custGeom>
                <a:avLst/>
                <a:gdLst/>
                <a:ahLst/>
                <a:cxnLst/>
                <a:rect l="l" t="t" r="r" b="b"/>
                <a:pathLst>
                  <a:path w="17061" h="5774" extrusionOk="0">
                    <a:moveTo>
                      <a:pt x="9225" y="1"/>
                    </a:moveTo>
                    <a:cubicBezTo>
                      <a:pt x="8989" y="1"/>
                      <a:pt x="8723" y="82"/>
                      <a:pt x="8458" y="216"/>
                    </a:cubicBezTo>
                    <a:cubicBezTo>
                      <a:pt x="7391" y="899"/>
                      <a:pt x="6477" y="1813"/>
                      <a:pt x="5332" y="2422"/>
                    </a:cubicBezTo>
                    <a:cubicBezTo>
                      <a:pt x="3888" y="3263"/>
                      <a:pt x="2133" y="3488"/>
                      <a:pt x="689" y="4329"/>
                    </a:cubicBezTo>
                    <a:cubicBezTo>
                      <a:pt x="457" y="4481"/>
                      <a:pt x="232" y="4707"/>
                      <a:pt x="80" y="5011"/>
                    </a:cubicBezTo>
                    <a:cubicBezTo>
                      <a:pt x="0" y="5243"/>
                      <a:pt x="0" y="5468"/>
                      <a:pt x="153" y="5773"/>
                    </a:cubicBezTo>
                    <a:lnTo>
                      <a:pt x="10133" y="5773"/>
                    </a:lnTo>
                    <a:cubicBezTo>
                      <a:pt x="10968" y="5700"/>
                      <a:pt x="11809" y="5548"/>
                      <a:pt x="12570" y="5468"/>
                    </a:cubicBezTo>
                    <a:cubicBezTo>
                      <a:pt x="12707" y="5442"/>
                      <a:pt x="12845" y="5425"/>
                      <a:pt x="12980" y="5425"/>
                    </a:cubicBezTo>
                    <a:cubicBezTo>
                      <a:pt x="13216" y="5425"/>
                      <a:pt x="13442" y="5477"/>
                      <a:pt x="13637" y="5621"/>
                    </a:cubicBezTo>
                    <a:lnTo>
                      <a:pt x="13789" y="5773"/>
                    </a:lnTo>
                    <a:lnTo>
                      <a:pt x="16756" y="5773"/>
                    </a:lnTo>
                    <a:cubicBezTo>
                      <a:pt x="16835" y="5548"/>
                      <a:pt x="16835" y="5243"/>
                      <a:pt x="16835" y="5011"/>
                    </a:cubicBezTo>
                    <a:cubicBezTo>
                      <a:pt x="16835" y="4859"/>
                      <a:pt x="16908" y="4707"/>
                      <a:pt x="16908" y="4555"/>
                    </a:cubicBezTo>
                    <a:cubicBezTo>
                      <a:pt x="16988" y="4402"/>
                      <a:pt x="17061" y="4250"/>
                      <a:pt x="17061" y="4098"/>
                    </a:cubicBezTo>
                    <a:lnTo>
                      <a:pt x="17061" y="3641"/>
                    </a:lnTo>
                    <a:cubicBezTo>
                      <a:pt x="16988" y="3031"/>
                      <a:pt x="16756" y="1587"/>
                      <a:pt x="16074" y="1203"/>
                    </a:cubicBezTo>
                    <a:cubicBezTo>
                      <a:pt x="15921" y="1130"/>
                      <a:pt x="15690" y="1130"/>
                      <a:pt x="15538" y="1130"/>
                    </a:cubicBezTo>
                    <a:cubicBezTo>
                      <a:pt x="13484" y="1660"/>
                      <a:pt x="11504" y="2117"/>
                      <a:pt x="9445" y="2653"/>
                    </a:cubicBezTo>
                    <a:cubicBezTo>
                      <a:pt x="9828" y="2197"/>
                      <a:pt x="10054" y="1660"/>
                      <a:pt x="10054" y="1051"/>
                    </a:cubicBezTo>
                    <a:cubicBezTo>
                      <a:pt x="10054" y="594"/>
                      <a:pt x="9902" y="289"/>
                      <a:pt x="9676" y="137"/>
                    </a:cubicBezTo>
                    <a:cubicBezTo>
                      <a:pt x="9549" y="43"/>
                      <a:pt x="9394" y="1"/>
                      <a:pt x="92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8" name="Google Shape;748;p44"/>
              <p:cNvSpPr/>
              <p:nvPr/>
            </p:nvSpPr>
            <p:spPr>
              <a:xfrm>
                <a:off x="7565283" y="2804515"/>
                <a:ext cx="364104" cy="2070869"/>
              </a:xfrm>
              <a:custGeom>
                <a:avLst/>
                <a:gdLst/>
                <a:ahLst/>
                <a:cxnLst/>
                <a:rect l="l" t="t" r="r" b="b"/>
                <a:pathLst>
                  <a:path w="21631" h="123028" extrusionOk="0">
                    <a:moveTo>
                      <a:pt x="10761" y="1"/>
                    </a:moveTo>
                    <a:cubicBezTo>
                      <a:pt x="10168" y="1"/>
                      <a:pt x="9551" y="59"/>
                      <a:pt x="8914" y="180"/>
                    </a:cubicBezTo>
                    <a:cubicBezTo>
                      <a:pt x="8835" y="253"/>
                      <a:pt x="8683" y="253"/>
                      <a:pt x="8609" y="253"/>
                    </a:cubicBezTo>
                    <a:cubicBezTo>
                      <a:pt x="8226" y="333"/>
                      <a:pt x="7848" y="485"/>
                      <a:pt x="7543" y="558"/>
                    </a:cubicBezTo>
                    <a:cubicBezTo>
                      <a:pt x="7159" y="710"/>
                      <a:pt x="6855" y="790"/>
                      <a:pt x="6550" y="942"/>
                    </a:cubicBezTo>
                    <a:cubicBezTo>
                      <a:pt x="6093" y="1167"/>
                      <a:pt x="5636" y="1399"/>
                      <a:pt x="5258" y="1704"/>
                    </a:cubicBezTo>
                    <a:cubicBezTo>
                      <a:pt x="5179" y="1777"/>
                      <a:pt x="5106" y="1777"/>
                      <a:pt x="5027" y="1856"/>
                    </a:cubicBezTo>
                    <a:cubicBezTo>
                      <a:pt x="4722" y="2081"/>
                      <a:pt x="4344" y="2386"/>
                      <a:pt x="4113" y="2618"/>
                    </a:cubicBezTo>
                    <a:cubicBezTo>
                      <a:pt x="3887" y="2843"/>
                      <a:pt x="3656" y="3148"/>
                      <a:pt x="3430" y="3379"/>
                    </a:cubicBezTo>
                    <a:lnTo>
                      <a:pt x="3351" y="3379"/>
                    </a:lnTo>
                    <a:cubicBezTo>
                      <a:pt x="2590" y="4366"/>
                      <a:pt x="1980" y="5432"/>
                      <a:pt x="1523" y="6578"/>
                    </a:cubicBezTo>
                    <a:cubicBezTo>
                      <a:pt x="1450" y="6730"/>
                      <a:pt x="1371" y="6956"/>
                      <a:pt x="1298" y="7108"/>
                    </a:cubicBezTo>
                    <a:lnTo>
                      <a:pt x="1298" y="7260"/>
                    </a:lnTo>
                    <a:lnTo>
                      <a:pt x="1066" y="7717"/>
                    </a:lnTo>
                    <a:cubicBezTo>
                      <a:pt x="1066" y="7797"/>
                      <a:pt x="993" y="7949"/>
                      <a:pt x="993" y="8022"/>
                    </a:cubicBezTo>
                    <a:cubicBezTo>
                      <a:pt x="536" y="9393"/>
                      <a:pt x="305" y="10916"/>
                      <a:pt x="152" y="12366"/>
                    </a:cubicBezTo>
                    <a:cubicBezTo>
                      <a:pt x="0" y="13658"/>
                      <a:pt x="0" y="14877"/>
                      <a:pt x="0" y="16095"/>
                    </a:cubicBezTo>
                    <a:cubicBezTo>
                      <a:pt x="79" y="16631"/>
                      <a:pt x="79" y="17241"/>
                      <a:pt x="79" y="17850"/>
                    </a:cubicBezTo>
                    <a:cubicBezTo>
                      <a:pt x="152" y="18307"/>
                      <a:pt x="152" y="18837"/>
                      <a:pt x="152" y="19294"/>
                    </a:cubicBezTo>
                    <a:cubicBezTo>
                      <a:pt x="152" y="19678"/>
                      <a:pt x="232" y="20056"/>
                      <a:pt x="232" y="20513"/>
                    </a:cubicBezTo>
                    <a:lnTo>
                      <a:pt x="232" y="20970"/>
                    </a:lnTo>
                    <a:cubicBezTo>
                      <a:pt x="457" y="25235"/>
                      <a:pt x="609" y="29579"/>
                      <a:pt x="841" y="33844"/>
                    </a:cubicBezTo>
                    <a:cubicBezTo>
                      <a:pt x="841" y="34301"/>
                      <a:pt x="841" y="34831"/>
                      <a:pt x="914" y="35288"/>
                    </a:cubicBezTo>
                    <a:lnTo>
                      <a:pt x="914" y="35824"/>
                    </a:lnTo>
                    <a:lnTo>
                      <a:pt x="914" y="36281"/>
                    </a:lnTo>
                    <a:lnTo>
                      <a:pt x="1146" y="40162"/>
                    </a:lnTo>
                    <a:cubicBezTo>
                      <a:pt x="1298" y="42831"/>
                      <a:pt x="1371" y="45494"/>
                      <a:pt x="1523" y="48236"/>
                    </a:cubicBezTo>
                    <a:lnTo>
                      <a:pt x="1523" y="48693"/>
                    </a:lnTo>
                    <a:cubicBezTo>
                      <a:pt x="1603" y="49759"/>
                      <a:pt x="1676" y="50904"/>
                      <a:pt x="1755" y="51971"/>
                    </a:cubicBezTo>
                    <a:cubicBezTo>
                      <a:pt x="1755" y="52428"/>
                      <a:pt x="1755" y="52958"/>
                      <a:pt x="1828" y="53415"/>
                    </a:cubicBezTo>
                    <a:cubicBezTo>
                      <a:pt x="1907" y="55852"/>
                      <a:pt x="2060" y="58216"/>
                      <a:pt x="2133" y="60653"/>
                    </a:cubicBezTo>
                    <a:cubicBezTo>
                      <a:pt x="2133" y="60806"/>
                      <a:pt x="2133" y="60958"/>
                      <a:pt x="2212" y="61110"/>
                    </a:cubicBezTo>
                    <a:cubicBezTo>
                      <a:pt x="2212" y="61945"/>
                      <a:pt x="2285" y="62859"/>
                      <a:pt x="2285" y="63700"/>
                    </a:cubicBezTo>
                    <a:cubicBezTo>
                      <a:pt x="2285" y="63852"/>
                      <a:pt x="2285" y="64077"/>
                      <a:pt x="2364" y="64230"/>
                    </a:cubicBezTo>
                    <a:cubicBezTo>
                      <a:pt x="2364" y="65680"/>
                      <a:pt x="2437" y="67051"/>
                      <a:pt x="2517" y="68495"/>
                    </a:cubicBezTo>
                    <a:cubicBezTo>
                      <a:pt x="2590" y="68952"/>
                      <a:pt x="2590" y="69488"/>
                      <a:pt x="2590" y="69945"/>
                    </a:cubicBezTo>
                    <a:cubicBezTo>
                      <a:pt x="2669" y="70932"/>
                      <a:pt x="2669" y="71925"/>
                      <a:pt x="2742" y="72912"/>
                    </a:cubicBezTo>
                    <a:lnTo>
                      <a:pt x="2742" y="73448"/>
                    </a:lnTo>
                    <a:cubicBezTo>
                      <a:pt x="2973" y="77787"/>
                      <a:pt x="3126" y="82131"/>
                      <a:pt x="3278" y="86469"/>
                    </a:cubicBezTo>
                    <a:lnTo>
                      <a:pt x="3278" y="87005"/>
                    </a:lnTo>
                    <a:cubicBezTo>
                      <a:pt x="3430" y="91270"/>
                      <a:pt x="3583" y="95609"/>
                      <a:pt x="3656" y="99953"/>
                    </a:cubicBezTo>
                    <a:cubicBezTo>
                      <a:pt x="3656" y="100105"/>
                      <a:pt x="3656" y="100258"/>
                      <a:pt x="3735" y="100410"/>
                    </a:cubicBezTo>
                    <a:cubicBezTo>
                      <a:pt x="3808" y="105967"/>
                      <a:pt x="4113" y="111603"/>
                      <a:pt x="4418" y="117239"/>
                    </a:cubicBezTo>
                    <a:cubicBezTo>
                      <a:pt x="4497" y="119146"/>
                      <a:pt x="4649" y="121126"/>
                      <a:pt x="4722" y="123027"/>
                    </a:cubicBezTo>
                    <a:lnTo>
                      <a:pt x="18358" y="123027"/>
                    </a:lnTo>
                    <a:cubicBezTo>
                      <a:pt x="18511" y="115716"/>
                      <a:pt x="18736" y="108404"/>
                      <a:pt x="18888" y="101092"/>
                    </a:cubicBezTo>
                    <a:cubicBezTo>
                      <a:pt x="19650" y="73369"/>
                      <a:pt x="21630" y="45725"/>
                      <a:pt x="20795" y="18002"/>
                    </a:cubicBezTo>
                    <a:cubicBezTo>
                      <a:pt x="20795" y="16174"/>
                      <a:pt x="20716" y="14347"/>
                      <a:pt x="20643" y="12519"/>
                    </a:cubicBezTo>
                    <a:cubicBezTo>
                      <a:pt x="20491" y="8863"/>
                      <a:pt x="19272" y="5207"/>
                      <a:pt x="16987" y="2843"/>
                    </a:cubicBezTo>
                    <a:cubicBezTo>
                      <a:pt x="16908" y="2691"/>
                      <a:pt x="16756" y="2538"/>
                      <a:pt x="16683" y="2465"/>
                    </a:cubicBezTo>
                    <a:cubicBezTo>
                      <a:pt x="15156" y="938"/>
                      <a:pt x="13144" y="1"/>
                      <a:pt x="107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9" name="Google Shape;749;p44"/>
              <p:cNvSpPr/>
              <p:nvPr/>
            </p:nvSpPr>
            <p:spPr>
              <a:xfrm>
                <a:off x="7294814" y="2805239"/>
                <a:ext cx="355082" cy="2070145"/>
              </a:xfrm>
              <a:custGeom>
                <a:avLst/>
                <a:gdLst/>
                <a:ahLst/>
                <a:cxnLst/>
                <a:rect l="l" t="t" r="r" b="b"/>
                <a:pathLst>
                  <a:path w="21095" h="122985" extrusionOk="0">
                    <a:moveTo>
                      <a:pt x="10742" y="1"/>
                    </a:moveTo>
                    <a:cubicBezTo>
                      <a:pt x="9737" y="1"/>
                      <a:pt x="8680" y="172"/>
                      <a:pt x="7538" y="515"/>
                    </a:cubicBezTo>
                    <a:cubicBezTo>
                      <a:pt x="7160" y="594"/>
                      <a:pt x="6856" y="747"/>
                      <a:pt x="6551" y="899"/>
                    </a:cubicBezTo>
                    <a:cubicBezTo>
                      <a:pt x="6319" y="972"/>
                      <a:pt x="6094" y="1124"/>
                      <a:pt x="5862" y="1277"/>
                    </a:cubicBezTo>
                    <a:cubicBezTo>
                      <a:pt x="5710" y="1277"/>
                      <a:pt x="5637" y="1356"/>
                      <a:pt x="5558" y="1429"/>
                    </a:cubicBezTo>
                    <a:cubicBezTo>
                      <a:pt x="5405" y="1508"/>
                      <a:pt x="5332" y="1581"/>
                      <a:pt x="5253" y="1661"/>
                    </a:cubicBezTo>
                    <a:cubicBezTo>
                      <a:pt x="5180" y="1661"/>
                      <a:pt x="5101" y="1734"/>
                      <a:pt x="5028" y="1813"/>
                    </a:cubicBezTo>
                    <a:cubicBezTo>
                      <a:pt x="4723" y="2038"/>
                      <a:pt x="4339" y="2270"/>
                      <a:pt x="4034" y="2575"/>
                    </a:cubicBezTo>
                    <a:cubicBezTo>
                      <a:pt x="3809" y="2800"/>
                      <a:pt x="3578" y="3031"/>
                      <a:pt x="3425" y="3336"/>
                    </a:cubicBezTo>
                    <a:lnTo>
                      <a:pt x="3352" y="3336"/>
                    </a:lnTo>
                    <a:cubicBezTo>
                      <a:pt x="2511" y="4402"/>
                      <a:pt x="1829" y="5621"/>
                      <a:pt x="1293" y="6992"/>
                    </a:cubicBezTo>
                    <a:cubicBezTo>
                      <a:pt x="1293" y="7065"/>
                      <a:pt x="1293" y="7144"/>
                      <a:pt x="1220" y="7144"/>
                    </a:cubicBezTo>
                    <a:cubicBezTo>
                      <a:pt x="1220" y="7370"/>
                      <a:pt x="1140" y="7522"/>
                      <a:pt x="1067" y="7674"/>
                    </a:cubicBezTo>
                    <a:cubicBezTo>
                      <a:pt x="1067" y="7754"/>
                      <a:pt x="1067" y="7827"/>
                      <a:pt x="988" y="7827"/>
                    </a:cubicBezTo>
                    <a:cubicBezTo>
                      <a:pt x="531" y="9277"/>
                      <a:pt x="306" y="10800"/>
                      <a:pt x="153" y="12323"/>
                    </a:cubicBezTo>
                    <a:cubicBezTo>
                      <a:pt x="1" y="13542"/>
                      <a:pt x="1" y="14834"/>
                      <a:pt x="1" y="16052"/>
                    </a:cubicBezTo>
                    <a:cubicBezTo>
                      <a:pt x="74" y="16588"/>
                      <a:pt x="74" y="17198"/>
                      <a:pt x="74" y="17807"/>
                    </a:cubicBezTo>
                    <a:cubicBezTo>
                      <a:pt x="153" y="18264"/>
                      <a:pt x="153" y="18721"/>
                      <a:pt x="153" y="19251"/>
                    </a:cubicBezTo>
                    <a:cubicBezTo>
                      <a:pt x="153" y="19635"/>
                      <a:pt x="226" y="20013"/>
                      <a:pt x="226" y="20396"/>
                    </a:cubicBezTo>
                    <a:lnTo>
                      <a:pt x="226" y="20927"/>
                    </a:lnTo>
                    <a:cubicBezTo>
                      <a:pt x="379" y="25192"/>
                      <a:pt x="610" y="29457"/>
                      <a:pt x="836" y="33801"/>
                    </a:cubicBezTo>
                    <a:cubicBezTo>
                      <a:pt x="836" y="34258"/>
                      <a:pt x="836" y="34715"/>
                      <a:pt x="915" y="35245"/>
                    </a:cubicBezTo>
                    <a:lnTo>
                      <a:pt x="915" y="35781"/>
                    </a:lnTo>
                    <a:lnTo>
                      <a:pt x="915" y="36238"/>
                    </a:lnTo>
                    <a:lnTo>
                      <a:pt x="1140" y="40119"/>
                    </a:lnTo>
                    <a:cubicBezTo>
                      <a:pt x="1220" y="42788"/>
                      <a:pt x="1372" y="45451"/>
                      <a:pt x="1524" y="48193"/>
                    </a:cubicBezTo>
                    <a:lnTo>
                      <a:pt x="1524" y="48650"/>
                    </a:lnTo>
                    <a:cubicBezTo>
                      <a:pt x="1597" y="49716"/>
                      <a:pt x="1677" y="50861"/>
                      <a:pt x="1677" y="51928"/>
                    </a:cubicBezTo>
                    <a:cubicBezTo>
                      <a:pt x="1750" y="52385"/>
                      <a:pt x="1750" y="52915"/>
                      <a:pt x="1750" y="53372"/>
                    </a:cubicBezTo>
                    <a:cubicBezTo>
                      <a:pt x="1902" y="55809"/>
                      <a:pt x="2054" y="58173"/>
                      <a:pt x="2133" y="60610"/>
                    </a:cubicBezTo>
                    <a:lnTo>
                      <a:pt x="2133" y="61067"/>
                    </a:lnTo>
                    <a:cubicBezTo>
                      <a:pt x="2207" y="62133"/>
                      <a:pt x="2286" y="63121"/>
                      <a:pt x="2286" y="64187"/>
                    </a:cubicBezTo>
                    <a:cubicBezTo>
                      <a:pt x="2359" y="64723"/>
                      <a:pt x="2359" y="65253"/>
                      <a:pt x="2438" y="65862"/>
                    </a:cubicBezTo>
                    <a:cubicBezTo>
                      <a:pt x="2438" y="66703"/>
                      <a:pt x="2511" y="67538"/>
                      <a:pt x="2511" y="68452"/>
                    </a:cubicBezTo>
                    <a:cubicBezTo>
                      <a:pt x="2511" y="68909"/>
                      <a:pt x="2590" y="69445"/>
                      <a:pt x="2590" y="69902"/>
                    </a:cubicBezTo>
                    <a:cubicBezTo>
                      <a:pt x="2664" y="70889"/>
                      <a:pt x="2664" y="71882"/>
                      <a:pt x="2743" y="72869"/>
                    </a:cubicBezTo>
                    <a:lnTo>
                      <a:pt x="2743" y="73405"/>
                    </a:lnTo>
                    <a:lnTo>
                      <a:pt x="2743" y="73558"/>
                    </a:lnTo>
                    <a:cubicBezTo>
                      <a:pt x="2968" y="77823"/>
                      <a:pt x="3121" y="82161"/>
                      <a:pt x="3273" y="86426"/>
                    </a:cubicBezTo>
                    <a:lnTo>
                      <a:pt x="3273" y="86962"/>
                    </a:lnTo>
                    <a:cubicBezTo>
                      <a:pt x="3504" y="93969"/>
                      <a:pt x="3882" y="100976"/>
                      <a:pt x="4114" y="107983"/>
                    </a:cubicBezTo>
                    <a:cubicBezTo>
                      <a:pt x="4266" y="111560"/>
                      <a:pt x="4418" y="115063"/>
                      <a:pt x="4491" y="118567"/>
                    </a:cubicBezTo>
                    <a:cubicBezTo>
                      <a:pt x="4491" y="120017"/>
                      <a:pt x="4491" y="121540"/>
                      <a:pt x="4571" y="122984"/>
                    </a:cubicBezTo>
                    <a:lnTo>
                      <a:pt x="18280" y="122984"/>
                    </a:lnTo>
                    <a:cubicBezTo>
                      <a:pt x="18505" y="117043"/>
                      <a:pt x="18658" y="111182"/>
                      <a:pt x="18737" y="105241"/>
                    </a:cubicBezTo>
                    <a:cubicBezTo>
                      <a:pt x="18889" y="97546"/>
                      <a:pt x="18432" y="89704"/>
                      <a:pt x="18962" y="82088"/>
                    </a:cubicBezTo>
                    <a:lnTo>
                      <a:pt x="18962" y="82009"/>
                    </a:lnTo>
                    <a:cubicBezTo>
                      <a:pt x="19419" y="75916"/>
                      <a:pt x="19803" y="69750"/>
                      <a:pt x="20108" y="63657"/>
                    </a:cubicBezTo>
                    <a:cubicBezTo>
                      <a:pt x="20486" y="57411"/>
                      <a:pt x="20717" y="51166"/>
                      <a:pt x="20869" y="44921"/>
                    </a:cubicBezTo>
                    <a:cubicBezTo>
                      <a:pt x="20869" y="43471"/>
                      <a:pt x="20942" y="42027"/>
                      <a:pt x="20942" y="40576"/>
                    </a:cubicBezTo>
                    <a:cubicBezTo>
                      <a:pt x="21095" y="33039"/>
                      <a:pt x="21022" y="25496"/>
                      <a:pt x="20790" y="17959"/>
                    </a:cubicBezTo>
                    <a:cubicBezTo>
                      <a:pt x="20790" y="16131"/>
                      <a:pt x="20717" y="14304"/>
                      <a:pt x="20638" y="12476"/>
                    </a:cubicBezTo>
                    <a:cubicBezTo>
                      <a:pt x="20565" y="10416"/>
                      <a:pt x="20108" y="8363"/>
                      <a:pt x="19346" y="6535"/>
                    </a:cubicBezTo>
                    <a:cubicBezTo>
                      <a:pt x="19267" y="6303"/>
                      <a:pt x="19194" y="6151"/>
                      <a:pt x="19115" y="5926"/>
                    </a:cubicBezTo>
                    <a:cubicBezTo>
                      <a:pt x="18962" y="5694"/>
                      <a:pt x="18810" y="5389"/>
                      <a:pt x="18737" y="5164"/>
                    </a:cubicBezTo>
                    <a:cubicBezTo>
                      <a:pt x="17287" y="2495"/>
                      <a:pt x="15002" y="515"/>
                      <a:pt x="12035" y="58"/>
                    </a:cubicBezTo>
                    <a:lnTo>
                      <a:pt x="11730" y="58"/>
                    </a:lnTo>
                    <a:cubicBezTo>
                      <a:pt x="11405" y="20"/>
                      <a:pt x="11076" y="1"/>
                      <a:pt x="107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0" name="Google Shape;750;p44"/>
              <p:cNvSpPr/>
              <p:nvPr/>
            </p:nvSpPr>
            <p:spPr>
              <a:xfrm>
                <a:off x="7284563" y="4880810"/>
                <a:ext cx="288425" cy="97191"/>
              </a:xfrm>
              <a:custGeom>
                <a:avLst/>
                <a:gdLst/>
                <a:ahLst/>
                <a:cxnLst/>
                <a:rect l="l" t="t" r="r" b="b"/>
                <a:pathLst>
                  <a:path w="17135" h="5774" extrusionOk="0">
                    <a:moveTo>
                      <a:pt x="9224" y="1"/>
                    </a:moveTo>
                    <a:cubicBezTo>
                      <a:pt x="8997" y="1"/>
                      <a:pt x="8750" y="82"/>
                      <a:pt x="8531" y="216"/>
                    </a:cubicBezTo>
                    <a:cubicBezTo>
                      <a:pt x="7385" y="899"/>
                      <a:pt x="6471" y="1813"/>
                      <a:pt x="5332" y="2422"/>
                    </a:cubicBezTo>
                    <a:cubicBezTo>
                      <a:pt x="3882" y="3263"/>
                      <a:pt x="2133" y="3488"/>
                      <a:pt x="683" y="4329"/>
                    </a:cubicBezTo>
                    <a:cubicBezTo>
                      <a:pt x="458" y="4481"/>
                      <a:pt x="226" y="4707"/>
                      <a:pt x="153" y="5011"/>
                    </a:cubicBezTo>
                    <a:cubicBezTo>
                      <a:pt x="74" y="5243"/>
                      <a:pt x="1" y="5468"/>
                      <a:pt x="153" y="5773"/>
                    </a:cubicBezTo>
                    <a:lnTo>
                      <a:pt x="10127" y="5773"/>
                    </a:lnTo>
                    <a:cubicBezTo>
                      <a:pt x="10968" y="5700"/>
                      <a:pt x="11803" y="5548"/>
                      <a:pt x="12644" y="5468"/>
                    </a:cubicBezTo>
                    <a:cubicBezTo>
                      <a:pt x="12768" y="5439"/>
                      <a:pt x="12905" y="5421"/>
                      <a:pt x="13044" y="5421"/>
                    </a:cubicBezTo>
                    <a:cubicBezTo>
                      <a:pt x="13245" y="5421"/>
                      <a:pt x="13451" y="5458"/>
                      <a:pt x="13631" y="5548"/>
                    </a:cubicBezTo>
                    <a:cubicBezTo>
                      <a:pt x="13710" y="5621"/>
                      <a:pt x="13783" y="5700"/>
                      <a:pt x="13783" y="5773"/>
                    </a:cubicBezTo>
                    <a:lnTo>
                      <a:pt x="16829" y="5773"/>
                    </a:lnTo>
                    <a:cubicBezTo>
                      <a:pt x="16909" y="5548"/>
                      <a:pt x="16909" y="5243"/>
                      <a:pt x="16909" y="5011"/>
                    </a:cubicBezTo>
                    <a:lnTo>
                      <a:pt x="16909" y="4555"/>
                    </a:lnTo>
                    <a:cubicBezTo>
                      <a:pt x="16982" y="4402"/>
                      <a:pt x="17061" y="4250"/>
                      <a:pt x="17061" y="4098"/>
                    </a:cubicBezTo>
                    <a:cubicBezTo>
                      <a:pt x="17134" y="3945"/>
                      <a:pt x="17134" y="3793"/>
                      <a:pt x="17134" y="3641"/>
                    </a:cubicBezTo>
                    <a:cubicBezTo>
                      <a:pt x="17061" y="3031"/>
                      <a:pt x="16756" y="1587"/>
                      <a:pt x="16068" y="1203"/>
                    </a:cubicBezTo>
                    <a:cubicBezTo>
                      <a:pt x="15915" y="1130"/>
                      <a:pt x="15763" y="1130"/>
                      <a:pt x="15538" y="1130"/>
                    </a:cubicBezTo>
                    <a:cubicBezTo>
                      <a:pt x="13558" y="1660"/>
                      <a:pt x="11498" y="2117"/>
                      <a:pt x="9445" y="2653"/>
                    </a:cubicBezTo>
                    <a:cubicBezTo>
                      <a:pt x="9823" y="2197"/>
                      <a:pt x="10127" y="1660"/>
                      <a:pt x="10127" y="1051"/>
                    </a:cubicBezTo>
                    <a:cubicBezTo>
                      <a:pt x="10127" y="594"/>
                      <a:pt x="9902" y="289"/>
                      <a:pt x="9670" y="137"/>
                    </a:cubicBezTo>
                    <a:cubicBezTo>
                      <a:pt x="9543" y="43"/>
                      <a:pt x="9388" y="1"/>
                      <a:pt x="9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51" name="Google Shape;751;p44"/>
            <p:cNvGrpSpPr/>
            <p:nvPr/>
          </p:nvGrpSpPr>
          <p:grpSpPr>
            <a:xfrm flipH="1">
              <a:off x="6176848" y="1533065"/>
              <a:ext cx="2171283" cy="3427643"/>
              <a:chOff x="6116956" y="1247334"/>
              <a:chExt cx="2313814" cy="3652646"/>
            </a:xfrm>
          </p:grpSpPr>
          <p:grpSp>
            <p:nvGrpSpPr>
              <p:cNvPr id="752" name="Google Shape;752;p44"/>
              <p:cNvGrpSpPr/>
              <p:nvPr/>
            </p:nvGrpSpPr>
            <p:grpSpPr>
              <a:xfrm>
                <a:off x="6116956" y="1247334"/>
                <a:ext cx="1163181" cy="2251373"/>
                <a:chOff x="7790995" y="179500"/>
                <a:chExt cx="687540" cy="1330756"/>
              </a:xfrm>
            </p:grpSpPr>
            <p:sp>
              <p:nvSpPr>
                <p:cNvPr id="753" name="Google Shape;753;p44"/>
                <p:cNvSpPr/>
                <p:nvPr/>
              </p:nvSpPr>
              <p:spPr>
                <a:xfrm>
                  <a:off x="7914101" y="1229611"/>
                  <a:ext cx="431143" cy="43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50" h="3325" extrusionOk="0">
                      <a:moveTo>
                        <a:pt x="0" y="0"/>
                      </a:moveTo>
                      <a:lnTo>
                        <a:pt x="0" y="2850"/>
                      </a:lnTo>
                      <a:cubicBezTo>
                        <a:pt x="0" y="3087"/>
                        <a:pt x="0" y="3206"/>
                        <a:pt x="57" y="3325"/>
                      </a:cubicBezTo>
                      <a:lnTo>
                        <a:pt x="32650" y="3325"/>
                      </a:lnTo>
                      <a:cubicBezTo>
                        <a:pt x="32650" y="2256"/>
                        <a:pt x="32588" y="1188"/>
                        <a:pt x="32588" y="176"/>
                      </a:cubicBezTo>
                      <a:lnTo>
                        <a:pt x="3258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54" name="Google Shape;754;p44"/>
                <p:cNvSpPr/>
                <p:nvPr/>
              </p:nvSpPr>
              <p:spPr>
                <a:xfrm>
                  <a:off x="7845113" y="428327"/>
                  <a:ext cx="534618" cy="8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6" h="62458" extrusionOk="0">
                      <a:moveTo>
                        <a:pt x="20787" y="1"/>
                      </a:moveTo>
                      <a:cubicBezTo>
                        <a:pt x="18887" y="1"/>
                        <a:pt x="17130" y="347"/>
                        <a:pt x="15373" y="896"/>
                      </a:cubicBezTo>
                      <a:lnTo>
                        <a:pt x="13948" y="1433"/>
                      </a:lnTo>
                      <a:cubicBezTo>
                        <a:pt x="13298" y="1727"/>
                        <a:pt x="12642" y="1964"/>
                        <a:pt x="11992" y="2264"/>
                      </a:cubicBezTo>
                      <a:lnTo>
                        <a:pt x="11636" y="2439"/>
                      </a:lnTo>
                      <a:cubicBezTo>
                        <a:pt x="11455" y="2558"/>
                        <a:pt x="11218" y="2620"/>
                        <a:pt x="10980" y="2738"/>
                      </a:cubicBezTo>
                      <a:cubicBezTo>
                        <a:pt x="8368" y="3983"/>
                        <a:pt x="5756" y="5289"/>
                        <a:pt x="3087" y="6538"/>
                      </a:cubicBezTo>
                      <a:cubicBezTo>
                        <a:pt x="2313" y="6894"/>
                        <a:pt x="1544" y="7250"/>
                        <a:pt x="1007" y="7962"/>
                      </a:cubicBezTo>
                      <a:cubicBezTo>
                        <a:pt x="0" y="9088"/>
                        <a:pt x="713" y="11049"/>
                        <a:pt x="770" y="12412"/>
                      </a:cubicBezTo>
                      <a:lnTo>
                        <a:pt x="770" y="12531"/>
                      </a:lnTo>
                      <a:cubicBezTo>
                        <a:pt x="832" y="14549"/>
                        <a:pt x="1069" y="16568"/>
                        <a:pt x="1544" y="18529"/>
                      </a:cubicBezTo>
                      <a:cubicBezTo>
                        <a:pt x="2138" y="21079"/>
                        <a:pt x="3738" y="23454"/>
                        <a:pt x="3800" y="26127"/>
                      </a:cubicBezTo>
                      <a:cubicBezTo>
                        <a:pt x="3857" y="28977"/>
                        <a:pt x="4569" y="31826"/>
                        <a:pt x="4569" y="34733"/>
                      </a:cubicBezTo>
                      <a:cubicBezTo>
                        <a:pt x="4569" y="35625"/>
                        <a:pt x="4275" y="36338"/>
                        <a:pt x="4156" y="37169"/>
                      </a:cubicBezTo>
                      <a:cubicBezTo>
                        <a:pt x="3975" y="38593"/>
                        <a:pt x="4156" y="40137"/>
                        <a:pt x="4213" y="41562"/>
                      </a:cubicBezTo>
                      <a:cubicBezTo>
                        <a:pt x="4332" y="48448"/>
                        <a:pt x="5400" y="55391"/>
                        <a:pt x="5224" y="62277"/>
                      </a:cubicBezTo>
                      <a:lnTo>
                        <a:pt x="5224" y="62457"/>
                      </a:lnTo>
                      <a:lnTo>
                        <a:pt x="37874" y="62457"/>
                      </a:lnTo>
                      <a:cubicBezTo>
                        <a:pt x="37874" y="61507"/>
                        <a:pt x="37812" y="60558"/>
                        <a:pt x="37812" y="59608"/>
                      </a:cubicBezTo>
                      <a:cubicBezTo>
                        <a:pt x="37755" y="53847"/>
                        <a:pt x="37693" y="48149"/>
                        <a:pt x="37693" y="42393"/>
                      </a:cubicBezTo>
                      <a:cubicBezTo>
                        <a:pt x="37693" y="39662"/>
                        <a:pt x="37636" y="36931"/>
                        <a:pt x="37456" y="34139"/>
                      </a:cubicBezTo>
                      <a:cubicBezTo>
                        <a:pt x="37218" y="31351"/>
                        <a:pt x="37161" y="28502"/>
                        <a:pt x="37399" y="25652"/>
                      </a:cubicBezTo>
                      <a:cubicBezTo>
                        <a:pt x="37575" y="23691"/>
                        <a:pt x="37874" y="21735"/>
                        <a:pt x="38230" y="19835"/>
                      </a:cubicBezTo>
                      <a:cubicBezTo>
                        <a:pt x="38524" y="18173"/>
                        <a:pt x="39061" y="16686"/>
                        <a:pt x="39474" y="15086"/>
                      </a:cubicBezTo>
                      <a:cubicBezTo>
                        <a:pt x="39773" y="13599"/>
                        <a:pt x="40130" y="12175"/>
                        <a:pt x="40367" y="10750"/>
                      </a:cubicBezTo>
                      <a:cubicBezTo>
                        <a:pt x="40424" y="10275"/>
                        <a:pt x="40486" y="9800"/>
                        <a:pt x="40486" y="9387"/>
                      </a:cubicBezTo>
                      <a:cubicBezTo>
                        <a:pt x="40424" y="8969"/>
                        <a:pt x="40424" y="8556"/>
                        <a:pt x="40248" y="8200"/>
                      </a:cubicBezTo>
                      <a:cubicBezTo>
                        <a:pt x="39536" y="5944"/>
                        <a:pt x="36212" y="5469"/>
                        <a:pt x="34369" y="4576"/>
                      </a:cubicBezTo>
                      <a:cubicBezTo>
                        <a:pt x="33600" y="4282"/>
                        <a:pt x="32826" y="3926"/>
                        <a:pt x="32113" y="3627"/>
                      </a:cubicBezTo>
                      <a:cubicBezTo>
                        <a:pt x="31700" y="3451"/>
                        <a:pt x="31282" y="3270"/>
                        <a:pt x="30807" y="3095"/>
                      </a:cubicBezTo>
                      <a:cubicBezTo>
                        <a:pt x="30750" y="3033"/>
                        <a:pt x="30750" y="3033"/>
                        <a:pt x="30689" y="3033"/>
                      </a:cubicBezTo>
                      <a:cubicBezTo>
                        <a:pt x="30513" y="2914"/>
                        <a:pt x="30275" y="2857"/>
                        <a:pt x="30095" y="2795"/>
                      </a:cubicBezTo>
                      <a:cubicBezTo>
                        <a:pt x="29682" y="2677"/>
                        <a:pt x="29264" y="2501"/>
                        <a:pt x="28908" y="2264"/>
                      </a:cubicBezTo>
                      <a:cubicBezTo>
                        <a:pt x="28851" y="2264"/>
                        <a:pt x="28789" y="2202"/>
                        <a:pt x="28732" y="2145"/>
                      </a:cubicBezTo>
                      <a:cubicBezTo>
                        <a:pt x="28376" y="1907"/>
                        <a:pt x="28077" y="1608"/>
                        <a:pt x="27720" y="1433"/>
                      </a:cubicBezTo>
                      <a:cubicBezTo>
                        <a:pt x="25764" y="302"/>
                        <a:pt x="23446" y="8"/>
                        <a:pt x="21252" y="8"/>
                      </a:cubicBezTo>
                      <a:cubicBezTo>
                        <a:pt x="21096" y="3"/>
                        <a:pt x="20941" y="1"/>
                        <a:pt x="207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55" name="Google Shape;755;p44"/>
                <p:cNvSpPr/>
                <p:nvPr/>
              </p:nvSpPr>
              <p:spPr>
                <a:xfrm>
                  <a:off x="8029310" y="428327"/>
                  <a:ext cx="213221" cy="68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7" h="5170" extrusionOk="0">
                      <a:moveTo>
                        <a:pt x="6839" y="1"/>
                      </a:moveTo>
                      <a:cubicBezTo>
                        <a:pt x="4939" y="1"/>
                        <a:pt x="3182" y="347"/>
                        <a:pt x="1425" y="896"/>
                      </a:cubicBezTo>
                      <a:lnTo>
                        <a:pt x="0" y="1433"/>
                      </a:lnTo>
                      <a:cubicBezTo>
                        <a:pt x="181" y="1789"/>
                        <a:pt x="418" y="2083"/>
                        <a:pt x="713" y="2382"/>
                      </a:cubicBezTo>
                      <a:cubicBezTo>
                        <a:pt x="2731" y="4401"/>
                        <a:pt x="5818" y="4994"/>
                        <a:pt x="8729" y="5113"/>
                      </a:cubicBezTo>
                      <a:cubicBezTo>
                        <a:pt x="9327" y="5136"/>
                        <a:pt x="9858" y="5169"/>
                        <a:pt x="10372" y="5169"/>
                      </a:cubicBezTo>
                      <a:cubicBezTo>
                        <a:pt x="11132" y="5169"/>
                        <a:pt x="11854" y="5097"/>
                        <a:pt x="12704" y="4814"/>
                      </a:cubicBezTo>
                      <a:cubicBezTo>
                        <a:pt x="13891" y="4401"/>
                        <a:pt x="15259" y="3745"/>
                        <a:pt x="16147" y="2795"/>
                      </a:cubicBezTo>
                      <a:cubicBezTo>
                        <a:pt x="15734" y="2677"/>
                        <a:pt x="15316" y="2501"/>
                        <a:pt x="14960" y="2264"/>
                      </a:cubicBezTo>
                      <a:cubicBezTo>
                        <a:pt x="14903" y="2264"/>
                        <a:pt x="14841" y="2202"/>
                        <a:pt x="14784" y="2145"/>
                      </a:cubicBezTo>
                      <a:cubicBezTo>
                        <a:pt x="14428" y="1907"/>
                        <a:pt x="14129" y="1608"/>
                        <a:pt x="13772" y="1433"/>
                      </a:cubicBezTo>
                      <a:cubicBezTo>
                        <a:pt x="11816" y="302"/>
                        <a:pt x="9498" y="8"/>
                        <a:pt x="7304" y="8"/>
                      </a:cubicBezTo>
                      <a:cubicBezTo>
                        <a:pt x="7148" y="3"/>
                        <a:pt x="6993" y="1"/>
                        <a:pt x="68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56" name="Google Shape;756;p44"/>
                <p:cNvSpPr/>
                <p:nvPr/>
              </p:nvSpPr>
              <p:spPr>
                <a:xfrm>
                  <a:off x="8048128" y="428327"/>
                  <a:ext cx="176406" cy="56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9" h="4285" extrusionOk="0">
                      <a:moveTo>
                        <a:pt x="5414" y="1"/>
                      </a:moveTo>
                      <a:cubicBezTo>
                        <a:pt x="3514" y="1"/>
                        <a:pt x="1757" y="347"/>
                        <a:pt x="0" y="896"/>
                      </a:cubicBezTo>
                      <a:cubicBezTo>
                        <a:pt x="0" y="1015"/>
                        <a:pt x="62" y="1133"/>
                        <a:pt x="62" y="1195"/>
                      </a:cubicBezTo>
                      <a:cubicBezTo>
                        <a:pt x="237" y="1551"/>
                        <a:pt x="475" y="1907"/>
                        <a:pt x="831" y="2202"/>
                      </a:cubicBezTo>
                      <a:cubicBezTo>
                        <a:pt x="2436" y="3688"/>
                        <a:pt x="4868" y="4163"/>
                        <a:pt x="7185" y="4220"/>
                      </a:cubicBezTo>
                      <a:cubicBezTo>
                        <a:pt x="7672" y="4247"/>
                        <a:pt x="8115" y="4284"/>
                        <a:pt x="8553" y="4284"/>
                      </a:cubicBezTo>
                      <a:cubicBezTo>
                        <a:pt x="9127" y="4284"/>
                        <a:pt x="9690" y="4220"/>
                        <a:pt x="10329" y="3983"/>
                      </a:cubicBezTo>
                      <a:cubicBezTo>
                        <a:pt x="11398" y="3688"/>
                        <a:pt x="12647" y="3095"/>
                        <a:pt x="13297" y="2264"/>
                      </a:cubicBezTo>
                      <a:cubicBezTo>
                        <a:pt x="13297" y="2202"/>
                        <a:pt x="13359" y="2202"/>
                        <a:pt x="13359" y="2145"/>
                      </a:cubicBezTo>
                      <a:cubicBezTo>
                        <a:pt x="13003" y="1907"/>
                        <a:pt x="12704" y="1608"/>
                        <a:pt x="12347" y="1433"/>
                      </a:cubicBezTo>
                      <a:cubicBezTo>
                        <a:pt x="10391" y="302"/>
                        <a:pt x="8073" y="8"/>
                        <a:pt x="5879" y="8"/>
                      </a:cubicBezTo>
                      <a:cubicBezTo>
                        <a:pt x="5723" y="3"/>
                        <a:pt x="5568" y="1"/>
                        <a:pt x="5414" y="1"/>
                      </a:cubicBezTo>
                      <a:close/>
                    </a:path>
                  </a:pathLst>
                </a:custGeom>
                <a:solidFill>
                  <a:srgbClr val="B16C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57" name="Google Shape;757;p44"/>
                <p:cNvSpPr/>
                <p:nvPr/>
              </p:nvSpPr>
              <p:spPr>
                <a:xfrm>
                  <a:off x="7812191" y="1251559"/>
                  <a:ext cx="90943" cy="9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7" h="7362" extrusionOk="0">
                      <a:moveTo>
                        <a:pt x="2850" y="1"/>
                      </a:moveTo>
                      <a:cubicBezTo>
                        <a:pt x="2137" y="1"/>
                        <a:pt x="1781" y="58"/>
                        <a:pt x="1425" y="770"/>
                      </a:cubicBezTo>
                      <a:cubicBezTo>
                        <a:pt x="950" y="1781"/>
                        <a:pt x="713" y="2907"/>
                        <a:pt x="532" y="4037"/>
                      </a:cubicBezTo>
                      <a:cubicBezTo>
                        <a:pt x="413" y="4688"/>
                        <a:pt x="0" y="5818"/>
                        <a:pt x="651" y="6350"/>
                      </a:cubicBezTo>
                      <a:cubicBezTo>
                        <a:pt x="725" y="6424"/>
                        <a:pt x="869" y="6476"/>
                        <a:pt x="995" y="6476"/>
                      </a:cubicBezTo>
                      <a:cubicBezTo>
                        <a:pt x="1072" y="6476"/>
                        <a:pt x="1143" y="6457"/>
                        <a:pt x="1188" y="6412"/>
                      </a:cubicBezTo>
                      <a:cubicBezTo>
                        <a:pt x="1363" y="6649"/>
                        <a:pt x="1601" y="6887"/>
                        <a:pt x="1900" y="7005"/>
                      </a:cubicBezTo>
                      <a:cubicBezTo>
                        <a:pt x="2003" y="7047"/>
                        <a:pt x="2115" y="7067"/>
                        <a:pt x="2226" y="7067"/>
                      </a:cubicBezTo>
                      <a:cubicBezTo>
                        <a:pt x="2430" y="7067"/>
                        <a:pt x="2634" y="7001"/>
                        <a:pt x="2788" y="6887"/>
                      </a:cubicBezTo>
                      <a:cubicBezTo>
                        <a:pt x="2968" y="7124"/>
                        <a:pt x="3206" y="7300"/>
                        <a:pt x="3443" y="7362"/>
                      </a:cubicBezTo>
                      <a:cubicBezTo>
                        <a:pt x="3619" y="7362"/>
                        <a:pt x="3856" y="7362"/>
                        <a:pt x="3975" y="7243"/>
                      </a:cubicBezTo>
                      <a:cubicBezTo>
                        <a:pt x="4037" y="7181"/>
                        <a:pt x="4094" y="7124"/>
                        <a:pt x="4094" y="7005"/>
                      </a:cubicBezTo>
                      <a:cubicBezTo>
                        <a:pt x="4331" y="7243"/>
                        <a:pt x="4631" y="7300"/>
                        <a:pt x="4925" y="7300"/>
                      </a:cubicBezTo>
                      <a:cubicBezTo>
                        <a:pt x="5224" y="7243"/>
                        <a:pt x="5519" y="7062"/>
                        <a:pt x="5699" y="6825"/>
                      </a:cubicBezTo>
                      <a:cubicBezTo>
                        <a:pt x="5818" y="6649"/>
                        <a:pt x="5818" y="6350"/>
                        <a:pt x="5699" y="6231"/>
                      </a:cubicBezTo>
                      <a:cubicBezTo>
                        <a:pt x="5580" y="6056"/>
                        <a:pt x="5400" y="5994"/>
                        <a:pt x="5343" y="5756"/>
                      </a:cubicBezTo>
                      <a:cubicBezTo>
                        <a:pt x="5343" y="5519"/>
                        <a:pt x="5462" y="5281"/>
                        <a:pt x="5580" y="5106"/>
                      </a:cubicBezTo>
                      <a:cubicBezTo>
                        <a:pt x="5709" y="4932"/>
                        <a:pt x="5904" y="4822"/>
                        <a:pt x="6114" y="4822"/>
                      </a:cubicBezTo>
                      <a:cubicBezTo>
                        <a:pt x="6192" y="4822"/>
                        <a:pt x="6271" y="4836"/>
                        <a:pt x="6350" y="4868"/>
                      </a:cubicBezTo>
                      <a:cubicBezTo>
                        <a:pt x="6530" y="4868"/>
                        <a:pt x="6649" y="4987"/>
                        <a:pt x="6768" y="5044"/>
                      </a:cubicBezTo>
                      <a:cubicBezTo>
                        <a:pt x="6886" y="5044"/>
                        <a:pt x="6886" y="4868"/>
                        <a:pt x="6886" y="4750"/>
                      </a:cubicBezTo>
                      <a:cubicBezTo>
                        <a:pt x="6886" y="3619"/>
                        <a:pt x="6587" y="2612"/>
                        <a:pt x="6112" y="1601"/>
                      </a:cubicBezTo>
                      <a:cubicBezTo>
                        <a:pt x="5637" y="651"/>
                        <a:pt x="4925" y="119"/>
                        <a:pt x="3856" y="1"/>
                      </a:cubicBezTo>
                      <a:close/>
                    </a:path>
                  </a:pathLst>
                </a:custGeom>
                <a:solidFill>
                  <a:srgbClr val="BB6A4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58" name="Google Shape;758;p44"/>
                <p:cNvSpPr/>
                <p:nvPr/>
              </p:nvSpPr>
              <p:spPr>
                <a:xfrm>
                  <a:off x="7816892" y="1240268"/>
                  <a:ext cx="89371" cy="33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8" h="2509" extrusionOk="0">
                      <a:moveTo>
                        <a:pt x="1906" y="0"/>
                      </a:moveTo>
                      <a:cubicBezTo>
                        <a:pt x="1667" y="0"/>
                        <a:pt x="1427" y="8"/>
                        <a:pt x="1188" y="24"/>
                      </a:cubicBezTo>
                      <a:cubicBezTo>
                        <a:pt x="950" y="81"/>
                        <a:pt x="414" y="81"/>
                        <a:pt x="176" y="262"/>
                      </a:cubicBezTo>
                      <a:cubicBezTo>
                        <a:pt x="0" y="438"/>
                        <a:pt x="0" y="913"/>
                        <a:pt x="0" y="1150"/>
                      </a:cubicBezTo>
                      <a:cubicBezTo>
                        <a:pt x="0" y="1330"/>
                        <a:pt x="57" y="1568"/>
                        <a:pt x="119" y="1687"/>
                      </a:cubicBezTo>
                      <a:cubicBezTo>
                        <a:pt x="119" y="1744"/>
                        <a:pt x="176" y="1744"/>
                        <a:pt x="176" y="1805"/>
                      </a:cubicBezTo>
                      <a:cubicBezTo>
                        <a:pt x="295" y="1924"/>
                        <a:pt x="414" y="1981"/>
                        <a:pt x="594" y="1981"/>
                      </a:cubicBezTo>
                      <a:cubicBezTo>
                        <a:pt x="876" y="2088"/>
                        <a:pt x="1220" y="2110"/>
                        <a:pt x="1565" y="2110"/>
                      </a:cubicBezTo>
                      <a:cubicBezTo>
                        <a:pt x="1801" y="2110"/>
                        <a:pt x="2038" y="2100"/>
                        <a:pt x="2256" y="2100"/>
                      </a:cubicBezTo>
                      <a:cubicBezTo>
                        <a:pt x="2612" y="2162"/>
                        <a:pt x="2969" y="2162"/>
                        <a:pt x="3325" y="2162"/>
                      </a:cubicBezTo>
                      <a:cubicBezTo>
                        <a:pt x="3918" y="2219"/>
                        <a:pt x="4512" y="2280"/>
                        <a:pt x="5163" y="2337"/>
                      </a:cubicBezTo>
                      <a:cubicBezTo>
                        <a:pt x="5462" y="2399"/>
                        <a:pt x="5756" y="2399"/>
                        <a:pt x="6055" y="2456"/>
                      </a:cubicBezTo>
                      <a:cubicBezTo>
                        <a:pt x="6173" y="2456"/>
                        <a:pt x="6317" y="2509"/>
                        <a:pt x="6454" y="2509"/>
                      </a:cubicBezTo>
                      <a:cubicBezTo>
                        <a:pt x="6522" y="2509"/>
                        <a:pt x="6589" y="2496"/>
                        <a:pt x="6649" y="2456"/>
                      </a:cubicBezTo>
                      <a:cubicBezTo>
                        <a:pt x="6768" y="2399"/>
                        <a:pt x="6706" y="2280"/>
                        <a:pt x="6706" y="2162"/>
                      </a:cubicBezTo>
                      <a:cubicBezTo>
                        <a:pt x="6649" y="1744"/>
                        <a:pt x="6649" y="1387"/>
                        <a:pt x="6587" y="1031"/>
                      </a:cubicBezTo>
                      <a:lnTo>
                        <a:pt x="6587" y="974"/>
                      </a:lnTo>
                      <a:lnTo>
                        <a:pt x="6530" y="913"/>
                      </a:lnTo>
                      <a:cubicBezTo>
                        <a:pt x="6481" y="913"/>
                        <a:pt x="6471" y="990"/>
                        <a:pt x="6439" y="990"/>
                      </a:cubicBezTo>
                      <a:cubicBezTo>
                        <a:pt x="6432" y="990"/>
                        <a:pt x="6423" y="985"/>
                        <a:pt x="6412" y="974"/>
                      </a:cubicBezTo>
                      <a:cubicBezTo>
                        <a:pt x="5699" y="438"/>
                        <a:pt x="4749" y="262"/>
                        <a:pt x="3800" y="143"/>
                      </a:cubicBezTo>
                      <a:cubicBezTo>
                        <a:pt x="3193" y="56"/>
                        <a:pt x="2553" y="0"/>
                        <a:pt x="19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59" name="Google Shape;759;p44"/>
                <p:cNvSpPr/>
                <p:nvPr/>
              </p:nvSpPr>
              <p:spPr>
                <a:xfrm>
                  <a:off x="7791801" y="520425"/>
                  <a:ext cx="163069" cy="465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49" h="35224" extrusionOk="0">
                      <a:moveTo>
                        <a:pt x="7144" y="0"/>
                      </a:moveTo>
                      <a:cubicBezTo>
                        <a:pt x="6309" y="0"/>
                        <a:pt x="5460" y="728"/>
                        <a:pt x="4987" y="1345"/>
                      </a:cubicBezTo>
                      <a:cubicBezTo>
                        <a:pt x="4156" y="2413"/>
                        <a:pt x="3976" y="4075"/>
                        <a:pt x="3681" y="5381"/>
                      </a:cubicBezTo>
                      <a:cubicBezTo>
                        <a:pt x="3145" y="7993"/>
                        <a:pt x="2789" y="10605"/>
                        <a:pt x="2613" y="13217"/>
                      </a:cubicBezTo>
                      <a:cubicBezTo>
                        <a:pt x="2432" y="15767"/>
                        <a:pt x="1957" y="18322"/>
                        <a:pt x="1544" y="20872"/>
                      </a:cubicBezTo>
                      <a:cubicBezTo>
                        <a:pt x="1245" y="22834"/>
                        <a:pt x="889" y="24790"/>
                        <a:pt x="594" y="26752"/>
                      </a:cubicBezTo>
                      <a:cubicBezTo>
                        <a:pt x="238" y="28889"/>
                        <a:pt x="1" y="31083"/>
                        <a:pt x="58" y="33282"/>
                      </a:cubicBezTo>
                      <a:cubicBezTo>
                        <a:pt x="58" y="34481"/>
                        <a:pt x="425" y="35224"/>
                        <a:pt x="1525" y="35224"/>
                      </a:cubicBezTo>
                      <a:cubicBezTo>
                        <a:pt x="1676" y="35224"/>
                        <a:pt x="1840" y="35210"/>
                        <a:pt x="2019" y="35181"/>
                      </a:cubicBezTo>
                      <a:cubicBezTo>
                        <a:pt x="2730" y="35111"/>
                        <a:pt x="3450" y="35096"/>
                        <a:pt x="4173" y="35096"/>
                      </a:cubicBezTo>
                      <a:cubicBezTo>
                        <a:pt x="4770" y="35096"/>
                        <a:pt x="5369" y="35106"/>
                        <a:pt x="5966" y="35106"/>
                      </a:cubicBezTo>
                      <a:cubicBezTo>
                        <a:pt x="6513" y="35106"/>
                        <a:pt x="7059" y="35097"/>
                        <a:pt x="7599" y="35063"/>
                      </a:cubicBezTo>
                      <a:cubicBezTo>
                        <a:pt x="7837" y="35001"/>
                        <a:pt x="8131" y="35001"/>
                        <a:pt x="8250" y="34825"/>
                      </a:cubicBezTo>
                      <a:cubicBezTo>
                        <a:pt x="8430" y="34706"/>
                        <a:pt x="8430" y="34469"/>
                        <a:pt x="8430" y="34288"/>
                      </a:cubicBezTo>
                      <a:cubicBezTo>
                        <a:pt x="9261" y="25621"/>
                        <a:pt x="10387" y="16955"/>
                        <a:pt x="11755" y="8349"/>
                      </a:cubicBezTo>
                      <a:cubicBezTo>
                        <a:pt x="12049" y="6744"/>
                        <a:pt x="12348" y="4963"/>
                        <a:pt x="11755" y="3363"/>
                      </a:cubicBezTo>
                      <a:cubicBezTo>
                        <a:pt x="11280" y="2057"/>
                        <a:pt x="9081" y="808"/>
                        <a:pt x="7775" y="157"/>
                      </a:cubicBezTo>
                      <a:cubicBezTo>
                        <a:pt x="7570" y="48"/>
                        <a:pt x="7357" y="0"/>
                        <a:pt x="71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0" name="Google Shape;760;p44"/>
                <p:cNvSpPr/>
                <p:nvPr/>
              </p:nvSpPr>
              <p:spPr>
                <a:xfrm>
                  <a:off x="7790995" y="903675"/>
                  <a:ext cx="118409" cy="357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7" h="27086" extrusionOk="0">
                      <a:moveTo>
                        <a:pt x="4011" y="0"/>
                      </a:moveTo>
                      <a:cubicBezTo>
                        <a:pt x="2922" y="0"/>
                        <a:pt x="1736" y="279"/>
                        <a:pt x="950" y="818"/>
                      </a:cubicBezTo>
                      <a:cubicBezTo>
                        <a:pt x="181" y="1350"/>
                        <a:pt x="0" y="2299"/>
                        <a:pt x="0" y="3130"/>
                      </a:cubicBezTo>
                      <a:lnTo>
                        <a:pt x="356" y="15777"/>
                      </a:lnTo>
                      <a:cubicBezTo>
                        <a:pt x="356" y="17852"/>
                        <a:pt x="418" y="19932"/>
                        <a:pt x="475" y="22069"/>
                      </a:cubicBezTo>
                      <a:cubicBezTo>
                        <a:pt x="475" y="22601"/>
                        <a:pt x="238" y="26401"/>
                        <a:pt x="950" y="26401"/>
                      </a:cubicBezTo>
                      <a:cubicBezTo>
                        <a:pt x="2018" y="26519"/>
                        <a:pt x="3087" y="26581"/>
                        <a:pt x="4155" y="26700"/>
                      </a:cubicBezTo>
                      <a:lnTo>
                        <a:pt x="6293" y="26875"/>
                      </a:lnTo>
                      <a:cubicBezTo>
                        <a:pt x="6635" y="26920"/>
                        <a:pt x="7318" y="27085"/>
                        <a:pt x="7850" y="27085"/>
                      </a:cubicBezTo>
                      <a:cubicBezTo>
                        <a:pt x="8056" y="27085"/>
                        <a:pt x="8240" y="27060"/>
                        <a:pt x="8373" y="26994"/>
                      </a:cubicBezTo>
                      <a:cubicBezTo>
                        <a:pt x="8548" y="26937"/>
                        <a:pt x="8729" y="26700"/>
                        <a:pt x="8786" y="26401"/>
                      </a:cubicBezTo>
                      <a:cubicBezTo>
                        <a:pt x="8966" y="25512"/>
                        <a:pt x="8786" y="24026"/>
                        <a:pt x="8848" y="23432"/>
                      </a:cubicBezTo>
                      <a:cubicBezTo>
                        <a:pt x="8904" y="20645"/>
                        <a:pt x="8904" y="17795"/>
                        <a:pt x="8904" y="14946"/>
                      </a:cubicBezTo>
                      <a:cubicBezTo>
                        <a:pt x="8904" y="12985"/>
                        <a:pt x="8848" y="10966"/>
                        <a:pt x="8786" y="9010"/>
                      </a:cubicBezTo>
                      <a:cubicBezTo>
                        <a:pt x="8786" y="7286"/>
                        <a:pt x="8966" y="5386"/>
                        <a:pt x="8548" y="3667"/>
                      </a:cubicBezTo>
                      <a:cubicBezTo>
                        <a:pt x="8135" y="2124"/>
                        <a:pt x="7124" y="637"/>
                        <a:pt x="5343" y="162"/>
                      </a:cubicBezTo>
                      <a:cubicBezTo>
                        <a:pt x="4945" y="54"/>
                        <a:pt x="4487" y="0"/>
                        <a:pt x="401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1" name="Google Shape;761;p44"/>
                <p:cNvSpPr/>
                <p:nvPr/>
              </p:nvSpPr>
              <p:spPr>
                <a:xfrm>
                  <a:off x="8067752" y="311229"/>
                  <a:ext cx="145810" cy="16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" h="12568" extrusionOk="0">
                      <a:moveTo>
                        <a:pt x="5463" y="0"/>
                      </a:moveTo>
                      <a:cubicBezTo>
                        <a:pt x="4140" y="0"/>
                        <a:pt x="3016" y="886"/>
                        <a:pt x="2551" y="2283"/>
                      </a:cubicBezTo>
                      <a:cubicBezTo>
                        <a:pt x="2256" y="3295"/>
                        <a:pt x="2076" y="4482"/>
                        <a:pt x="1663" y="5432"/>
                      </a:cubicBezTo>
                      <a:cubicBezTo>
                        <a:pt x="1126" y="6557"/>
                        <a:pt x="414" y="7925"/>
                        <a:pt x="176" y="9169"/>
                      </a:cubicBezTo>
                      <a:cubicBezTo>
                        <a:pt x="0" y="10181"/>
                        <a:pt x="1245" y="10950"/>
                        <a:pt x="2019" y="11425"/>
                      </a:cubicBezTo>
                      <a:cubicBezTo>
                        <a:pt x="3213" y="12159"/>
                        <a:pt x="4634" y="12567"/>
                        <a:pt x="6053" y="12567"/>
                      </a:cubicBezTo>
                      <a:cubicBezTo>
                        <a:pt x="6818" y="12567"/>
                        <a:pt x="7583" y="12449"/>
                        <a:pt x="8311" y="12199"/>
                      </a:cubicBezTo>
                      <a:cubicBezTo>
                        <a:pt x="9498" y="11781"/>
                        <a:pt x="10268" y="11249"/>
                        <a:pt x="10387" y="10000"/>
                      </a:cubicBezTo>
                      <a:cubicBezTo>
                        <a:pt x="10567" y="8519"/>
                        <a:pt x="10923" y="7032"/>
                        <a:pt x="10980" y="5489"/>
                      </a:cubicBezTo>
                      <a:lnTo>
                        <a:pt x="10980" y="5432"/>
                      </a:lnTo>
                      <a:cubicBezTo>
                        <a:pt x="11042" y="5370"/>
                        <a:pt x="11042" y="5313"/>
                        <a:pt x="11042" y="5194"/>
                      </a:cubicBezTo>
                      <a:cubicBezTo>
                        <a:pt x="11042" y="4245"/>
                        <a:pt x="10149" y="3176"/>
                        <a:pt x="9498" y="2464"/>
                      </a:cubicBezTo>
                      <a:cubicBezTo>
                        <a:pt x="8724" y="1571"/>
                        <a:pt x="7718" y="683"/>
                        <a:pt x="6587" y="208"/>
                      </a:cubicBezTo>
                      <a:cubicBezTo>
                        <a:pt x="6204" y="67"/>
                        <a:pt x="5826" y="0"/>
                        <a:pt x="5463" y="0"/>
                      </a:cubicBezTo>
                      <a:close/>
                    </a:path>
                  </a:pathLst>
                </a:custGeom>
                <a:solidFill>
                  <a:srgbClr val="B16C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2" name="Google Shape;762;p44"/>
                <p:cNvSpPr/>
                <p:nvPr/>
              </p:nvSpPr>
              <p:spPr>
                <a:xfrm>
                  <a:off x="8054388" y="179500"/>
                  <a:ext cx="231299" cy="255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6" h="19355" extrusionOk="0">
                      <a:moveTo>
                        <a:pt x="8608" y="1"/>
                      </a:moveTo>
                      <a:cubicBezTo>
                        <a:pt x="6963" y="1"/>
                        <a:pt x="5310" y="382"/>
                        <a:pt x="3800" y="1098"/>
                      </a:cubicBezTo>
                      <a:cubicBezTo>
                        <a:pt x="2675" y="1635"/>
                        <a:pt x="1663" y="2404"/>
                        <a:pt x="951" y="3416"/>
                      </a:cubicBezTo>
                      <a:cubicBezTo>
                        <a:pt x="656" y="3890"/>
                        <a:pt x="238" y="4484"/>
                        <a:pt x="120" y="5016"/>
                      </a:cubicBezTo>
                      <a:cubicBezTo>
                        <a:pt x="63" y="5610"/>
                        <a:pt x="120" y="6322"/>
                        <a:pt x="63" y="6916"/>
                      </a:cubicBezTo>
                      <a:cubicBezTo>
                        <a:pt x="1" y="7690"/>
                        <a:pt x="63" y="8459"/>
                        <a:pt x="238" y="9171"/>
                      </a:cubicBezTo>
                      <a:cubicBezTo>
                        <a:pt x="357" y="9827"/>
                        <a:pt x="713" y="10420"/>
                        <a:pt x="894" y="11071"/>
                      </a:cubicBezTo>
                      <a:cubicBezTo>
                        <a:pt x="1069" y="11726"/>
                        <a:pt x="1369" y="12377"/>
                        <a:pt x="1844" y="12852"/>
                      </a:cubicBezTo>
                      <a:cubicBezTo>
                        <a:pt x="2675" y="13920"/>
                        <a:pt x="4218" y="13626"/>
                        <a:pt x="4869" y="14694"/>
                      </a:cubicBezTo>
                      <a:cubicBezTo>
                        <a:pt x="5287" y="15582"/>
                        <a:pt x="6293" y="16057"/>
                        <a:pt x="6949" y="16713"/>
                      </a:cubicBezTo>
                      <a:cubicBezTo>
                        <a:pt x="7780" y="17482"/>
                        <a:pt x="8668" y="18137"/>
                        <a:pt x="9679" y="18551"/>
                      </a:cubicBezTo>
                      <a:cubicBezTo>
                        <a:pt x="10525" y="18931"/>
                        <a:pt x="11830" y="19354"/>
                        <a:pt x="12974" y="19354"/>
                      </a:cubicBezTo>
                      <a:cubicBezTo>
                        <a:pt x="14157" y="19354"/>
                        <a:pt x="15167" y="18902"/>
                        <a:pt x="15316" y="17482"/>
                      </a:cubicBezTo>
                      <a:cubicBezTo>
                        <a:pt x="15554" y="16295"/>
                        <a:pt x="15022" y="14514"/>
                        <a:pt x="16209" y="13745"/>
                      </a:cubicBezTo>
                      <a:cubicBezTo>
                        <a:pt x="16741" y="13507"/>
                        <a:pt x="17515" y="13327"/>
                        <a:pt x="17515" y="12614"/>
                      </a:cubicBezTo>
                      <a:cubicBezTo>
                        <a:pt x="17515" y="12201"/>
                        <a:pt x="17216" y="11783"/>
                        <a:pt x="16979" y="11489"/>
                      </a:cubicBezTo>
                      <a:cubicBezTo>
                        <a:pt x="16266" y="10539"/>
                        <a:pt x="15497" y="9527"/>
                        <a:pt x="15198" y="8402"/>
                      </a:cubicBezTo>
                      <a:cubicBezTo>
                        <a:pt x="15141" y="7808"/>
                        <a:pt x="15554" y="7272"/>
                        <a:pt x="15554" y="6678"/>
                      </a:cubicBezTo>
                      <a:cubicBezTo>
                        <a:pt x="15435" y="6084"/>
                        <a:pt x="15378" y="5372"/>
                        <a:pt x="15198" y="4840"/>
                      </a:cubicBezTo>
                      <a:cubicBezTo>
                        <a:pt x="14428" y="3059"/>
                        <a:pt x="13417" y="979"/>
                        <a:pt x="11399" y="386"/>
                      </a:cubicBezTo>
                      <a:cubicBezTo>
                        <a:pt x="10490" y="126"/>
                        <a:pt x="9551" y="1"/>
                        <a:pt x="8608" y="1"/>
                      </a:cubicBezTo>
                      <a:close/>
                    </a:path>
                  </a:pathLst>
                </a:custGeom>
                <a:solidFill>
                  <a:srgbClr val="CD80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3" name="Google Shape;763;p44"/>
                <p:cNvSpPr/>
                <p:nvPr/>
              </p:nvSpPr>
              <p:spPr>
                <a:xfrm>
                  <a:off x="8204909" y="268587"/>
                  <a:ext cx="48621" cy="25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" h="1964" extrusionOk="0">
                      <a:moveTo>
                        <a:pt x="3168" y="0"/>
                      </a:moveTo>
                      <a:cubicBezTo>
                        <a:pt x="3008" y="0"/>
                        <a:pt x="2856" y="70"/>
                        <a:pt x="2731" y="113"/>
                      </a:cubicBezTo>
                      <a:cubicBezTo>
                        <a:pt x="2581" y="113"/>
                        <a:pt x="2415" y="97"/>
                        <a:pt x="2249" y="97"/>
                      </a:cubicBezTo>
                      <a:cubicBezTo>
                        <a:pt x="2088" y="97"/>
                        <a:pt x="1928" y="111"/>
                        <a:pt x="1781" y="170"/>
                      </a:cubicBezTo>
                      <a:cubicBezTo>
                        <a:pt x="1544" y="288"/>
                        <a:pt x="1425" y="469"/>
                        <a:pt x="1188" y="644"/>
                      </a:cubicBezTo>
                      <a:cubicBezTo>
                        <a:pt x="1012" y="763"/>
                        <a:pt x="775" y="882"/>
                        <a:pt x="537" y="1001"/>
                      </a:cubicBezTo>
                      <a:cubicBezTo>
                        <a:pt x="357" y="1119"/>
                        <a:pt x="119" y="1300"/>
                        <a:pt x="62" y="1476"/>
                      </a:cubicBezTo>
                      <a:cubicBezTo>
                        <a:pt x="62" y="1594"/>
                        <a:pt x="1" y="1950"/>
                        <a:pt x="62" y="1950"/>
                      </a:cubicBezTo>
                      <a:cubicBezTo>
                        <a:pt x="71" y="1959"/>
                        <a:pt x="83" y="1963"/>
                        <a:pt x="98" y="1963"/>
                      </a:cubicBezTo>
                      <a:cubicBezTo>
                        <a:pt x="185" y="1963"/>
                        <a:pt x="366" y="1832"/>
                        <a:pt x="418" y="1832"/>
                      </a:cubicBezTo>
                      <a:cubicBezTo>
                        <a:pt x="475" y="1775"/>
                        <a:pt x="594" y="1713"/>
                        <a:pt x="656" y="1713"/>
                      </a:cubicBezTo>
                      <a:cubicBezTo>
                        <a:pt x="893" y="1594"/>
                        <a:pt x="1131" y="1476"/>
                        <a:pt x="1425" y="1419"/>
                      </a:cubicBezTo>
                      <a:cubicBezTo>
                        <a:pt x="1724" y="1357"/>
                        <a:pt x="2019" y="1357"/>
                        <a:pt x="2318" y="1357"/>
                      </a:cubicBezTo>
                      <a:cubicBezTo>
                        <a:pt x="2494" y="1300"/>
                        <a:pt x="2731" y="1300"/>
                        <a:pt x="2912" y="1238"/>
                      </a:cubicBezTo>
                      <a:cubicBezTo>
                        <a:pt x="3087" y="1181"/>
                        <a:pt x="3387" y="1181"/>
                        <a:pt x="3505" y="1001"/>
                      </a:cubicBezTo>
                      <a:cubicBezTo>
                        <a:pt x="3505" y="944"/>
                        <a:pt x="3562" y="882"/>
                        <a:pt x="3562" y="825"/>
                      </a:cubicBezTo>
                      <a:cubicBezTo>
                        <a:pt x="3562" y="706"/>
                        <a:pt x="3624" y="644"/>
                        <a:pt x="3681" y="526"/>
                      </a:cubicBezTo>
                      <a:lnTo>
                        <a:pt x="3681" y="469"/>
                      </a:lnTo>
                      <a:cubicBezTo>
                        <a:pt x="3681" y="288"/>
                        <a:pt x="3562" y="51"/>
                        <a:pt x="3387" y="51"/>
                      </a:cubicBezTo>
                      <a:cubicBezTo>
                        <a:pt x="3313" y="14"/>
                        <a:pt x="3240" y="0"/>
                        <a:pt x="316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4" name="Google Shape;764;p44"/>
                <p:cNvSpPr/>
                <p:nvPr/>
              </p:nvSpPr>
              <p:spPr>
                <a:xfrm>
                  <a:off x="8229882" y="297205"/>
                  <a:ext cx="13482" cy="19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" h="1458" extrusionOk="0">
                      <a:moveTo>
                        <a:pt x="512" y="1"/>
                      </a:moveTo>
                      <a:cubicBezTo>
                        <a:pt x="262" y="1"/>
                        <a:pt x="1" y="207"/>
                        <a:pt x="71" y="558"/>
                      </a:cubicBezTo>
                      <a:cubicBezTo>
                        <a:pt x="71" y="903"/>
                        <a:pt x="154" y="1458"/>
                        <a:pt x="492" y="1458"/>
                      </a:cubicBezTo>
                      <a:cubicBezTo>
                        <a:pt x="559" y="1458"/>
                        <a:pt x="634" y="1437"/>
                        <a:pt x="722" y="1389"/>
                      </a:cubicBezTo>
                      <a:cubicBezTo>
                        <a:pt x="1021" y="1151"/>
                        <a:pt x="1021" y="676"/>
                        <a:pt x="902" y="320"/>
                      </a:cubicBezTo>
                      <a:cubicBezTo>
                        <a:pt x="853" y="100"/>
                        <a:pt x="685" y="1"/>
                        <a:pt x="51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5" name="Google Shape;765;p44"/>
                <p:cNvSpPr/>
                <p:nvPr/>
              </p:nvSpPr>
              <p:spPr>
                <a:xfrm>
                  <a:off x="8124947" y="1221766"/>
                  <a:ext cx="330812" cy="288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52" h="21847" extrusionOk="0">
                      <a:moveTo>
                        <a:pt x="6355" y="1"/>
                      </a:moveTo>
                      <a:lnTo>
                        <a:pt x="1" y="12168"/>
                      </a:lnTo>
                      <a:lnTo>
                        <a:pt x="18702" y="21846"/>
                      </a:lnTo>
                      <a:lnTo>
                        <a:pt x="25052" y="9674"/>
                      </a:lnTo>
                      <a:lnTo>
                        <a:pt x="635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6" name="Google Shape;766;p44"/>
                <p:cNvSpPr/>
                <p:nvPr/>
              </p:nvSpPr>
              <p:spPr>
                <a:xfrm>
                  <a:off x="8265300" y="525324"/>
                  <a:ext cx="208533" cy="461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92" h="34929" extrusionOk="0">
                      <a:moveTo>
                        <a:pt x="6877" y="0"/>
                      </a:moveTo>
                      <a:cubicBezTo>
                        <a:pt x="6506" y="0"/>
                        <a:pt x="6128" y="81"/>
                        <a:pt x="5818" y="199"/>
                      </a:cubicBezTo>
                      <a:cubicBezTo>
                        <a:pt x="4512" y="674"/>
                        <a:pt x="3088" y="1031"/>
                        <a:pt x="2019" y="1862"/>
                      </a:cubicBezTo>
                      <a:cubicBezTo>
                        <a:pt x="1245" y="2455"/>
                        <a:pt x="713" y="3348"/>
                        <a:pt x="414" y="4298"/>
                      </a:cubicBezTo>
                      <a:cubicBezTo>
                        <a:pt x="1" y="5780"/>
                        <a:pt x="295" y="7086"/>
                        <a:pt x="651" y="8510"/>
                      </a:cubicBezTo>
                      <a:cubicBezTo>
                        <a:pt x="2670" y="17001"/>
                        <a:pt x="4394" y="25607"/>
                        <a:pt x="5818" y="34217"/>
                      </a:cubicBezTo>
                      <a:cubicBezTo>
                        <a:pt x="5875" y="34454"/>
                        <a:pt x="5875" y="34630"/>
                        <a:pt x="6056" y="34749"/>
                      </a:cubicBezTo>
                      <a:cubicBezTo>
                        <a:pt x="6232" y="34929"/>
                        <a:pt x="6469" y="34929"/>
                        <a:pt x="6706" y="34929"/>
                      </a:cubicBezTo>
                      <a:cubicBezTo>
                        <a:pt x="8668" y="34929"/>
                        <a:pt x="10506" y="34810"/>
                        <a:pt x="12467" y="34692"/>
                      </a:cubicBezTo>
                      <a:cubicBezTo>
                        <a:pt x="14067" y="34454"/>
                        <a:pt x="15611" y="34217"/>
                        <a:pt x="15730" y="32436"/>
                      </a:cubicBezTo>
                      <a:cubicBezTo>
                        <a:pt x="15791" y="30118"/>
                        <a:pt x="15435" y="27924"/>
                        <a:pt x="14960" y="25668"/>
                      </a:cubicBezTo>
                      <a:cubicBezTo>
                        <a:pt x="14841" y="24956"/>
                        <a:pt x="14661" y="24244"/>
                        <a:pt x="14542" y="23531"/>
                      </a:cubicBezTo>
                      <a:cubicBezTo>
                        <a:pt x="13949" y="20501"/>
                        <a:pt x="13355" y="17415"/>
                        <a:pt x="12586" y="14390"/>
                      </a:cubicBezTo>
                      <a:cubicBezTo>
                        <a:pt x="11517" y="9759"/>
                        <a:pt x="10506" y="4892"/>
                        <a:pt x="8250" y="674"/>
                      </a:cubicBezTo>
                      <a:cubicBezTo>
                        <a:pt x="7966" y="178"/>
                        <a:pt x="7428" y="0"/>
                        <a:pt x="68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7" name="Google Shape;767;p44"/>
                <p:cNvSpPr/>
                <p:nvPr/>
              </p:nvSpPr>
              <p:spPr>
                <a:xfrm>
                  <a:off x="8282547" y="1212852"/>
                  <a:ext cx="86242" cy="153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1" h="11627" extrusionOk="0">
                      <a:moveTo>
                        <a:pt x="3625" y="1"/>
                      </a:moveTo>
                      <a:cubicBezTo>
                        <a:pt x="2724" y="1"/>
                        <a:pt x="2010" y="413"/>
                        <a:pt x="1483" y="1151"/>
                      </a:cubicBezTo>
                      <a:cubicBezTo>
                        <a:pt x="1069" y="1626"/>
                        <a:pt x="770" y="2157"/>
                        <a:pt x="476" y="2694"/>
                      </a:cubicBezTo>
                      <a:cubicBezTo>
                        <a:pt x="357" y="2932"/>
                        <a:pt x="177" y="3169"/>
                        <a:pt x="120" y="3406"/>
                      </a:cubicBezTo>
                      <a:cubicBezTo>
                        <a:pt x="1" y="3644"/>
                        <a:pt x="177" y="3820"/>
                        <a:pt x="357" y="3938"/>
                      </a:cubicBezTo>
                      <a:cubicBezTo>
                        <a:pt x="770" y="4295"/>
                        <a:pt x="1069" y="4712"/>
                        <a:pt x="1188" y="5244"/>
                      </a:cubicBezTo>
                      <a:cubicBezTo>
                        <a:pt x="1544" y="6432"/>
                        <a:pt x="1188" y="7975"/>
                        <a:pt x="770" y="9105"/>
                      </a:cubicBezTo>
                      <a:cubicBezTo>
                        <a:pt x="713" y="9281"/>
                        <a:pt x="594" y="9518"/>
                        <a:pt x="832" y="9637"/>
                      </a:cubicBezTo>
                      <a:cubicBezTo>
                        <a:pt x="881" y="9670"/>
                        <a:pt x="944" y="9685"/>
                        <a:pt x="1014" y="9685"/>
                      </a:cubicBezTo>
                      <a:cubicBezTo>
                        <a:pt x="1193" y="9685"/>
                        <a:pt x="1414" y="9588"/>
                        <a:pt x="1544" y="9461"/>
                      </a:cubicBezTo>
                      <a:cubicBezTo>
                        <a:pt x="1720" y="9343"/>
                        <a:pt x="1839" y="9105"/>
                        <a:pt x="1957" y="8868"/>
                      </a:cubicBezTo>
                      <a:cubicBezTo>
                        <a:pt x="1957" y="8868"/>
                        <a:pt x="1957" y="8749"/>
                        <a:pt x="2019" y="8569"/>
                      </a:cubicBezTo>
                      <a:cubicBezTo>
                        <a:pt x="2195" y="7856"/>
                        <a:pt x="2494" y="6493"/>
                        <a:pt x="2375" y="6493"/>
                      </a:cubicBezTo>
                      <a:cubicBezTo>
                        <a:pt x="2613" y="6493"/>
                        <a:pt x="2494" y="7324"/>
                        <a:pt x="2494" y="7500"/>
                      </a:cubicBezTo>
                      <a:cubicBezTo>
                        <a:pt x="2494" y="7918"/>
                        <a:pt x="2432" y="8331"/>
                        <a:pt x="2375" y="8749"/>
                      </a:cubicBezTo>
                      <a:cubicBezTo>
                        <a:pt x="2314" y="9343"/>
                        <a:pt x="2138" y="9936"/>
                        <a:pt x="1900" y="10530"/>
                      </a:cubicBezTo>
                      <a:cubicBezTo>
                        <a:pt x="1839" y="10649"/>
                        <a:pt x="1782" y="10824"/>
                        <a:pt x="1782" y="10943"/>
                      </a:cubicBezTo>
                      <a:cubicBezTo>
                        <a:pt x="1700" y="11314"/>
                        <a:pt x="1929" y="11626"/>
                        <a:pt x="2177" y="11626"/>
                      </a:cubicBezTo>
                      <a:cubicBezTo>
                        <a:pt x="2287" y="11626"/>
                        <a:pt x="2402" y="11564"/>
                        <a:pt x="2494" y="11418"/>
                      </a:cubicBezTo>
                      <a:cubicBezTo>
                        <a:pt x="2907" y="10943"/>
                        <a:pt x="3206" y="10293"/>
                        <a:pt x="3382" y="9637"/>
                      </a:cubicBezTo>
                      <a:cubicBezTo>
                        <a:pt x="3620" y="8806"/>
                        <a:pt x="3681" y="7799"/>
                        <a:pt x="3738" y="6906"/>
                      </a:cubicBezTo>
                      <a:cubicBezTo>
                        <a:pt x="3738" y="6788"/>
                        <a:pt x="3800" y="6612"/>
                        <a:pt x="3857" y="6493"/>
                      </a:cubicBezTo>
                      <a:lnTo>
                        <a:pt x="3857" y="6493"/>
                      </a:lnTo>
                      <a:cubicBezTo>
                        <a:pt x="4156" y="7562"/>
                        <a:pt x="3857" y="8868"/>
                        <a:pt x="3620" y="9875"/>
                      </a:cubicBezTo>
                      <a:cubicBezTo>
                        <a:pt x="3501" y="10231"/>
                        <a:pt x="3382" y="10530"/>
                        <a:pt x="3444" y="10886"/>
                      </a:cubicBezTo>
                      <a:cubicBezTo>
                        <a:pt x="3444" y="11062"/>
                        <a:pt x="3501" y="11181"/>
                        <a:pt x="3620" y="11299"/>
                      </a:cubicBezTo>
                      <a:cubicBezTo>
                        <a:pt x="3668" y="11316"/>
                        <a:pt x="3717" y="11324"/>
                        <a:pt x="3765" y="11324"/>
                      </a:cubicBezTo>
                      <a:cubicBezTo>
                        <a:pt x="3895" y="11324"/>
                        <a:pt x="4024" y="11267"/>
                        <a:pt x="4156" y="11181"/>
                      </a:cubicBezTo>
                      <a:cubicBezTo>
                        <a:pt x="4451" y="10886"/>
                        <a:pt x="4631" y="10231"/>
                        <a:pt x="4750" y="9875"/>
                      </a:cubicBezTo>
                      <a:cubicBezTo>
                        <a:pt x="4926" y="9343"/>
                        <a:pt x="5044" y="8868"/>
                        <a:pt x="5106" y="8393"/>
                      </a:cubicBezTo>
                      <a:cubicBezTo>
                        <a:pt x="5163" y="7918"/>
                        <a:pt x="5163" y="7500"/>
                        <a:pt x="5163" y="7087"/>
                      </a:cubicBezTo>
                      <a:cubicBezTo>
                        <a:pt x="5163" y="6977"/>
                        <a:pt x="5265" y="6662"/>
                        <a:pt x="5185" y="6568"/>
                      </a:cubicBezTo>
                      <a:lnTo>
                        <a:pt x="5185" y="6568"/>
                      </a:lnTo>
                      <a:cubicBezTo>
                        <a:pt x="5404" y="6753"/>
                        <a:pt x="5462" y="7096"/>
                        <a:pt x="5462" y="7381"/>
                      </a:cubicBezTo>
                      <a:cubicBezTo>
                        <a:pt x="5519" y="7975"/>
                        <a:pt x="5462" y="8630"/>
                        <a:pt x="5282" y="9224"/>
                      </a:cubicBezTo>
                      <a:cubicBezTo>
                        <a:pt x="5225" y="9281"/>
                        <a:pt x="5225" y="9400"/>
                        <a:pt x="5225" y="9518"/>
                      </a:cubicBezTo>
                      <a:cubicBezTo>
                        <a:pt x="5253" y="9638"/>
                        <a:pt x="5374" y="9683"/>
                        <a:pt x="5508" y="9683"/>
                      </a:cubicBezTo>
                      <a:cubicBezTo>
                        <a:pt x="5641" y="9683"/>
                        <a:pt x="5788" y="9639"/>
                        <a:pt x="5875" y="9580"/>
                      </a:cubicBezTo>
                      <a:cubicBezTo>
                        <a:pt x="5937" y="9518"/>
                        <a:pt x="5994" y="9461"/>
                        <a:pt x="5994" y="9343"/>
                      </a:cubicBezTo>
                      <a:cubicBezTo>
                        <a:pt x="6175" y="9105"/>
                        <a:pt x="6175" y="8806"/>
                        <a:pt x="6232" y="8512"/>
                      </a:cubicBezTo>
                      <a:cubicBezTo>
                        <a:pt x="6469" y="7619"/>
                        <a:pt x="6469" y="6612"/>
                        <a:pt x="6469" y="5719"/>
                      </a:cubicBezTo>
                      <a:cubicBezTo>
                        <a:pt x="6469" y="4238"/>
                        <a:pt x="6531" y="2575"/>
                        <a:pt x="6175" y="1208"/>
                      </a:cubicBezTo>
                      <a:cubicBezTo>
                        <a:pt x="5994" y="438"/>
                        <a:pt x="5638" y="320"/>
                        <a:pt x="4987" y="201"/>
                      </a:cubicBezTo>
                      <a:cubicBezTo>
                        <a:pt x="4631" y="139"/>
                        <a:pt x="4275" y="82"/>
                        <a:pt x="3976" y="20"/>
                      </a:cubicBezTo>
                      <a:cubicBezTo>
                        <a:pt x="3856" y="7"/>
                        <a:pt x="3739" y="1"/>
                        <a:pt x="3625" y="1"/>
                      </a:cubicBezTo>
                      <a:close/>
                    </a:path>
                  </a:pathLst>
                </a:custGeom>
                <a:solidFill>
                  <a:srgbClr val="BB6A4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8" name="Google Shape;768;p44"/>
                <p:cNvSpPr/>
                <p:nvPr/>
              </p:nvSpPr>
              <p:spPr>
                <a:xfrm>
                  <a:off x="8287249" y="1208693"/>
                  <a:ext cx="93267" cy="32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3" h="2473" extrusionOk="0">
                      <a:moveTo>
                        <a:pt x="2405" y="0"/>
                      </a:moveTo>
                      <a:cubicBezTo>
                        <a:pt x="1781" y="0"/>
                        <a:pt x="1149" y="81"/>
                        <a:pt x="595" y="397"/>
                      </a:cubicBezTo>
                      <a:cubicBezTo>
                        <a:pt x="533" y="397"/>
                        <a:pt x="595" y="278"/>
                        <a:pt x="533" y="278"/>
                      </a:cubicBezTo>
                      <a:lnTo>
                        <a:pt x="476" y="278"/>
                      </a:lnTo>
                      <a:lnTo>
                        <a:pt x="476" y="335"/>
                      </a:lnTo>
                      <a:lnTo>
                        <a:pt x="120" y="1404"/>
                      </a:lnTo>
                      <a:cubicBezTo>
                        <a:pt x="58" y="1584"/>
                        <a:pt x="1" y="1703"/>
                        <a:pt x="120" y="1822"/>
                      </a:cubicBezTo>
                      <a:cubicBezTo>
                        <a:pt x="238" y="1879"/>
                        <a:pt x="533" y="1879"/>
                        <a:pt x="713" y="1879"/>
                      </a:cubicBezTo>
                      <a:cubicBezTo>
                        <a:pt x="1008" y="1879"/>
                        <a:pt x="1307" y="1941"/>
                        <a:pt x="1601" y="1941"/>
                      </a:cubicBezTo>
                      <a:cubicBezTo>
                        <a:pt x="2257" y="1998"/>
                        <a:pt x="2850" y="2059"/>
                        <a:pt x="3444" y="2116"/>
                      </a:cubicBezTo>
                      <a:cubicBezTo>
                        <a:pt x="3800" y="2178"/>
                        <a:pt x="4156" y="2178"/>
                        <a:pt x="4513" y="2235"/>
                      </a:cubicBezTo>
                      <a:cubicBezTo>
                        <a:pt x="5044" y="2297"/>
                        <a:pt x="5638" y="2472"/>
                        <a:pt x="6175" y="2472"/>
                      </a:cubicBezTo>
                      <a:cubicBezTo>
                        <a:pt x="6293" y="2415"/>
                        <a:pt x="6469" y="2415"/>
                        <a:pt x="6588" y="2297"/>
                      </a:cubicBezTo>
                      <a:cubicBezTo>
                        <a:pt x="6588" y="2297"/>
                        <a:pt x="6650" y="2297"/>
                        <a:pt x="6650" y="2235"/>
                      </a:cubicBezTo>
                      <a:cubicBezTo>
                        <a:pt x="6768" y="2116"/>
                        <a:pt x="6825" y="1879"/>
                        <a:pt x="6887" y="1703"/>
                      </a:cubicBezTo>
                      <a:cubicBezTo>
                        <a:pt x="6887" y="1466"/>
                        <a:pt x="7063" y="1048"/>
                        <a:pt x="6887" y="810"/>
                      </a:cubicBezTo>
                      <a:cubicBezTo>
                        <a:pt x="6707" y="573"/>
                        <a:pt x="6175" y="516"/>
                        <a:pt x="5937" y="397"/>
                      </a:cubicBezTo>
                      <a:cubicBezTo>
                        <a:pt x="5106" y="160"/>
                        <a:pt x="4213" y="98"/>
                        <a:pt x="3325" y="41"/>
                      </a:cubicBezTo>
                      <a:cubicBezTo>
                        <a:pt x="3028" y="20"/>
                        <a:pt x="2717" y="0"/>
                        <a:pt x="24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69" name="Google Shape;769;p44"/>
                <p:cNvSpPr/>
                <p:nvPr/>
              </p:nvSpPr>
              <p:spPr>
                <a:xfrm>
                  <a:off x="8280989" y="889927"/>
                  <a:ext cx="197547" cy="340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60" h="25750" extrusionOk="0">
                      <a:moveTo>
                        <a:pt x="9078" y="1"/>
                      </a:moveTo>
                      <a:cubicBezTo>
                        <a:pt x="8960" y="1"/>
                        <a:pt x="8842" y="6"/>
                        <a:pt x="8724" y="16"/>
                      </a:cubicBezTo>
                      <a:cubicBezTo>
                        <a:pt x="7242" y="135"/>
                        <a:pt x="5993" y="1265"/>
                        <a:pt x="5461" y="2452"/>
                      </a:cubicBezTo>
                      <a:cubicBezTo>
                        <a:pt x="5105" y="3222"/>
                        <a:pt x="4925" y="4171"/>
                        <a:pt x="4749" y="5064"/>
                      </a:cubicBezTo>
                      <a:cubicBezTo>
                        <a:pt x="3681" y="11176"/>
                        <a:pt x="2313" y="17293"/>
                        <a:pt x="119" y="23167"/>
                      </a:cubicBezTo>
                      <a:cubicBezTo>
                        <a:pt x="0" y="23585"/>
                        <a:pt x="0" y="23880"/>
                        <a:pt x="176" y="24117"/>
                      </a:cubicBezTo>
                      <a:cubicBezTo>
                        <a:pt x="769" y="25247"/>
                        <a:pt x="3562" y="25129"/>
                        <a:pt x="4806" y="25186"/>
                      </a:cubicBezTo>
                      <a:cubicBezTo>
                        <a:pt x="5361" y="25234"/>
                        <a:pt x="6783" y="25750"/>
                        <a:pt x="7636" y="25750"/>
                      </a:cubicBezTo>
                      <a:cubicBezTo>
                        <a:pt x="7878" y="25750"/>
                        <a:pt x="8074" y="25708"/>
                        <a:pt x="8192" y="25604"/>
                      </a:cubicBezTo>
                      <a:cubicBezTo>
                        <a:pt x="8368" y="25423"/>
                        <a:pt x="8430" y="25247"/>
                        <a:pt x="8487" y="25010"/>
                      </a:cubicBezTo>
                      <a:cubicBezTo>
                        <a:pt x="9973" y="20793"/>
                        <a:pt x="11455" y="16638"/>
                        <a:pt x="12941" y="12425"/>
                      </a:cubicBezTo>
                      <a:cubicBezTo>
                        <a:pt x="13710" y="10169"/>
                        <a:pt x="14423" y="8032"/>
                        <a:pt x="14603" y="5658"/>
                      </a:cubicBezTo>
                      <a:cubicBezTo>
                        <a:pt x="14660" y="4646"/>
                        <a:pt x="14959" y="3103"/>
                        <a:pt x="14185" y="2215"/>
                      </a:cubicBezTo>
                      <a:cubicBezTo>
                        <a:pt x="13772" y="1797"/>
                        <a:pt x="13117" y="1559"/>
                        <a:pt x="12642" y="1265"/>
                      </a:cubicBezTo>
                      <a:cubicBezTo>
                        <a:pt x="11613" y="558"/>
                        <a:pt x="10335" y="1"/>
                        <a:pt x="90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770" name="Google Shape;770;p44"/>
              <p:cNvGrpSpPr/>
              <p:nvPr/>
            </p:nvGrpSpPr>
            <p:grpSpPr>
              <a:xfrm>
                <a:off x="7280122" y="1271651"/>
                <a:ext cx="1150648" cy="3628330"/>
                <a:chOff x="1801200" y="366900"/>
                <a:chExt cx="1607050" cy="5067500"/>
              </a:xfrm>
            </p:grpSpPr>
            <p:sp>
              <p:nvSpPr>
                <p:cNvPr id="771" name="Google Shape;771;p44"/>
                <p:cNvSpPr/>
                <p:nvPr/>
              </p:nvSpPr>
              <p:spPr>
                <a:xfrm>
                  <a:off x="2905550" y="5184850"/>
                  <a:ext cx="213300" cy="18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2" h="7313" extrusionOk="0">
                      <a:moveTo>
                        <a:pt x="4492" y="1"/>
                      </a:moveTo>
                      <a:cubicBezTo>
                        <a:pt x="3730" y="80"/>
                        <a:pt x="3047" y="153"/>
                        <a:pt x="2286" y="305"/>
                      </a:cubicBezTo>
                      <a:cubicBezTo>
                        <a:pt x="1829" y="458"/>
                        <a:pt x="1372" y="689"/>
                        <a:pt x="1067" y="1146"/>
                      </a:cubicBezTo>
                      <a:cubicBezTo>
                        <a:pt x="683" y="1676"/>
                        <a:pt x="683" y="2365"/>
                        <a:pt x="683" y="3047"/>
                      </a:cubicBezTo>
                      <a:cubicBezTo>
                        <a:pt x="683" y="3504"/>
                        <a:pt x="683" y="3961"/>
                        <a:pt x="610" y="4418"/>
                      </a:cubicBezTo>
                      <a:cubicBezTo>
                        <a:pt x="610" y="4650"/>
                        <a:pt x="531" y="4875"/>
                        <a:pt x="531" y="5180"/>
                      </a:cubicBezTo>
                      <a:cubicBezTo>
                        <a:pt x="458" y="5411"/>
                        <a:pt x="1" y="6551"/>
                        <a:pt x="226" y="6703"/>
                      </a:cubicBezTo>
                      <a:lnTo>
                        <a:pt x="458" y="6703"/>
                      </a:lnTo>
                      <a:cubicBezTo>
                        <a:pt x="1597" y="6782"/>
                        <a:pt x="2590" y="7008"/>
                        <a:pt x="3730" y="7160"/>
                      </a:cubicBezTo>
                      <a:cubicBezTo>
                        <a:pt x="4948" y="7312"/>
                        <a:pt x="6167" y="7312"/>
                        <a:pt x="7386" y="7312"/>
                      </a:cubicBezTo>
                      <a:cubicBezTo>
                        <a:pt x="7690" y="7312"/>
                        <a:pt x="8074" y="7239"/>
                        <a:pt x="8226" y="6935"/>
                      </a:cubicBezTo>
                      <a:cubicBezTo>
                        <a:pt x="8531" y="6398"/>
                        <a:pt x="7922" y="6173"/>
                        <a:pt x="7617" y="5941"/>
                      </a:cubicBezTo>
                      <a:cubicBezTo>
                        <a:pt x="6776" y="5411"/>
                        <a:pt x="6399" y="4345"/>
                        <a:pt x="6167" y="3431"/>
                      </a:cubicBezTo>
                      <a:cubicBezTo>
                        <a:pt x="5942" y="2669"/>
                        <a:pt x="6094" y="537"/>
                        <a:pt x="5332" y="153"/>
                      </a:cubicBezTo>
                      <a:cubicBezTo>
                        <a:pt x="5101" y="1"/>
                        <a:pt x="4796" y="1"/>
                        <a:pt x="4492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2" name="Google Shape;772;p44"/>
                <p:cNvSpPr/>
                <p:nvPr/>
              </p:nvSpPr>
              <p:spPr>
                <a:xfrm>
                  <a:off x="2886525" y="5296600"/>
                  <a:ext cx="409325" cy="13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73" h="5512" extrusionOk="0">
                      <a:moveTo>
                        <a:pt x="7576" y="0"/>
                      </a:moveTo>
                      <a:cubicBezTo>
                        <a:pt x="7425" y="0"/>
                        <a:pt x="7286" y="37"/>
                        <a:pt x="7160" y="100"/>
                      </a:cubicBezTo>
                      <a:cubicBezTo>
                        <a:pt x="6855" y="332"/>
                        <a:pt x="6703" y="637"/>
                        <a:pt x="6703" y="1014"/>
                      </a:cubicBezTo>
                      <a:cubicBezTo>
                        <a:pt x="6703" y="1624"/>
                        <a:pt x="7007" y="2081"/>
                        <a:pt x="7312" y="2538"/>
                      </a:cubicBezTo>
                      <a:cubicBezTo>
                        <a:pt x="5405" y="2081"/>
                        <a:pt x="3425" y="1551"/>
                        <a:pt x="1524" y="1094"/>
                      </a:cubicBezTo>
                      <a:cubicBezTo>
                        <a:pt x="1292" y="1094"/>
                        <a:pt x="1140" y="1094"/>
                        <a:pt x="987" y="1167"/>
                      </a:cubicBezTo>
                      <a:cubicBezTo>
                        <a:pt x="305" y="1551"/>
                        <a:pt x="73" y="2922"/>
                        <a:pt x="0" y="3531"/>
                      </a:cubicBezTo>
                      <a:lnTo>
                        <a:pt x="0" y="3988"/>
                      </a:lnTo>
                      <a:cubicBezTo>
                        <a:pt x="73" y="4140"/>
                        <a:pt x="73" y="4213"/>
                        <a:pt x="153" y="4366"/>
                      </a:cubicBezTo>
                      <a:cubicBezTo>
                        <a:pt x="226" y="4518"/>
                        <a:pt x="226" y="4670"/>
                        <a:pt x="226" y="4823"/>
                      </a:cubicBezTo>
                      <a:cubicBezTo>
                        <a:pt x="226" y="5054"/>
                        <a:pt x="226" y="5359"/>
                        <a:pt x="305" y="5511"/>
                      </a:cubicBezTo>
                      <a:lnTo>
                        <a:pt x="3199" y="5511"/>
                      </a:lnTo>
                      <a:lnTo>
                        <a:pt x="3351" y="5359"/>
                      </a:lnTo>
                      <a:cubicBezTo>
                        <a:pt x="3485" y="5221"/>
                        <a:pt x="3675" y="5193"/>
                        <a:pt x="3886" y="5193"/>
                      </a:cubicBezTo>
                      <a:cubicBezTo>
                        <a:pt x="4031" y="5193"/>
                        <a:pt x="4185" y="5206"/>
                        <a:pt x="4339" y="5206"/>
                      </a:cubicBezTo>
                      <a:cubicBezTo>
                        <a:pt x="5100" y="5359"/>
                        <a:pt x="5862" y="5432"/>
                        <a:pt x="6623" y="5511"/>
                      </a:cubicBezTo>
                      <a:lnTo>
                        <a:pt x="16299" y="5511"/>
                      </a:lnTo>
                      <a:cubicBezTo>
                        <a:pt x="16372" y="5280"/>
                        <a:pt x="16372" y="5054"/>
                        <a:pt x="16299" y="4823"/>
                      </a:cubicBezTo>
                      <a:cubicBezTo>
                        <a:pt x="16220" y="4518"/>
                        <a:pt x="15994" y="4366"/>
                        <a:pt x="15763" y="4213"/>
                      </a:cubicBezTo>
                      <a:cubicBezTo>
                        <a:pt x="14319" y="3379"/>
                        <a:pt x="12716" y="3147"/>
                        <a:pt x="11272" y="2312"/>
                      </a:cubicBezTo>
                      <a:cubicBezTo>
                        <a:pt x="10206" y="1776"/>
                        <a:pt x="9292" y="862"/>
                        <a:pt x="8299" y="253"/>
                      </a:cubicBezTo>
                      <a:cubicBezTo>
                        <a:pt x="8031" y="74"/>
                        <a:pt x="7791" y="0"/>
                        <a:pt x="757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3" name="Google Shape;773;p44"/>
                <p:cNvSpPr/>
                <p:nvPr/>
              </p:nvSpPr>
              <p:spPr>
                <a:xfrm>
                  <a:off x="2777925" y="2330100"/>
                  <a:ext cx="476025" cy="29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" h="117695" extrusionOk="0">
                      <a:moveTo>
                        <a:pt x="13132" y="1"/>
                      </a:moveTo>
                      <a:cubicBezTo>
                        <a:pt x="11307" y="1"/>
                        <a:pt x="9474" y="660"/>
                        <a:pt x="7848" y="1470"/>
                      </a:cubicBezTo>
                      <a:cubicBezTo>
                        <a:pt x="6172" y="2384"/>
                        <a:pt x="4497" y="3530"/>
                        <a:pt x="3583" y="5205"/>
                      </a:cubicBezTo>
                      <a:cubicBezTo>
                        <a:pt x="2669" y="6802"/>
                        <a:pt x="2437" y="8709"/>
                        <a:pt x="2212" y="10537"/>
                      </a:cubicBezTo>
                      <a:cubicBezTo>
                        <a:pt x="0" y="32240"/>
                        <a:pt x="152" y="53949"/>
                        <a:pt x="152" y="75732"/>
                      </a:cubicBezTo>
                      <a:cubicBezTo>
                        <a:pt x="152" y="79235"/>
                        <a:pt x="152" y="82739"/>
                        <a:pt x="232" y="86315"/>
                      </a:cubicBezTo>
                      <a:cubicBezTo>
                        <a:pt x="384" y="96673"/>
                        <a:pt x="841" y="107031"/>
                        <a:pt x="1450" y="117390"/>
                      </a:cubicBezTo>
                      <a:lnTo>
                        <a:pt x="14245" y="117694"/>
                      </a:lnTo>
                      <a:lnTo>
                        <a:pt x="14702" y="107872"/>
                      </a:lnTo>
                      <a:cubicBezTo>
                        <a:pt x="15080" y="100634"/>
                        <a:pt x="15159" y="93401"/>
                        <a:pt x="15537" y="86090"/>
                      </a:cubicBezTo>
                      <a:cubicBezTo>
                        <a:pt x="16756" y="63314"/>
                        <a:pt x="18584" y="40466"/>
                        <a:pt x="18888" y="17769"/>
                      </a:cubicBezTo>
                      <a:cubicBezTo>
                        <a:pt x="18888" y="14723"/>
                        <a:pt x="18967" y="11755"/>
                        <a:pt x="18967" y="8782"/>
                      </a:cubicBezTo>
                      <a:cubicBezTo>
                        <a:pt x="18967" y="7716"/>
                        <a:pt x="18967" y="6650"/>
                        <a:pt x="19041" y="5662"/>
                      </a:cubicBezTo>
                      <a:cubicBezTo>
                        <a:pt x="19041" y="2841"/>
                        <a:pt x="17060" y="557"/>
                        <a:pt x="14319" y="100"/>
                      </a:cubicBezTo>
                      <a:cubicBezTo>
                        <a:pt x="13925" y="32"/>
                        <a:pt x="13528" y="1"/>
                        <a:pt x="13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4" name="Google Shape;774;p44"/>
                <p:cNvSpPr/>
                <p:nvPr/>
              </p:nvSpPr>
              <p:spPr>
                <a:xfrm>
                  <a:off x="2433350" y="5184850"/>
                  <a:ext cx="213275" cy="18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1" h="7313" extrusionOk="0">
                      <a:moveTo>
                        <a:pt x="4034" y="1"/>
                      </a:moveTo>
                      <a:cubicBezTo>
                        <a:pt x="3730" y="1"/>
                        <a:pt x="3425" y="1"/>
                        <a:pt x="3200" y="153"/>
                      </a:cubicBezTo>
                      <a:cubicBezTo>
                        <a:pt x="2359" y="537"/>
                        <a:pt x="2511" y="2669"/>
                        <a:pt x="2359" y="3431"/>
                      </a:cubicBezTo>
                      <a:cubicBezTo>
                        <a:pt x="2133" y="4345"/>
                        <a:pt x="1676" y="5411"/>
                        <a:pt x="915" y="5941"/>
                      </a:cubicBezTo>
                      <a:cubicBezTo>
                        <a:pt x="531" y="6173"/>
                        <a:pt x="1" y="6398"/>
                        <a:pt x="305" y="6935"/>
                      </a:cubicBezTo>
                      <a:cubicBezTo>
                        <a:pt x="458" y="7239"/>
                        <a:pt x="836" y="7312"/>
                        <a:pt x="1140" y="7312"/>
                      </a:cubicBezTo>
                      <a:cubicBezTo>
                        <a:pt x="2359" y="7312"/>
                        <a:pt x="3577" y="7312"/>
                        <a:pt x="4723" y="7160"/>
                      </a:cubicBezTo>
                      <a:cubicBezTo>
                        <a:pt x="5862" y="7008"/>
                        <a:pt x="6928" y="6782"/>
                        <a:pt x="8074" y="6703"/>
                      </a:cubicBezTo>
                      <a:lnTo>
                        <a:pt x="8226" y="6703"/>
                      </a:lnTo>
                      <a:cubicBezTo>
                        <a:pt x="8531" y="6551"/>
                        <a:pt x="7995" y="5411"/>
                        <a:pt x="7995" y="5180"/>
                      </a:cubicBezTo>
                      <a:cubicBezTo>
                        <a:pt x="7922" y="4875"/>
                        <a:pt x="7922" y="4650"/>
                        <a:pt x="7842" y="4418"/>
                      </a:cubicBezTo>
                      <a:lnTo>
                        <a:pt x="7842" y="3047"/>
                      </a:lnTo>
                      <a:cubicBezTo>
                        <a:pt x="7842" y="2365"/>
                        <a:pt x="7842" y="1676"/>
                        <a:pt x="7465" y="1146"/>
                      </a:cubicBezTo>
                      <a:cubicBezTo>
                        <a:pt x="7160" y="689"/>
                        <a:pt x="6624" y="458"/>
                        <a:pt x="6167" y="305"/>
                      </a:cubicBezTo>
                      <a:cubicBezTo>
                        <a:pt x="5484" y="153"/>
                        <a:pt x="4723" y="80"/>
                        <a:pt x="4034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5" name="Google Shape;775;p44"/>
                <p:cNvSpPr/>
                <p:nvPr/>
              </p:nvSpPr>
              <p:spPr>
                <a:xfrm>
                  <a:off x="2254375" y="5296600"/>
                  <a:ext cx="411300" cy="13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2" h="5512" extrusionOk="0">
                      <a:moveTo>
                        <a:pt x="8851" y="0"/>
                      </a:moveTo>
                      <a:cubicBezTo>
                        <a:pt x="8622" y="0"/>
                        <a:pt x="8372" y="74"/>
                        <a:pt x="8147" y="253"/>
                      </a:cubicBezTo>
                      <a:cubicBezTo>
                        <a:pt x="7081" y="862"/>
                        <a:pt x="6167" y="1776"/>
                        <a:pt x="5100" y="2312"/>
                      </a:cubicBezTo>
                      <a:cubicBezTo>
                        <a:pt x="3729" y="3147"/>
                        <a:pt x="2054" y="3379"/>
                        <a:pt x="683" y="4213"/>
                      </a:cubicBezTo>
                      <a:cubicBezTo>
                        <a:pt x="457" y="4366"/>
                        <a:pt x="226" y="4518"/>
                        <a:pt x="153" y="4823"/>
                      </a:cubicBezTo>
                      <a:cubicBezTo>
                        <a:pt x="1" y="5054"/>
                        <a:pt x="1" y="5280"/>
                        <a:pt x="153" y="5511"/>
                      </a:cubicBezTo>
                      <a:lnTo>
                        <a:pt x="9749" y="5511"/>
                      </a:lnTo>
                      <a:cubicBezTo>
                        <a:pt x="10511" y="5432"/>
                        <a:pt x="11346" y="5359"/>
                        <a:pt x="12107" y="5206"/>
                      </a:cubicBezTo>
                      <a:cubicBezTo>
                        <a:pt x="12231" y="5206"/>
                        <a:pt x="12368" y="5193"/>
                        <a:pt x="12507" y="5193"/>
                      </a:cubicBezTo>
                      <a:cubicBezTo>
                        <a:pt x="12711" y="5193"/>
                        <a:pt x="12920" y="5221"/>
                        <a:pt x="13100" y="5359"/>
                      </a:cubicBezTo>
                      <a:cubicBezTo>
                        <a:pt x="13174" y="5432"/>
                        <a:pt x="13174" y="5511"/>
                        <a:pt x="13253" y="5511"/>
                      </a:cubicBezTo>
                      <a:lnTo>
                        <a:pt x="16147" y="5511"/>
                      </a:lnTo>
                      <a:cubicBezTo>
                        <a:pt x="16220" y="5359"/>
                        <a:pt x="16220" y="5054"/>
                        <a:pt x="16220" y="4823"/>
                      </a:cubicBezTo>
                      <a:lnTo>
                        <a:pt x="16220" y="4366"/>
                      </a:lnTo>
                      <a:cubicBezTo>
                        <a:pt x="16299" y="4213"/>
                        <a:pt x="16372" y="4140"/>
                        <a:pt x="16372" y="3988"/>
                      </a:cubicBezTo>
                      <a:cubicBezTo>
                        <a:pt x="16452" y="3835"/>
                        <a:pt x="16452" y="3683"/>
                        <a:pt x="16452" y="3531"/>
                      </a:cubicBezTo>
                      <a:cubicBezTo>
                        <a:pt x="16372" y="2922"/>
                        <a:pt x="16068" y="1551"/>
                        <a:pt x="15458" y="1167"/>
                      </a:cubicBezTo>
                      <a:cubicBezTo>
                        <a:pt x="15306" y="1094"/>
                        <a:pt x="15081" y="1094"/>
                        <a:pt x="14928" y="1094"/>
                      </a:cubicBezTo>
                      <a:cubicBezTo>
                        <a:pt x="12948" y="1551"/>
                        <a:pt x="11041" y="2081"/>
                        <a:pt x="9061" y="2538"/>
                      </a:cubicBezTo>
                      <a:cubicBezTo>
                        <a:pt x="9445" y="2081"/>
                        <a:pt x="9670" y="1624"/>
                        <a:pt x="9670" y="1014"/>
                      </a:cubicBezTo>
                      <a:cubicBezTo>
                        <a:pt x="9670" y="637"/>
                        <a:pt x="9518" y="332"/>
                        <a:pt x="9292" y="100"/>
                      </a:cubicBezTo>
                      <a:cubicBezTo>
                        <a:pt x="9166" y="37"/>
                        <a:pt x="9014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6" name="Google Shape;776;p44"/>
                <p:cNvSpPr/>
                <p:nvPr/>
              </p:nvSpPr>
              <p:spPr>
                <a:xfrm>
                  <a:off x="2313325" y="2329050"/>
                  <a:ext cx="468425" cy="294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37" h="117737" extrusionOk="0">
                      <a:moveTo>
                        <a:pt x="5837" y="0"/>
                      </a:moveTo>
                      <a:cubicBezTo>
                        <a:pt x="5494" y="0"/>
                        <a:pt x="5149" y="22"/>
                        <a:pt x="4802" y="68"/>
                      </a:cubicBezTo>
                      <a:cubicBezTo>
                        <a:pt x="2060" y="525"/>
                        <a:pt x="80" y="2731"/>
                        <a:pt x="80" y="5552"/>
                      </a:cubicBezTo>
                      <a:lnTo>
                        <a:pt x="80" y="8751"/>
                      </a:lnTo>
                      <a:lnTo>
                        <a:pt x="80" y="17659"/>
                      </a:lnTo>
                      <a:cubicBezTo>
                        <a:pt x="1" y="40434"/>
                        <a:pt x="1603" y="63283"/>
                        <a:pt x="2517" y="86053"/>
                      </a:cubicBezTo>
                      <a:cubicBezTo>
                        <a:pt x="2822" y="93291"/>
                        <a:pt x="2822" y="100603"/>
                        <a:pt x="3126" y="107835"/>
                      </a:cubicBezTo>
                      <a:cubicBezTo>
                        <a:pt x="3199" y="111113"/>
                        <a:pt x="3352" y="114464"/>
                        <a:pt x="3431" y="117736"/>
                      </a:cubicBezTo>
                      <a:lnTo>
                        <a:pt x="16226" y="117511"/>
                      </a:lnTo>
                      <a:cubicBezTo>
                        <a:pt x="16988" y="107153"/>
                        <a:pt x="17518" y="96795"/>
                        <a:pt x="17822" y="86437"/>
                      </a:cubicBezTo>
                      <a:cubicBezTo>
                        <a:pt x="17902" y="82933"/>
                        <a:pt x="17975" y="79350"/>
                        <a:pt x="18054" y="75847"/>
                      </a:cubicBezTo>
                      <a:cubicBezTo>
                        <a:pt x="18359" y="54065"/>
                        <a:pt x="18736" y="32361"/>
                        <a:pt x="16756" y="10652"/>
                      </a:cubicBezTo>
                      <a:cubicBezTo>
                        <a:pt x="16604" y="8824"/>
                        <a:pt x="16378" y="6923"/>
                        <a:pt x="15464" y="5247"/>
                      </a:cubicBezTo>
                      <a:cubicBezTo>
                        <a:pt x="14551" y="3645"/>
                        <a:pt x="12948" y="2426"/>
                        <a:pt x="11273" y="1512"/>
                      </a:cubicBezTo>
                      <a:cubicBezTo>
                        <a:pt x="9593" y="675"/>
                        <a:pt x="7752" y="0"/>
                        <a:pt x="5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7" name="Google Shape;777;p44"/>
                <p:cNvSpPr/>
                <p:nvPr/>
              </p:nvSpPr>
              <p:spPr>
                <a:xfrm>
                  <a:off x="2534200" y="829450"/>
                  <a:ext cx="239925" cy="3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13515" extrusionOk="0">
                      <a:moveTo>
                        <a:pt x="5476" y="0"/>
                      </a:moveTo>
                      <a:cubicBezTo>
                        <a:pt x="5378" y="0"/>
                        <a:pt x="5279" y="12"/>
                        <a:pt x="5179" y="37"/>
                      </a:cubicBezTo>
                      <a:cubicBezTo>
                        <a:pt x="4040" y="341"/>
                        <a:pt x="2894" y="1560"/>
                        <a:pt x="2212" y="2474"/>
                      </a:cubicBezTo>
                      <a:cubicBezTo>
                        <a:pt x="1828" y="3083"/>
                        <a:pt x="1450" y="3692"/>
                        <a:pt x="1146" y="4375"/>
                      </a:cubicBezTo>
                      <a:cubicBezTo>
                        <a:pt x="305" y="6282"/>
                        <a:pt x="0" y="8414"/>
                        <a:pt x="0" y="10547"/>
                      </a:cubicBezTo>
                      <a:cubicBezTo>
                        <a:pt x="80" y="11309"/>
                        <a:pt x="153" y="12143"/>
                        <a:pt x="689" y="12600"/>
                      </a:cubicBezTo>
                      <a:cubicBezTo>
                        <a:pt x="1219" y="13210"/>
                        <a:pt x="2133" y="13210"/>
                        <a:pt x="2974" y="13289"/>
                      </a:cubicBezTo>
                      <a:cubicBezTo>
                        <a:pt x="3735" y="13362"/>
                        <a:pt x="4418" y="13441"/>
                        <a:pt x="5106" y="13514"/>
                      </a:cubicBezTo>
                      <a:cubicBezTo>
                        <a:pt x="5868" y="13514"/>
                        <a:pt x="6629" y="13362"/>
                        <a:pt x="7239" y="13057"/>
                      </a:cubicBezTo>
                      <a:cubicBezTo>
                        <a:pt x="8000" y="12600"/>
                        <a:pt x="8457" y="11839"/>
                        <a:pt x="8835" y="11004"/>
                      </a:cubicBezTo>
                      <a:cubicBezTo>
                        <a:pt x="9444" y="9633"/>
                        <a:pt x="9597" y="8110"/>
                        <a:pt x="9444" y="6586"/>
                      </a:cubicBezTo>
                      <a:cubicBezTo>
                        <a:pt x="9292" y="5063"/>
                        <a:pt x="8762" y="3613"/>
                        <a:pt x="8000" y="2321"/>
                      </a:cubicBezTo>
                      <a:cubicBezTo>
                        <a:pt x="7581" y="1482"/>
                        <a:pt x="6580" y="0"/>
                        <a:pt x="5476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8" name="Google Shape;778;p44"/>
                <p:cNvSpPr/>
                <p:nvPr/>
              </p:nvSpPr>
              <p:spPr>
                <a:xfrm>
                  <a:off x="2239150" y="982400"/>
                  <a:ext cx="1161500" cy="314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0" h="125985" extrusionOk="0">
                      <a:moveTo>
                        <a:pt x="21968" y="1"/>
                      </a:moveTo>
                      <a:cubicBezTo>
                        <a:pt x="20717" y="1"/>
                        <a:pt x="19459" y="218"/>
                        <a:pt x="18200" y="694"/>
                      </a:cubicBezTo>
                      <a:lnTo>
                        <a:pt x="15458" y="1839"/>
                      </a:lnTo>
                      <a:lnTo>
                        <a:pt x="13862" y="2522"/>
                      </a:lnTo>
                      <a:lnTo>
                        <a:pt x="12259" y="3210"/>
                      </a:lnTo>
                      <a:cubicBezTo>
                        <a:pt x="11650" y="3515"/>
                        <a:pt x="11041" y="3820"/>
                        <a:pt x="10431" y="4045"/>
                      </a:cubicBezTo>
                      <a:cubicBezTo>
                        <a:pt x="10279" y="4124"/>
                        <a:pt x="10206" y="4124"/>
                        <a:pt x="10127" y="4197"/>
                      </a:cubicBezTo>
                      <a:cubicBezTo>
                        <a:pt x="9444" y="4502"/>
                        <a:pt x="8756" y="4807"/>
                        <a:pt x="8147" y="5111"/>
                      </a:cubicBezTo>
                      <a:cubicBezTo>
                        <a:pt x="6014" y="6105"/>
                        <a:pt x="3961" y="7171"/>
                        <a:pt x="2358" y="8846"/>
                      </a:cubicBezTo>
                      <a:cubicBezTo>
                        <a:pt x="1371" y="9833"/>
                        <a:pt x="378" y="11284"/>
                        <a:pt x="153" y="12807"/>
                      </a:cubicBezTo>
                      <a:cubicBezTo>
                        <a:pt x="0" y="13264"/>
                        <a:pt x="0" y="13794"/>
                        <a:pt x="73" y="14251"/>
                      </a:cubicBezTo>
                      <a:cubicBezTo>
                        <a:pt x="153" y="14708"/>
                        <a:pt x="305" y="15012"/>
                        <a:pt x="457" y="15396"/>
                      </a:cubicBezTo>
                      <a:lnTo>
                        <a:pt x="1066" y="15396"/>
                      </a:lnTo>
                      <a:lnTo>
                        <a:pt x="1066" y="20801"/>
                      </a:lnTo>
                      <a:cubicBezTo>
                        <a:pt x="1140" y="21489"/>
                        <a:pt x="1292" y="22172"/>
                        <a:pt x="1292" y="22860"/>
                      </a:cubicBezTo>
                      <a:cubicBezTo>
                        <a:pt x="2054" y="25828"/>
                        <a:pt x="1828" y="29026"/>
                        <a:pt x="1901" y="32073"/>
                      </a:cubicBezTo>
                      <a:cubicBezTo>
                        <a:pt x="1980" y="40530"/>
                        <a:pt x="1523" y="48981"/>
                        <a:pt x="1066" y="57359"/>
                      </a:cubicBezTo>
                      <a:lnTo>
                        <a:pt x="1066" y="125984"/>
                      </a:lnTo>
                      <a:cubicBezTo>
                        <a:pt x="2894" y="125527"/>
                        <a:pt x="4875" y="125527"/>
                        <a:pt x="6776" y="125527"/>
                      </a:cubicBezTo>
                      <a:cubicBezTo>
                        <a:pt x="9140" y="125527"/>
                        <a:pt x="11498" y="125527"/>
                        <a:pt x="13862" y="125448"/>
                      </a:cubicBezTo>
                      <a:lnTo>
                        <a:pt x="17365" y="125448"/>
                      </a:lnTo>
                      <a:cubicBezTo>
                        <a:pt x="17974" y="125448"/>
                        <a:pt x="18505" y="125448"/>
                        <a:pt x="19114" y="125375"/>
                      </a:cubicBezTo>
                      <a:cubicBezTo>
                        <a:pt x="19287" y="125375"/>
                        <a:pt x="19682" y="125424"/>
                        <a:pt x="20033" y="125424"/>
                      </a:cubicBezTo>
                      <a:cubicBezTo>
                        <a:pt x="20299" y="125424"/>
                        <a:pt x="20540" y="125396"/>
                        <a:pt x="20637" y="125296"/>
                      </a:cubicBezTo>
                      <a:cubicBezTo>
                        <a:pt x="20716" y="125143"/>
                        <a:pt x="20716" y="124991"/>
                        <a:pt x="20716" y="124839"/>
                      </a:cubicBezTo>
                      <a:cubicBezTo>
                        <a:pt x="21094" y="121792"/>
                        <a:pt x="21399" y="118746"/>
                        <a:pt x="21551" y="115699"/>
                      </a:cubicBezTo>
                      <a:cubicBezTo>
                        <a:pt x="21551" y="115169"/>
                        <a:pt x="21630" y="114633"/>
                        <a:pt x="21783" y="114176"/>
                      </a:cubicBezTo>
                      <a:cubicBezTo>
                        <a:pt x="21856" y="116540"/>
                        <a:pt x="21935" y="118898"/>
                        <a:pt x="22087" y="121262"/>
                      </a:cubicBezTo>
                      <a:lnTo>
                        <a:pt x="22313" y="123315"/>
                      </a:lnTo>
                      <a:cubicBezTo>
                        <a:pt x="22392" y="123772"/>
                        <a:pt x="22392" y="124991"/>
                        <a:pt x="22849" y="125296"/>
                      </a:cubicBezTo>
                      <a:cubicBezTo>
                        <a:pt x="22900" y="125322"/>
                        <a:pt x="22967" y="125331"/>
                        <a:pt x="23043" y="125331"/>
                      </a:cubicBezTo>
                      <a:cubicBezTo>
                        <a:pt x="23195" y="125331"/>
                        <a:pt x="23381" y="125296"/>
                        <a:pt x="23531" y="125296"/>
                      </a:cubicBezTo>
                      <a:lnTo>
                        <a:pt x="24598" y="125296"/>
                      </a:lnTo>
                      <a:cubicBezTo>
                        <a:pt x="25359" y="125222"/>
                        <a:pt x="26048" y="125222"/>
                        <a:pt x="26809" y="125222"/>
                      </a:cubicBezTo>
                      <a:cubicBezTo>
                        <a:pt x="30160" y="125070"/>
                        <a:pt x="33585" y="124991"/>
                        <a:pt x="37015" y="124765"/>
                      </a:cubicBezTo>
                      <a:cubicBezTo>
                        <a:pt x="37173" y="124758"/>
                        <a:pt x="37333" y="124755"/>
                        <a:pt x="37494" y="124755"/>
                      </a:cubicBezTo>
                      <a:cubicBezTo>
                        <a:pt x="38873" y="124755"/>
                        <a:pt x="40329" y="125002"/>
                        <a:pt x="41657" y="125002"/>
                      </a:cubicBezTo>
                      <a:cubicBezTo>
                        <a:pt x="41811" y="125002"/>
                        <a:pt x="41964" y="124998"/>
                        <a:pt x="42115" y="124991"/>
                      </a:cubicBezTo>
                      <a:lnTo>
                        <a:pt x="42115" y="83333"/>
                      </a:lnTo>
                      <a:cubicBezTo>
                        <a:pt x="42420" y="83333"/>
                        <a:pt x="42803" y="83333"/>
                        <a:pt x="42956" y="83102"/>
                      </a:cubicBezTo>
                      <a:cubicBezTo>
                        <a:pt x="43181" y="82876"/>
                        <a:pt x="43108" y="82571"/>
                        <a:pt x="43108" y="82267"/>
                      </a:cubicBezTo>
                      <a:lnTo>
                        <a:pt x="43108" y="64293"/>
                      </a:lnTo>
                      <a:cubicBezTo>
                        <a:pt x="43108" y="64213"/>
                        <a:pt x="42956" y="64213"/>
                        <a:pt x="42876" y="64213"/>
                      </a:cubicBezTo>
                      <a:lnTo>
                        <a:pt x="42115" y="64213"/>
                      </a:lnTo>
                      <a:lnTo>
                        <a:pt x="42115" y="42053"/>
                      </a:lnTo>
                      <a:lnTo>
                        <a:pt x="44631" y="42053"/>
                      </a:lnTo>
                      <a:cubicBezTo>
                        <a:pt x="44784" y="41901"/>
                        <a:pt x="44936" y="41748"/>
                        <a:pt x="45009" y="41517"/>
                      </a:cubicBezTo>
                      <a:cubicBezTo>
                        <a:pt x="46459" y="39537"/>
                        <a:pt x="46307" y="36795"/>
                        <a:pt x="46154" y="34358"/>
                      </a:cubicBezTo>
                      <a:lnTo>
                        <a:pt x="45241" y="23695"/>
                      </a:lnTo>
                      <a:cubicBezTo>
                        <a:pt x="45088" y="21867"/>
                        <a:pt x="44936" y="19966"/>
                        <a:pt x="44784" y="18059"/>
                      </a:cubicBezTo>
                      <a:cubicBezTo>
                        <a:pt x="44552" y="15317"/>
                        <a:pt x="44247" y="12502"/>
                        <a:pt x="42651" y="10217"/>
                      </a:cubicBezTo>
                      <a:cubicBezTo>
                        <a:pt x="41506" y="8615"/>
                        <a:pt x="39605" y="7171"/>
                        <a:pt x="37929" y="6257"/>
                      </a:cubicBezTo>
                      <a:lnTo>
                        <a:pt x="36101" y="5343"/>
                      </a:lnTo>
                      <a:cubicBezTo>
                        <a:pt x="34273" y="4581"/>
                        <a:pt x="32518" y="3667"/>
                        <a:pt x="30770" y="2753"/>
                      </a:cubicBezTo>
                      <a:cubicBezTo>
                        <a:pt x="30313" y="2522"/>
                        <a:pt x="29856" y="2370"/>
                        <a:pt x="29320" y="2144"/>
                      </a:cubicBezTo>
                      <a:cubicBezTo>
                        <a:pt x="29167" y="1992"/>
                        <a:pt x="28942" y="1913"/>
                        <a:pt x="28710" y="1839"/>
                      </a:cubicBezTo>
                      <a:cubicBezTo>
                        <a:pt x="28485" y="1687"/>
                        <a:pt x="28253" y="1608"/>
                        <a:pt x="28101" y="1535"/>
                      </a:cubicBezTo>
                      <a:cubicBezTo>
                        <a:pt x="27876" y="1456"/>
                        <a:pt x="27723" y="1382"/>
                        <a:pt x="27492" y="1303"/>
                      </a:cubicBezTo>
                      <a:cubicBezTo>
                        <a:pt x="27187" y="1151"/>
                        <a:pt x="26882" y="999"/>
                        <a:pt x="26578" y="925"/>
                      </a:cubicBezTo>
                      <a:cubicBezTo>
                        <a:pt x="25060" y="335"/>
                        <a:pt x="23519" y="1"/>
                        <a:pt x="2196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79" name="Google Shape;779;p44"/>
                <p:cNvSpPr/>
                <p:nvPr/>
              </p:nvSpPr>
              <p:spPr>
                <a:xfrm>
                  <a:off x="1947750" y="1173075"/>
                  <a:ext cx="523725" cy="96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9" h="38679" extrusionOk="0">
                      <a:moveTo>
                        <a:pt x="16299" y="1"/>
                      </a:moveTo>
                      <a:cubicBezTo>
                        <a:pt x="12722" y="531"/>
                        <a:pt x="11120" y="5710"/>
                        <a:pt x="9524" y="8452"/>
                      </a:cubicBezTo>
                      <a:cubicBezTo>
                        <a:pt x="9292" y="8756"/>
                        <a:pt x="9067" y="9140"/>
                        <a:pt x="8835" y="9518"/>
                      </a:cubicBezTo>
                      <a:cubicBezTo>
                        <a:pt x="8762" y="9597"/>
                        <a:pt x="8683" y="9750"/>
                        <a:pt x="8610" y="9902"/>
                      </a:cubicBezTo>
                      <a:cubicBezTo>
                        <a:pt x="8531" y="10127"/>
                        <a:pt x="8378" y="10359"/>
                        <a:pt x="8226" y="10584"/>
                      </a:cubicBezTo>
                      <a:cubicBezTo>
                        <a:pt x="8153" y="10737"/>
                        <a:pt x="8074" y="10889"/>
                        <a:pt x="7921" y="11120"/>
                      </a:cubicBezTo>
                      <a:cubicBezTo>
                        <a:pt x="7848" y="11273"/>
                        <a:pt x="7769" y="11425"/>
                        <a:pt x="7696" y="11651"/>
                      </a:cubicBezTo>
                      <a:cubicBezTo>
                        <a:pt x="7543" y="11882"/>
                        <a:pt x="7391" y="12108"/>
                        <a:pt x="7312" y="12339"/>
                      </a:cubicBezTo>
                      <a:cubicBezTo>
                        <a:pt x="7239" y="12491"/>
                        <a:pt x="7160" y="12564"/>
                        <a:pt x="7087" y="12717"/>
                      </a:cubicBezTo>
                      <a:cubicBezTo>
                        <a:pt x="6934" y="12948"/>
                        <a:pt x="6855" y="13253"/>
                        <a:pt x="6703" y="13478"/>
                      </a:cubicBezTo>
                      <a:cubicBezTo>
                        <a:pt x="6630" y="13558"/>
                        <a:pt x="6550" y="13710"/>
                        <a:pt x="6550" y="13783"/>
                      </a:cubicBezTo>
                      <a:cubicBezTo>
                        <a:pt x="6398" y="14088"/>
                        <a:pt x="6246" y="14392"/>
                        <a:pt x="6093" y="14624"/>
                      </a:cubicBezTo>
                      <a:cubicBezTo>
                        <a:pt x="6093" y="14697"/>
                        <a:pt x="6020" y="14849"/>
                        <a:pt x="6020" y="14929"/>
                      </a:cubicBezTo>
                      <a:lnTo>
                        <a:pt x="5563" y="15843"/>
                      </a:lnTo>
                      <a:cubicBezTo>
                        <a:pt x="5563" y="15916"/>
                        <a:pt x="5484" y="15995"/>
                        <a:pt x="5484" y="16068"/>
                      </a:cubicBezTo>
                      <a:lnTo>
                        <a:pt x="5027" y="16982"/>
                      </a:lnTo>
                      <a:cubicBezTo>
                        <a:pt x="5027" y="17061"/>
                        <a:pt x="4954" y="17134"/>
                        <a:pt x="4954" y="17134"/>
                      </a:cubicBezTo>
                      <a:cubicBezTo>
                        <a:pt x="4802" y="17518"/>
                        <a:pt x="4649" y="17823"/>
                        <a:pt x="4497" y="18127"/>
                      </a:cubicBezTo>
                      <a:cubicBezTo>
                        <a:pt x="4497" y="18201"/>
                        <a:pt x="4497" y="18280"/>
                        <a:pt x="4418" y="18280"/>
                      </a:cubicBezTo>
                      <a:cubicBezTo>
                        <a:pt x="4345" y="18657"/>
                        <a:pt x="4192" y="18962"/>
                        <a:pt x="4040" y="19346"/>
                      </a:cubicBezTo>
                      <a:lnTo>
                        <a:pt x="3961" y="19419"/>
                      </a:lnTo>
                      <a:cubicBezTo>
                        <a:pt x="3808" y="19803"/>
                        <a:pt x="3656" y="20108"/>
                        <a:pt x="3504" y="20485"/>
                      </a:cubicBezTo>
                      <a:lnTo>
                        <a:pt x="3504" y="20565"/>
                      </a:lnTo>
                      <a:lnTo>
                        <a:pt x="3047" y="21704"/>
                      </a:lnTo>
                      <a:cubicBezTo>
                        <a:pt x="2895" y="22088"/>
                        <a:pt x="2742" y="22466"/>
                        <a:pt x="2669" y="22849"/>
                      </a:cubicBezTo>
                      <a:lnTo>
                        <a:pt x="2590" y="22849"/>
                      </a:lnTo>
                      <a:cubicBezTo>
                        <a:pt x="2517" y="23227"/>
                        <a:pt x="2364" y="23611"/>
                        <a:pt x="2212" y="23989"/>
                      </a:cubicBezTo>
                      <a:cubicBezTo>
                        <a:pt x="1907" y="24830"/>
                        <a:pt x="1676" y="25591"/>
                        <a:pt x="1371" y="26353"/>
                      </a:cubicBezTo>
                      <a:lnTo>
                        <a:pt x="1371" y="26426"/>
                      </a:lnTo>
                      <a:cubicBezTo>
                        <a:pt x="610" y="28559"/>
                        <a:pt x="0" y="30996"/>
                        <a:pt x="153" y="33281"/>
                      </a:cubicBezTo>
                      <a:cubicBezTo>
                        <a:pt x="305" y="35035"/>
                        <a:pt x="1067" y="36784"/>
                        <a:pt x="2590" y="37777"/>
                      </a:cubicBezTo>
                      <a:cubicBezTo>
                        <a:pt x="3504" y="38307"/>
                        <a:pt x="4570" y="38539"/>
                        <a:pt x="5636" y="38612"/>
                      </a:cubicBezTo>
                      <a:cubicBezTo>
                        <a:pt x="6011" y="38654"/>
                        <a:pt x="6397" y="38678"/>
                        <a:pt x="6785" y="38678"/>
                      </a:cubicBezTo>
                      <a:cubicBezTo>
                        <a:pt x="7817" y="38678"/>
                        <a:pt x="8864" y="38503"/>
                        <a:pt x="9749" y="38003"/>
                      </a:cubicBezTo>
                      <a:cubicBezTo>
                        <a:pt x="11199" y="37241"/>
                        <a:pt x="12186" y="35870"/>
                        <a:pt x="12948" y="34426"/>
                      </a:cubicBezTo>
                      <a:cubicBezTo>
                        <a:pt x="14246" y="31910"/>
                        <a:pt x="15080" y="29168"/>
                        <a:pt x="15769" y="26353"/>
                      </a:cubicBezTo>
                      <a:cubicBezTo>
                        <a:pt x="16378" y="23837"/>
                        <a:pt x="16756" y="21326"/>
                        <a:pt x="17292" y="18810"/>
                      </a:cubicBezTo>
                      <a:cubicBezTo>
                        <a:pt x="17365" y="18657"/>
                        <a:pt x="17365" y="18584"/>
                        <a:pt x="17365" y="18505"/>
                      </a:cubicBezTo>
                      <a:cubicBezTo>
                        <a:pt x="17365" y="18432"/>
                        <a:pt x="17445" y="18280"/>
                        <a:pt x="17445" y="18201"/>
                      </a:cubicBezTo>
                      <a:cubicBezTo>
                        <a:pt x="17445" y="18048"/>
                        <a:pt x="17518" y="17975"/>
                        <a:pt x="17518" y="17823"/>
                      </a:cubicBezTo>
                      <a:cubicBezTo>
                        <a:pt x="17518" y="17744"/>
                        <a:pt x="17597" y="17670"/>
                        <a:pt x="17597" y="17518"/>
                      </a:cubicBezTo>
                      <a:cubicBezTo>
                        <a:pt x="17597" y="17439"/>
                        <a:pt x="17670" y="17287"/>
                        <a:pt x="17670" y="17134"/>
                      </a:cubicBezTo>
                      <a:cubicBezTo>
                        <a:pt x="17670" y="17061"/>
                        <a:pt x="17749" y="16982"/>
                        <a:pt x="17749" y="16830"/>
                      </a:cubicBezTo>
                      <a:cubicBezTo>
                        <a:pt x="17749" y="16756"/>
                        <a:pt x="17822" y="16604"/>
                        <a:pt x="17822" y="16452"/>
                      </a:cubicBezTo>
                      <a:cubicBezTo>
                        <a:pt x="17822" y="16373"/>
                        <a:pt x="17902" y="16299"/>
                        <a:pt x="17902" y="16220"/>
                      </a:cubicBezTo>
                      <a:cubicBezTo>
                        <a:pt x="17902" y="16068"/>
                        <a:pt x="17975" y="15916"/>
                        <a:pt x="17975" y="15763"/>
                      </a:cubicBezTo>
                      <a:cubicBezTo>
                        <a:pt x="18054" y="15690"/>
                        <a:pt x="18054" y="15611"/>
                        <a:pt x="18054" y="15538"/>
                      </a:cubicBezTo>
                      <a:cubicBezTo>
                        <a:pt x="18127" y="15306"/>
                        <a:pt x="18206" y="15081"/>
                        <a:pt x="18206" y="14929"/>
                      </a:cubicBezTo>
                      <a:lnTo>
                        <a:pt x="18206" y="14849"/>
                      </a:lnTo>
                      <a:cubicBezTo>
                        <a:pt x="18358" y="14472"/>
                        <a:pt x="18511" y="14015"/>
                        <a:pt x="18584" y="13631"/>
                      </a:cubicBezTo>
                      <a:cubicBezTo>
                        <a:pt x="19120" y="11803"/>
                        <a:pt x="19729" y="10054"/>
                        <a:pt x="20260" y="8299"/>
                      </a:cubicBezTo>
                      <a:cubicBezTo>
                        <a:pt x="20796" y="6551"/>
                        <a:pt x="20948" y="4948"/>
                        <a:pt x="20491" y="3120"/>
                      </a:cubicBezTo>
                      <a:cubicBezTo>
                        <a:pt x="20491" y="3047"/>
                        <a:pt x="20491" y="2895"/>
                        <a:pt x="20412" y="2816"/>
                      </a:cubicBezTo>
                      <a:cubicBezTo>
                        <a:pt x="20339" y="2590"/>
                        <a:pt x="20260" y="2438"/>
                        <a:pt x="20260" y="2286"/>
                      </a:cubicBezTo>
                      <a:cubicBezTo>
                        <a:pt x="20186" y="2206"/>
                        <a:pt x="20186" y="2133"/>
                        <a:pt x="20186" y="2054"/>
                      </a:cubicBezTo>
                      <a:lnTo>
                        <a:pt x="19729" y="1372"/>
                      </a:lnTo>
                      <a:cubicBezTo>
                        <a:pt x="19729" y="1292"/>
                        <a:pt x="19650" y="1219"/>
                        <a:pt x="19577" y="1140"/>
                      </a:cubicBezTo>
                      <a:cubicBezTo>
                        <a:pt x="19193" y="683"/>
                        <a:pt x="18663" y="379"/>
                        <a:pt x="18127" y="153"/>
                      </a:cubicBezTo>
                      <a:cubicBezTo>
                        <a:pt x="17975" y="153"/>
                        <a:pt x="17822" y="74"/>
                        <a:pt x="17670" y="74"/>
                      </a:cubicBezTo>
                      <a:cubicBezTo>
                        <a:pt x="17518" y="1"/>
                        <a:pt x="17365" y="1"/>
                        <a:pt x="1721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0" name="Google Shape;780;p44"/>
                <p:cNvSpPr/>
                <p:nvPr/>
              </p:nvSpPr>
              <p:spPr>
                <a:xfrm>
                  <a:off x="1814475" y="1458700"/>
                  <a:ext cx="864450" cy="77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78" h="30923" extrusionOk="0">
                      <a:moveTo>
                        <a:pt x="20186" y="0"/>
                      </a:moveTo>
                      <a:lnTo>
                        <a:pt x="0" y="152"/>
                      </a:lnTo>
                      <a:lnTo>
                        <a:pt x="14166" y="30922"/>
                      </a:lnTo>
                      <a:lnTo>
                        <a:pt x="34578" y="30770"/>
                      </a:lnTo>
                      <a:lnTo>
                        <a:pt x="20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1" name="Google Shape;781;p44"/>
                <p:cNvSpPr/>
                <p:nvPr/>
              </p:nvSpPr>
              <p:spPr>
                <a:xfrm>
                  <a:off x="1801200" y="1460525"/>
                  <a:ext cx="597900" cy="53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16" h="21253" extrusionOk="0">
                      <a:moveTo>
                        <a:pt x="19651" y="0"/>
                      </a:moveTo>
                      <a:lnTo>
                        <a:pt x="74" y="79"/>
                      </a:lnTo>
                      <a:cubicBezTo>
                        <a:pt x="1" y="914"/>
                        <a:pt x="153" y="1828"/>
                        <a:pt x="153" y="2285"/>
                      </a:cubicBezTo>
                      <a:cubicBezTo>
                        <a:pt x="531" y="9067"/>
                        <a:pt x="2664" y="15233"/>
                        <a:pt x="5485" y="21253"/>
                      </a:cubicBezTo>
                      <a:lnTo>
                        <a:pt x="23916" y="21100"/>
                      </a:lnTo>
                      <a:cubicBezTo>
                        <a:pt x="22088" y="17292"/>
                        <a:pt x="20717" y="13332"/>
                        <a:pt x="19876" y="9292"/>
                      </a:cubicBezTo>
                      <a:cubicBezTo>
                        <a:pt x="19194" y="6325"/>
                        <a:pt x="19267" y="3808"/>
                        <a:pt x="19651" y="841"/>
                      </a:cubicBezTo>
                      <a:cubicBezTo>
                        <a:pt x="19724" y="457"/>
                        <a:pt x="19724" y="232"/>
                        <a:pt x="196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2" name="Google Shape;782;p44"/>
                <p:cNvSpPr/>
                <p:nvPr/>
              </p:nvSpPr>
              <p:spPr>
                <a:xfrm>
                  <a:off x="2264850" y="1742250"/>
                  <a:ext cx="320850" cy="31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34" h="12692" extrusionOk="0">
                      <a:moveTo>
                        <a:pt x="7950" y="0"/>
                      </a:moveTo>
                      <a:cubicBezTo>
                        <a:pt x="7928" y="0"/>
                        <a:pt x="7905" y="1"/>
                        <a:pt x="7880" y="3"/>
                      </a:cubicBezTo>
                      <a:cubicBezTo>
                        <a:pt x="7655" y="82"/>
                        <a:pt x="7502" y="156"/>
                        <a:pt x="7350" y="308"/>
                      </a:cubicBezTo>
                      <a:cubicBezTo>
                        <a:pt x="6436" y="996"/>
                        <a:pt x="5674" y="1831"/>
                        <a:pt x="4986" y="2824"/>
                      </a:cubicBezTo>
                      <a:cubicBezTo>
                        <a:pt x="4608" y="3434"/>
                        <a:pt x="3999" y="4268"/>
                        <a:pt x="3920" y="5109"/>
                      </a:cubicBezTo>
                      <a:cubicBezTo>
                        <a:pt x="3920" y="5335"/>
                        <a:pt x="3999" y="5639"/>
                        <a:pt x="3920" y="5944"/>
                      </a:cubicBezTo>
                      <a:cubicBezTo>
                        <a:pt x="3847" y="6328"/>
                        <a:pt x="3542" y="6706"/>
                        <a:pt x="3310" y="7010"/>
                      </a:cubicBezTo>
                      <a:cubicBezTo>
                        <a:pt x="2853" y="7467"/>
                        <a:pt x="2323" y="7772"/>
                        <a:pt x="1787" y="8003"/>
                      </a:cubicBezTo>
                      <a:cubicBezTo>
                        <a:pt x="1409" y="8156"/>
                        <a:pt x="952" y="8229"/>
                        <a:pt x="648" y="8533"/>
                      </a:cubicBezTo>
                      <a:cubicBezTo>
                        <a:pt x="191" y="8990"/>
                        <a:pt x="191" y="9831"/>
                        <a:pt x="264" y="10361"/>
                      </a:cubicBezTo>
                      <a:cubicBezTo>
                        <a:pt x="472" y="11529"/>
                        <a:pt x="0" y="12691"/>
                        <a:pt x="1176" y="12691"/>
                      </a:cubicBezTo>
                      <a:cubicBezTo>
                        <a:pt x="1307" y="12691"/>
                        <a:pt x="1459" y="12677"/>
                        <a:pt x="1635" y="12646"/>
                      </a:cubicBezTo>
                      <a:cubicBezTo>
                        <a:pt x="3006" y="12421"/>
                        <a:pt x="4224" y="11732"/>
                        <a:pt x="5595" y="11354"/>
                      </a:cubicBezTo>
                      <a:cubicBezTo>
                        <a:pt x="6357" y="11123"/>
                        <a:pt x="7198" y="11050"/>
                        <a:pt x="8032" y="10971"/>
                      </a:cubicBezTo>
                      <a:cubicBezTo>
                        <a:pt x="9403" y="10818"/>
                        <a:pt x="10622" y="10818"/>
                        <a:pt x="11615" y="9752"/>
                      </a:cubicBezTo>
                      <a:cubicBezTo>
                        <a:pt x="11767" y="9600"/>
                        <a:pt x="11920" y="9447"/>
                        <a:pt x="12072" y="9222"/>
                      </a:cubicBezTo>
                      <a:cubicBezTo>
                        <a:pt x="12377" y="8765"/>
                        <a:pt x="12834" y="8381"/>
                        <a:pt x="12681" y="7772"/>
                      </a:cubicBezTo>
                      <a:cubicBezTo>
                        <a:pt x="12602" y="7467"/>
                        <a:pt x="12450" y="7315"/>
                        <a:pt x="12224" y="7163"/>
                      </a:cubicBezTo>
                      <a:lnTo>
                        <a:pt x="12145" y="7163"/>
                      </a:lnTo>
                      <a:lnTo>
                        <a:pt x="12145" y="7089"/>
                      </a:lnTo>
                      <a:cubicBezTo>
                        <a:pt x="12145" y="6706"/>
                        <a:pt x="12377" y="6328"/>
                        <a:pt x="12224" y="5944"/>
                      </a:cubicBezTo>
                      <a:cubicBezTo>
                        <a:pt x="12072" y="5718"/>
                        <a:pt x="11841" y="5566"/>
                        <a:pt x="11615" y="5566"/>
                      </a:cubicBezTo>
                      <a:cubicBezTo>
                        <a:pt x="11615" y="5566"/>
                        <a:pt x="11536" y="5566"/>
                        <a:pt x="11536" y="5487"/>
                      </a:cubicBezTo>
                      <a:lnTo>
                        <a:pt x="11536" y="5414"/>
                      </a:lnTo>
                      <a:lnTo>
                        <a:pt x="11536" y="5261"/>
                      </a:lnTo>
                      <a:cubicBezTo>
                        <a:pt x="11536" y="5030"/>
                        <a:pt x="11536" y="4805"/>
                        <a:pt x="11463" y="4652"/>
                      </a:cubicBezTo>
                      <a:cubicBezTo>
                        <a:pt x="11384" y="4421"/>
                        <a:pt x="11158" y="3964"/>
                        <a:pt x="10854" y="3964"/>
                      </a:cubicBezTo>
                      <a:cubicBezTo>
                        <a:pt x="10919" y="3554"/>
                        <a:pt x="10867" y="2231"/>
                        <a:pt x="10199" y="2231"/>
                      </a:cubicBezTo>
                      <a:cubicBezTo>
                        <a:pt x="10121" y="2231"/>
                        <a:pt x="10035" y="2249"/>
                        <a:pt x="9940" y="2288"/>
                      </a:cubicBezTo>
                      <a:lnTo>
                        <a:pt x="9787" y="2440"/>
                      </a:lnTo>
                      <a:cubicBezTo>
                        <a:pt x="9635" y="2672"/>
                        <a:pt x="9556" y="2977"/>
                        <a:pt x="9403" y="3202"/>
                      </a:cubicBezTo>
                      <a:cubicBezTo>
                        <a:pt x="9026" y="3811"/>
                        <a:pt x="8416" y="4268"/>
                        <a:pt x="7807" y="4500"/>
                      </a:cubicBezTo>
                      <a:cubicBezTo>
                        <a:pt x="7662" y="4541"/>
                        <a:pt x="7501" y="4565"/>
                        <a:pt x="7342" y="4565"/>
                      </a:cubicBezTo>
                      <a:cubicBezTo>
                        <a:pt x="6915" y="4565"/>
                        <a:pt x="6509" y="4389"/>
                        <a:pt x="6509" y="3891"/>
                      </a:cubicBezTo>
                      <a:cubicBezTo>
                        <a:pt x="6509" y="3434"/>
                        <a:pt x="6741" y="2977"/>
                        <a:pt x="6966" y="2672"/>
                      </a:cubicBezTo>
                      <a:cubicBezTo>
                        <a:pt x="7271" y="2215"/>
                        <a:pt x="7655" y="1831"/>
                        <a:pt x="7959" y="1453"/>
                      </a:cubicBezTo>
                      <a:cubicBezTo>
                        <a:pt x="8178" y="1158"/>
                        <a:pt x="8690" y="0"/>
                        <a:pt x="7950" y="0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3" name="Google Shape;783;p44"/>
                <p:cNvSpPr/>
                <p:nvPr/>
              </p:nvSpPr>
              <p:spPr>
                <a:xfrm>
                  <a:off x="2507550" y="1843300"/>
                  <a:ext cx="30475" cy="3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" h="1598" extrusionOk="0">
                      <a:moveTo>
                        <a:pt x="1066" y="1"/>
                      </a:moveTo>
                      <a:cubicBezTo>
                        <a:pt x="1066" y="74"/>
                        <a:pt x="993" y="153"/>
                        <a:pt x="993" y="226"/>
                      </a:cubicBezTo>
                      <a:cubicBezTo>
                        <a:pt x="993" y="306"/>
                        <a:pt x="914" y="379"/>
                        <a:pt x="914" y="458"/>
                      </a:cubicBezTo>
                      <a:cubicBezTo>
                        <a:pt x="841" y="610"/>
                        <a:pt x="762" y="683"/>
                        <a:pt x="689" y="836"/>
                      </a:cubicBezTo>
                      <a:cubicBezTo>
                        <a:pt x="536" y="1067"/>
                        <a:pt x="305" y="1372"/>
                        <a:pt x="79" y="1524"/>
                      </a:cubicBezTo>
                      <a:cubicBezTo>
                        <a:pt x="0" y="1597"/>
                        <a:pt x="152" y="1597"/>
                        <a:pt x="232" y="1597"/>
                      </a:cubicBezTo>
                      <a:cubicBezTo>
                        <a:pt x="457" y="1372"/>
                        <a:pt x="609" y="1140"/>
                        <a:pt x="841" y="836"/>
                      </a:cubicBezTo>
                      <a:cubicBezTo>
                        <a:pt x="914" y="763"/>
                        <a:pt x="993" y="610"/>
                        <a:pt x="1066" y="458"/>
                      </a:cubicBezTo>
                      <a:cubicBezTo>
                        <a:pt x="1066" y="379"/>
                        <a:pt x="1146" y="306"/>
                        <a:pt x="1146" y="226"/>
                      </a:cubicBezTo>
                      <a:cubicBezTo>
                        <a:pt x="1146" y="153"/>
                        <a:pt x="1219" y="74"/>
                        <a:pt x="1219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4" name="Google Shape;784;p44"/>
                <p:cNvSpPr/>
                <p:nvPr/>
              </p:nvSpPr>
              <p:spPr>
                <a:xfrm>
                  <a:off x="2524750" y="1882400"/>
                  <a:ext cx="30500" cy="3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" h="1557" extrusionOk="0">
                      <a:moveTo>
                        <a:pt x="1106" y="1"/>
                      </a:moveTo>
                      <a:cubicBezTo>
                        <a:pt x="1084" y="1"/>
                        <a:pt x="1067" y="9"/>
                        <a:pt x="1067" y="33"/>
                      </a:cubicBezTo>
                      <a:cubicBezTo>
                        <a:pt x="835" y="643"/>
                        <a:pt x="531" y="1100"/>
                        <a:pt x="1" y="1557"/>
                      </a:cubicBezTo>
                      <a:lnTo>
                        <a:pt x="153" y="1557"/>
                      </a:lnTo>
                      <a:cubicBezTo>
                        <a:pt x="610" y="1179"/>
                        <a:pt x="988" y="643"/>
                        <a:pt x="1219" y="33"/>
                      </a:cubicBezTo>
                      <a:cubicBezTo>
                        <a:pt x="1219" y="33"/>
                        <a:pt x="1151" y="1"/>
                        <a:pt x="1106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5" name="Google Shape;785;p44"/>
                <p:cNvSpPr/>
                <p:nvPr/>
              </p:nvSpPr>
              <p:spPr>
                <a:xfrm>
                  <a:off x="2538000" y="1923725"/>
                  <a:ext cx="30500" cy="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" h="1275" extrusionOk="0">
                      <a:moveTo>
                        <a:pt x="1143" y="1"/>
                      </a:moveTo>
                      <a:cubicBezTo>
                        <a:pt x="1105" y="1"/>
                        <a:pt x="1067" y="19"/>
                        <a:pt x="1067" y="56"/>
                      </a:cubicBezTo>
                      <a:cubicBezTo>
                        <a:pt x="841" y="513"/>
                        <a:pt x="458" y="897"/>
                        <a:pt x="80" y="1201"/>
                      </a:cubicBezTo>
                      <a:cubicBezTo>
                        <a:pt x="1" y="1274"/>
                        <a:pt x="153" y="1274"/>
                        <a:pt x="153" y="1274"/>
                      </a:cubicBezTo>
                      <a:cubicBezTo>
                        <a:pt x="610" y="970"/>
                        <a:pt x="994" y="513"/>
                        <a:pt x="1219" y="56"/>
                      </a:cubicBezTo>
                      <a:cubicBezTo>
                        <a:pt x="1219" y="19"/>
                        <a:pt x="1181" y="1"/>
                        <a:pt x="1143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6" name="Google Shape;786;p44"/>
                <p:cNvSpPr/>
                <p:nvPr/>
              </p:nvSpPr>
              <p:spPr>
                <a:xfrm>
                  <a:off x="1957350" y="1935725"/>
                  <a:ext cx="445575" cy="20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" h="8154" extrusionOk="0">
                      <a:moveTo>
                        <a:pt x="15779" y="1"/>
                      </a:moveTo>
                      <a:cubicBezTo>
                        <a:pt x="14884" y="1"/>
                        <a:pt x="13579" y="264"/>
                        <a:pt x="13100" y="264"/>
                      </a:cubicBezTo>
                      <a:cubicBezTo>
                        <a:pt x="10736" y="417"/>
                        <a:pt x="8299" y="569"/>
                        <a:pt x="5941" y="721"/>
                      </a:cubicBezTo>
                      <a:cubicBezTo>
                        <a:pt x="5332" y="721"/>
                        <a:pt x="4795" y="794"/>
                        <a:pt x="4186" y="874"/>
                      </a:cubicBezTo>
                      <a:cubicBezTo>
                        <a:pt x="3120" y="1026"/>
                        <a:pt x="2054" y="1251"/>
                        <a:pt x="987" y="1635"/>
                      </a:cubicBezTo>
                      <a:cubicBezTo>
                        <a:pt x="683" y="1708"/>
                        <a:pt x="305" y="1940"/>
                        <a:pt x="73" y="2245"/>
                      </a:cubicBezTo>
                      <a:cubicBezTo>
                        <a:pt x="0" y="2470"/>
                        <a:pt x="0" y="2702"/>
                        <a:pt x="0" y="2927"/>
                      </a:cubicBezTo>
                      <a:cubicBezTo>
                        <a:pt x="153" y="4682"/>
                        <a:pt x="1140" y="7424"/>
                        <a:pt x="3047" y="7954"/>
                      </a:cubicBezTo>
                      <a:cubicBezTo>
                        <a:pt x="3431" y="8100"/>
                        <a:pt x="3816" y="8154"/>
                        <a:pt x="4200" y="8154"/>
                      </a:cubicBezTo>
                      <a:cubicBezTo>
                        <a:pt x="4425" y="8154"/>
                        <a:pt x="4650" y="8135"/>
                        <a:pt x="4875" y="8106"/>
                      </a:cubicBezTo>
                      <a:cubicBezTo>
                        <a:pt x="8073" y="8106"/>
                        <a:pt x="10968" y="7192"/>
                        <a:pt x="13709" y="5821"/>
                      </a:cubicBezTo>
                      <a:cubicBezTo>
                        <a:pt x="14623" y="5364"/>
                        <a:pt x="15458" y="4834"/>
                        <a:pt x="16372" y="4298"/>
                      </a:cubicBezTo>
                      <a:cubicBezTo>
                        <a:pt x="17061" y="3841"/>
                        <a:pt x="17822" y="3159"/>
                        <a:pt x="17670" y="2318"/>
                      </a:cubicBezTo>
                      <a:cubicBezTo>
                        <a:pt x="17518" y="1861"/>
                        <a:pt x="17213" y="1556"/>
                        <a:pt x="16981" y="1178"/>
                      </a:cubicBezTo>
                      <a:cubicBezTo>
                        <a:pt x="16829" y="947"/>
                        <a:pt x="16756" y="264"/>
                        <a:pt x="16604" y="185"/>
                      </a:cubicBezTo>
                      <a:cubicBezTo>
                        <a:pt x="16467" y="49"/>
                        <a:pt x="16160" y="1"/>
                        <a:pt x="15779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7" name="Google Shape;787;p44"/>
                <p:cNvSpPr/>
                <p:nvPr/>
              </p:nvSpPr>
              <p:spPr>
                <a:xfrm>
                  <a:off x="1951550" y="1911325"/>
                  <a:ext cx="445575" cy="2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" h="9387" extrusionOk="0">
                      <a:moveTo>
                        <a:pt x="15261" y="0"/>
                      </a:moveTo>
                      <a:cubicBezTo>
                        <a:pt x="15206" y="0"/>
                        <a:pt x="15147" y="7"/>
                        <a:pt x="15081" y="22"/>
                      </a:cubicBezTo>
                      <a:cubicBezTo>
                        <a:pt x="13558" y="247"/>
                        <a:pt x="12187" y="704"/>
                        <a:pt x="10663" y="856"/>
                      </a:cubicBezTo>
                      <a:cubicBezTo>
                        <a:pt x="9829" y="936"/>
                        <a:pt x="8915" y="1009"/>
                        <a:pt x="8074" y="1088"/>
                      </a:cubicBezTo>
                      <a:cubicBezTo>
                        <a:pt x="6246" y="1240"/>
                        <a:pt x="4418" y="1697"/>
                        <a:pt x="2590" y="2227"/>
                      </a:cubicBezTo>
                      <a:cubicBezTo>
                        <a:pt x="1908" y="2380"/>
                        <a:pt x="915" y="2459"/>
                        <a:pt x="458" y="2989"/>
                      </a:cubicBezTo>
                      <a:cubicBezTo>
                        <a:pt x="1" y="3525"/>
                        <a:pt x="80" y="4287"/>
                        <a:pt x="305" y="4896"/>
                      </a:cubicBezTo>
                      <a:cubicBezTo>
                        <a:pt x="689" y="6036"/>
                        <a:pt x="1146" y="7181"/>
                        <a:pt x="1981" y="8095"/>
                      </a:cubicBezTo>
                      <a:cubicBezTo>
                        <a:pt x="2822" y="8857"/>
                        <a:pt x="3961" y="9387"/>
                        <a:pt x="5107" y="9387"/>
                      </a:cubicBezTo>
                      <a:cubicBezTo>
                        <a:pt x="5637" y="9314"/>
                        <a:pt x="6094" y="9234"/>
                        <a:pt x="6630" y="9161"/>
                      </a:cubicBezTo>
                      <a:cubicBezTo>
                        <a:pt x="7696" y="8930"/>
                        <a:pt x="8762" y="8704"/>
                        <a:pt x="9902" y="8473"/>
                      </a:cubicBezTo>
                      <a:cubicBezTo>
                        <a:pt x="12339" y="7943"/>
                        <a:pt x="14855" y="7333"/>
                        <a:pt x="17140" y="6267"/>
                      </a:cubicBezTo>
                      <a:cubicBezTo>
                        <a:pt x="17293" y="6188"/>
                        <a:pt x="17366" y="6115"/>
                        <a:pt x="17445" y="5962"/>
                      </a:cubicBezTo>
                      <a:cubicBezTo>
                        <a:pt x="17823" y="5579"/>
                        <a:pt x="17366" y="5201"/>
                        <a:pt x="17140" y="4896"/>
                      </a:cubicBezTo>
                      <a:cubicBezTo>
                        <a:pt x="16909" y="4360"/>
                        <a:pt x="16756" y="3830"/>
                        <a:pt x="16604" y="3294"/>
                      </a:cubicBezTo>
                      <a:cubicBezTo>
                        <a:pt x="16379" y="2611"/>
                        <a:pt x="16226" y="1923"/>
                        <a:pt x="15995" y="1240"/>
                      </a:cubicBezTo>
                      <a:cubicBezTo>
                        <a:pt x="15791" y="618"/>
                        <a:pt x="15771" y="0"/>
                        <a:pt x="1526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8" name="Google Shape;788;p44"/>
                <p:cNvSpPr/>
                <p:nvPr/>
              </p:nvSpPr>
              <p:spPr>
                <a:xfrm>
                  <a:off x="2625600" y="982400"/>
                  <a:ext cx="316100" cy="56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44" h="22629" extrusionOk="0">
                      <a:moveTo>
                        <a:pt x="6510" y="1"/>
                      </a:moveTo>
                      <a:cubicBezTo>
                        <a:pt x="5259" y="1"/>
                        <a:pt x="4001" y="218"/>
                        <a:pt x="2742" y="694"/>
                      </a:cubicBezTo>
                      <a:lnTo>
                        <a:pt x="0" y="1839"/>
                      </a:lnTo>
                      <a:lnTo>
                        <a:pt x="0" y="2370"/>
                      </a:lnTo>
                      <a:cubicBezTo>
                        <a:pt x="0" y="2753"/>
                        <a:pt x="0" y="3210"/>
                        <a:pt x="79" y="3588"/>
                      </a:cubicBezTo>
                      <a:cubicBezTo>
                        <a:pt x="384" y="6409"/>
                        <a:pt x="1298" y="9151"/>
                        <a:pt x="1907" y="11966"/>
                      </a:cubicBezTo>
                      <a:cubicBezTo>
                        <a:pt x="2590" y="14787"/>
                        <a:pt x="3430" y="17529"/>
                        <a:pt x="4570" y="20191"/>
                      </a:cubicBezTo>
                      <a:cubicBezTo>
                        <a:pt x="4874" y="20953"/>
                        <a:pt x="5258" y="22019"/>
                        <a:pt x="6020" y="22476"/>
                      </a:cubicBezTo>
                      <a:cubicBezTo>
                        <a:pt x="6093" y="22476"/>
                        <a:pt x="6172" y="22556"/>
                        <a:pt x="6325" y="22629"/>
                      </a:cubicBezTo>
                      <a:cubicBezTo>
                        <a:pt x="6477" y="22556"/>
                        <a:pt x="6550" y="22476"/>
                        <a:pt x="6629" y="22476"/>
                      </a:cubicBezTo>
                      <a:cubicBezTo>
                        <a:pt x="7391" y="22019"/>
                        <a:pt x="7769" y="20953"/>
                        <a:pt x="8073" y="20191"/>
                      </a:cubicBezTo>
                      <a:cubicBezTo>
                        <a:pt x="9219" y="17529"/>
                        <a:pt x="10054" y="14787"/>
                        <a:pt x="10663" y="11966"/>
                      </a:cubicBezTo>
                      <a:cubicBezTo>
                        <a:pt x="11272" y="9151"/>
                        <a:pt x="12186" y="6409"/>
                        <a:pt x="12570" y="3588"/>
                      </a:cubicBezTo>
                      <a:cubicBezTo>
                        <a:pt x="12643" y="3131"/>
                        <a:pt x="12643" y="2753"/>
                        <a:pt x="12643" y="2296"/>
                      </a:cubicBezTo>
                      <a:lnTo>
                        <a:pt x="12643" y="1535"/>
                      </a:lnTo>
                      <a:cubicBezTo>
                        <a:pt x="12418" y="1456"/>
                        <a:pt x="12265" y="1382"/>
                        <a:pt x="12034" y="1303"/>
                      </a:cubicBezTo>
                      <a:cubicBezTo>
                        <a:pt x="11729" y="1151"/>
                        <a:pt x="11424" y="999"/>
                        <a:pt x="11120" y="925"/>
                      </a:cubicBezTo>
                      <a:cubicBezTo>
                        <a:pt x="9602" y="335"/>
                        <a:pt x="8061" y="1"/>
                        <a:pt x="6510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89" name="Google Shape;789;p44"/>
                <p:cNvSpPr/>
                <p:nvPr/>
              </p:nvSpPr>
              <p:spPr>
                <a:xfrm>
                  <a:off x="2640825" y="1142625"/>
                  <a:ext cx="285625" cy="40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5" h="16220" extrusionOk="0">
                      <a:moveTo>
                        <a:pt x="11425" y="0"/>
                      </a:moveTo>
                      <a:lnTo>
                        <a:pt x="11425" y="0"/>
                      </a:lnTo>
                      <a:cubicBezTo>
                        <a:pt x="11423" y="10"/>
                        <a:pt x="11421" y="19"/>
                        <a:pt x="11419" y="29"/>
                      </a:cubicBezTo>
                      <a:lnTo>
                        <a:pt x="11419" y="29"/>
                      </a:lnTo>
                      <a:cubicBezTo>
                        <a:pt x="11425" y="14"/>
                        <a:pt x="11425" y="0"/>
                        <a:pt x="11425" y="0"/>
                      </a:cubicBezTo>
                      <a:close/>
                      <a:moveTo>
                        <a:pt x="11419" y="29"/>
                      </a:moveTo>
                      <a:cubicBezTo>
                        <a:pt x="11411" y="49"/>
                        <a:pt x="11393" y="73"/>
                        <a:pt x="11352" y="73"/>
                      </a:cubicBezTo>
                      <a:cubicBezTo>
                        <a:pt x="10133" y="457"/>
                        <a:pt x="8835" y="835"/>
                        <a:pt x="7543" y="987"/>
                      </a:cubicBezTo>
                      <a:cubicBezTo>
                        <a:pt x="6607" y="1154"/>
                        <a:pt x="5633" y="1280"/>
                        <a:pt x="4678" y="1280"/>
                      </a:cubicBezTo>
                      <a:cubicBezTo>
                        <a:pt x="4309" y="1280"/>
                        <a:pt x="3943" y="1261"/>
                        <a:pt x="3583" y="1219"/>
                      </a:cubicBezTo>
                      <a:cubicBezTo>
                        <a:pt x="2438" y="1066"/>
                        <a:pt x="1298" y="762"/>
                        <a:pt x="232" y="305"/>
                      </a:cubicBezTo>
                      <a:cubicBezTo>
                        <a:pt x="153" y="305"/>
                        <a:pt x="80" y="305"/>
                        <a:pt x="0" y="226"/>
                      </a:cubicBezTo>
                      <a:lnTo>
                        <a:pt x="0" y="226"/>
                      </a:lnTo>
                      <a:cubicBezTo>
                        <a:pt x="457" y="2053"/>
                        <a:pt x="914" y="3808"/>
                        <a:pt x="1298" y="5557"/>
                      </a:cubicBezTo>
                      <a:cubicBezTo>
                        <a:pt x="1981" y="8378"/>
                        <a:pt x="2821" y="11120"/>
                        <a:pt x="3961" y="13782"/>
                      </a:cubicBezTo>
                      <a:cubicBezTo>
                        <a:pt x="4265" y="14544"/>
                        <a:pt x="4649" y="15610"/>
                        <a:pt x="5411" y="16067"/>
                      </a:cubicBezTo>
                      <a:cubicBezTo>
                        <a:pt x="5484" y="16067"/>
                        <a:pt x="5563" y="16147"/>
                        <a:pt x="5716" y="16220"/>
                      </a:cubicBezTo>
                      <a:cubicBezTo>
                        <a:pt x="5868" y="16147"/>
                        <a:pt x="5941" y="16067"/>
                        <a:pt x="6020" y="16067"/>
                      </a:cubicBezTo>
                      <a:cubicBezTo>
                        <a:pt x="6782" y="15610"/>
                        <a:pt x="7160" y="14544"/>
                        <a:pt x="7464" y="13782"/>
                      </a:cubicBezTo>
                      <a:cubicBezTo>
                        <a:pt x="8610" y="11120"/>
                        <a:pt x="9445" y="8378"/>
                        <a:pt x="10054" y="5557"/>
                      </a:cubicBezTo>
                      <a:cubicBezTo>
                        <a:pt x="10508" y="3738"/>
                        <a:pt x="11042" y="1920"/>
                        <a:pt x="11419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0" name="Google Shape;790;p44"/>
                <p:cNvSpPr/>
                <p:nvPr/>
              </p:nvSpPr>
              <p:spPr>
                <a:xfrm>
                  <a:off x="2819800" y="1270100"/>
                  <a:ext cx="26675" cy="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690" extrusionOk="0">
                      <a:moveTo>
                        <a:pt x="841" y="1"/>
                      </a:moveTo>
                      <a:lnTo>
                        <a:pt x="80" y="306"/>
                      </a:lnTo>
                      <a:cubicBezTo>
                        <a:pt x="1" y="385"/>
                        <a:pt x="80" y="458"/>
                        <a:pt x="80" y="537"/>
                      </a:cubicBezTo>
                      <a:cubicBezTo>
                        <a:pt x="80" y="610"/>
                        <a:pt x="153" y="689"/>
                        <a:pt x="232" y="689"/>
                      </a:cubicBezTo>
                      <a:lnTo>
                        <a:pt x="994" y="306"/>
                      </a:lnTo>
                      <a:cubicBezTo>
                        <a:pt x="1067" y="306"/>
                        <a:pt x="994" y="153"/>
                        <a:pt x="994" y="80"/>
                      </a:cubicBezTo>
                      <a:cubicBezTo>
                        <a:pt x="994" y="80"/>
                        <a:pt x="915" y="1"/>
                        <a:pt x="84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1" name="Google Shape;791;p44"/>
                <p:cNvSpPr/>
                <p:nvPr/>
              </p:nvSpPr>
              <p:spPr>
                <a:xfrm>
                  <a:off x="2835025" y="1119025"/>
                  <a:ext cx="329525" cy="16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1" h="6533" extrusionOk="0">
                      <a:moveTo>
                        <a:pt x="12665" y="0"/>
                      </a:moveTo>
                      <a:cubicBezTo>
                        <a:pt x="12608" y="0"/>
                        <a:pt x="12550" y="10"/>
                        <a:pt x="12492" y="30"/>
                      </a:cubicBezTo>
                      <a:lnTo>
                        <a:pt x="306" y="5739"/>
                      </a:lnTo>
                      <a:cubicBezTo>
                        <a:pt x="80" y="5819"/>
                        <a:pt x="1" y="6044"/>
                        <a:pt x="80" y="6276"/>
                      </a:cubicBezTo>
                      <a:lnTo>
                        <a:pt x="80" y="6349"/>
                      </a:lnTo>
                      <a:cubicBezTo>
                        <a:pt x="134" y="6460"/>
                        <a:pt x="310" y="6532"/>
                        <a:pt x="461" y="6532"/>
                      </a:cubicBezTo>
                      <a:cubicBezTo>
                        <a:pt x="517" y="6532"/>
                        <a:pt x="569" y="6522"/>
                        <a:pt x="610" y="6501"/>
                      </a:cubicBezTo>
                      <a:lnTo>
                        <a:pt x="12875" y="865"/>
                      </a:lnTo>
                      <a:cubicBezTo>
                        <a:pt x="13101" y="792"/>
                        <a:pt x="13180" y="487"/>
                        <a:pt x="13101" y="256"/>
                      </a:cubicBezTo>
                      <a:cubicBezTo>
                        <a:pt x="12987" y="87"/>
                        <a:pt x="12832" y="0"/>
                        <a:pt x="1266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2" name="Google Shape;792;p44"/>
                <p:cNvSpPr/>
                <p:nvPr/>
              </p:nvSpPr>
              <p:spPr>
                <a:xfrm>
                  <a:off x="2827425" y="1123975"/>
                  <a:ext cx="316100" cy="16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44" h="6699" extrusionOk="0">
                      <a:moveTo>
                        <a:pt x="11550" y="1"/>
                      </a:moveTo>
                      <a:cubicBezTo>
                        <a:pt x="11432" y="1"/>
                        <a:pt x="11313" y="20"/>
                        <a:pt x="11199" y="58"/>
                      </a:cubicBezTo>
                      <a:lnTo>
                        <a:pt x="610" y="5011"/>
                      </a:lnTo>
                      <a:cubicBezTo>
                        <a:pt x="153" y="5237"/>
                        <a:pt x="0" y="5773"/>
                        <a:pt x="153" y="6151"/>
                      </a:cubicBezTo>
                      <a:cubicBezTo>
                        <a:pt x="322" y="6485"/>
                        <a:pt x="651" y="6699"/>
                        <a:pt x="994" y="6699"/>
                      </a:cubicBezTo>
                      <a:cubicBezTo>
                        <a:pt x="1121" y="6699"/>
                        <a:pt x="1249" y="6670"/>
                        <a:pt x="1371" y="6608"/>
                      </a:cubicBezTo>
                      <a:lnTo>
                        <a:pt x="11961" y="1660"/>
                      </a:lnTo>
                      <a:cubicBezTo>
                        <a:pt x="12418" y="1508"/>
                        <a:pt x="12643" y="972"/>
                        <a:pt x="12418" y="515"/>
                      </a:cubicBezTo>
                      <a:cubicBezTo>
                        <a:pt x="12244" y="172"/>
                        <a:pt x="11903" y="1"/>
                        <a:pt x="1155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3" name="Google Shape;793;p44"/>
                <p:cNvSpPr/>
                <p:nvPr/>
              </p:nvSpPr>
              <p:spPr>
                <a:xfrm>
                  <a:off x="2901750" y="1163475"/>
                  <a:ext cx="262800" cy="2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2" h="10572" extrusionOk="0">
                      <a:moveTo>
                        <a:pt x="4034" y="1"/>
                      </a:moveTo>
                      <a:cubicBezTo>
                        <a:pt x="3120" y="153"/>
                        <a:pt x="2511" y="994"/>
                        <a:pt x="1749" y="1372"/>
                      </a:cubicBezTo>
                      <a:cubicBezTo>
                        <a:pt x="1372" y="1524"/>
                        <a:pt x="1" y="1981"/>
                        <a:pt x="610" y="2590"/>
                      </a:cubicBezTo>
                      <a:cubicBezTo>
                        <a:pt x="683" y="2670"/>
                        <a:pt x="762" y="2743"/>
                        <a:pt x="915" y="2743"/>
                      </a:cubicBezTo>
                      <a:cubicBezTo>
                        <a:pt x="1083" y="2800"/>
                        <a:pt x="1251" y="2824"/>
                        <a:pt x="1419" y="2824"/>
                      </a:cubicBezTo>
                      <a:cubicBezTo>
                        <a:pt x="1931" y="2824"/>
                        <a:pt x="2436" y="2595"/>
                        <a:pt x="2895" y="2365"/>
                      </a:cubicBezTo>
                      <a:cubicBezTo>
                        <a:pt x="3120" y="2213"/>
                        <a:pt x="3352" y="2133"/>
                        <a:pt x="3656" y="1981"/>
                      </a:cubicBezTo>
                      <a:cubicBezTo>
                        <a:pt x="3770" y="1925"/>
                        <a:pt x="3874" y="1902"/>
                        <a:pt x="3958" y="1902"/>
                      </a:cubicBezTo>
                      <a:cubicBezTo>
                        <a:pt x="4213" y="1902"/>
                        <a:pt x="4285" y="2116"/>
                        <a:pt x="3882" y="2286"/>
                      </a:cubicBezTo>
                      <a:lnTo>
                        <a:pt x="2968" y="2743"/>
                      </a:lnTo>
                      <a:cubicBezTo>
                        <a:pt x="2511" y="2974"/>
                        <a:pt x="2054" y="3431"/>
                        <a:pt x="2286" y="3961"/>
                      </a:cubicBezTo>
                      <a:cubicBezTo>
                        <a:pt x="2438" y="4266"/>
                        <a:pt x="2742" y="4418"/>
                        <a:pt x="3047" y="4418"/>
                      </a:cubicBezTo>
                      <a:cubicBezTo>
                        <a:pt x="2895" y="4723"/>
                        <a:pt x="2895" y="5107"/>
                        <a:pt x="3047" y="5485"/>
                      </a:cubicBezTo>
                      <a:cubicBezTo>
                        <a:pt x="3273" y="5789"/>
                        <a:pt x="3577" y="6021"/>
                        <a:pt x="3961" y="6094"/>
                      </a:cubicBezTo>
                      <a:cubicBezTo>
                        <a:pt x="3730" y="6325"/>
                        <a:pt x="3656" y="6630"/>
                        <a:pt x="3730" y="6856"/>
                      </a:cubicBezTo>
                      <a:cubicBezTo>
                        <a:pt x="3809" y="7160"/>
                        <a:pt x="4034" y="7392"/>
                        <a:pt x="4266" y="7544"/>
                      </a:cubicBezTo>
                      <a:cubicBezTo>
                        <a:pt x="4491" y="7617"/>
                        <a:pt x="4796" y="7617"/>
                        <a:pt x="5027" y="7849"/>
                      </a:cubicBezTo>
                      <a:cubicBezTo>
                        <a:pt x="5253" y="8074"/>
                        <a:pt x="5405" y="8458"/>
                        <a:pt x="5637" y="8763"/>
                      </a:cubicBezTo>
                      <a:lnTo>
                        <a:pt x="6094" y="9445"/>
                      </a:lnTo>
                      <a:cubicBezTo>
                        <a:pt x="6319" y="9750"/>
                        <a:pt x="6624" y="9981"/>
                        <a:pt x="7008" y="10207"/>
                      </a:cubicBezTo>
                      <a:cubicBezTo>
                        <a:pt x="7396" y="10430"/>
                        <a:pt x="7869" y="10571"/>
                        <a:pt x="8302" y="10571"/>
                      </a:cubicBezTo>
                      <a:cubicBezTo>
                        <a:pt x="8461" y="10571"/>
                        <a:pt x="8614" y="10552"/>
                        <a:pt x="8756" y="10511"/>
                      </a:cubicBezTo>
                      <a:cubicBezTo>
                        <a:pt x="10511" y="9981"/>
                        <a:pt x="9518" y="7696"/>
                        <a:pt x="9213" y="6478"/>
                      </a:cubicBezTo>
                      <a:cubicBezTo>
                        <a:pt x="8909" y="5411"/>
                        <a:pt x="8835" y="4418"/>
                        <a:pt x="8756" y="3279"/>
                      </a:cubicBezTo>
                      <a:lnTo>
                        <a:pt x="8756" y="2670"/>
                      </a:lnTo>
                      <a:cubicBezTo>
                        <a:pt x="8604" y="763"/>
                        <a:pt x="6398" y="385"/>
                        <a:pt x="4875" y="80"/>
                      </a:cubicBezTo>
                      <a:cubicBezTo>
                        <a:pt x="4570" y="1"/>
                        <a:pt x="4266" y="1"/>
                        <a:pt x="4034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4" name="Google Shape;794;p44"/>
                <p:cNvSpPr/>
                <p:nvPr/>
              </p:nvSpPr>
              <p:spPr>
                <a:xfrm>
                  <a:off x="2979975" y="1251075"/>
                  <a:ext cx="60725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928" extrusionOk="0">
                      <a:moveTo>
                        <a:pt x="2124" y="0"/>
                      </a:moveTo>
                      <a:cubicBezTo>
                        <a:pt x="1362" y="153"/>
                        <a:pt x="753" y="305"/>
                        <a:pt x="70" y="610"/>
                      </a:cubicBezTo>
                      <a:cubicBezTo>
                        <a:pt x="0" y="680"/>
                        <a:pt x="174" y="927"/>
                        <a:pt x="266" y="927"/>
                      </a:cubicBezTo>
                      <a:cubicBezTo>
                        <a:pt x="277" y="927"/>
                        <a:pt x="288" y="923"/>
                        <a:pt x="296" y="914"/>
                      </a:cubicBezTo>
                      <a:cubicBezTo>
                        <a:pt x="905" y="610"/>
                        <a:pt x="1594" y="384"/>
                        <a:pt x="2276" y="305"/>
                      </a:cubicBezTo>
                      <a:cubicBezTo>
                        <a:pt x="2428" y="232"/>
                        <a:pt x="2203" y="0"/>
                        <a:pt x="2124" y="0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5" name="Google Shape;795;p44"/>
                <p:cNvSpPr/>
                <p:nvPr/>
              </p:nvSpPr>
              <p:spPr>
                <a:xfrm>
                  <a:off x="3004575" y="1306375"/>
                  <a:ext cx="49525" cy="1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" h="531" extrusionOk="0">
                      <a:moveTo>
                        <a:pt x="1676" y="0"/>
                      </a:moveTo>
                      <a:cubicBezTo>
                        <a:pt x="1140" y="0"/>
                        <a:pt x="610" y="73"/>
                        <a:pt x="74" y="226"/>
                      </a:cubicBezTo>
                      <a:cubicBezTo>
                        <a:pt x="0" y="226"/>
                        <a:pt x="0" y="378"/>
                        <a:pt x="74" y="378"/>
                      </a:cubicBezTo>
                      <a:cubicBezTo>
                        <a:pt x="74" y="457"/>
                        <a:pt x="226" y="530"/>
                        <a:pt x="305" y="530"/>
                      </a:cubicBezTo>
                      <a:cubicBezTo>
                        <a:pt x="762" y="378"/>
                        <a:pt x="1292" y="305"/>
                        <a:pt x="1901" y="305"/>
                      </a:cubicBezTo>
                      <a:cubicBezTo>
                        <a:pt x="1981" y="305"/>
                        <a:pt x="1901" y="152"/>
                        <a:pt x="1901" y="152"/>
                      </a:cubicBezTo>
                      <a:cubicBezTo>
                        <a:pt x="1901" y="73"/>
                        <a:pt x="1749" y="0"/>
                        <a:pt x="1676" y="0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6" name="Google Shape;796;p44"/>
                <p:cNvSpPr/>
                <p:nvPr/>
              </p:nvSpPr>
              <p:spPr>
                <a:xfrm>
                  <a:off x="3048300" y="1346500"/>
                  <a:ext cx="312275" cy="74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91" h="29743" extrusionOk="0">
                      <a:moveTo>
                        <a:pt x="1963" y="1"/>
                      </a:moveTo>
                      <a:cubicBezTo>
                        <a:pt x="1448" y="1"/>
                        <a:pt x="933" y="148"/>
                        <a:pt x="609" y="528"/>
                      </a:cubicBezTo>
                      <a:cubicBezTo>
                        <a:pt x="0" y="1210"/>
                        <a:pt x="152" y="1972"/>
                        <a:pt x="232" y="2813"/>
                      </a:cubicBezTo>
                      <a:cubicBezTo>
                        <a:pt x="305" y="3800"/>
                        <a:pt x="384" y="4866"/>
                        <a:pt x="457" y="5859"/>
                      </a:cubicBezTo>
                      <a:cubicBezTo>
                        <a:pt x="762" y="8979"/>
                        <a:pt x="1146" y="12025"/>
                        <a:pt x="1603" y="15072"/>
                      </a:cubicBezTo>
                      <a:cubicBezTo>
                        <a:pt x="2212" y="18575"/>
                        <a:pt x="2894" y="22005"/>
                        <a:pt x="4192" y="25277"/>
                      </a:cubicBezTo>
                      <a:cubicBezTo>
                        <a:pt x="4722" y="26575"/>
                        <a:pt x="5331" y="27867"/>
                        <a:pt x="6477" y="28781"/>
                      </a:cubicBezTo>
                      <a:cubicBezTo>
                        <a:pt x="7167" y="29373"/>
                        <a:pt x="8080" y="29742"/>
                        <a:pt x="8969" y="29742"/>
                      </a:cubicBezTo>
                      <a:cubicBezTo>
                        <a:pt x="9452" y="29742"/>
                        <a:pt x="9929" y="29633"/>
                        <a:pt x="10358" y="29390"/>
                      </a:cubicBezTo>
                      <a:cubicBezTo>
                        <a:pt x="11577" y="28781"/>
                        <a:pt x="12113" y="27410"/>
                        <a:pt x="12265" y="26118"/>
                      </a:cubicBezTo>
                      <a:cubicBezTo>
                        <a:pt x="12491" y="24059"/>
                        <a:pt x="11961" y="22079"/>
                        <a:pt x="11351" y="20098"/>
                      </a:cubicBezTo>
                      <a:cubicBezTo>
                        <a:pt x="9749" y="15303"/>
                        <a:pt x="7696" y="10581"/>
                        <a:pt x="5636" y="5932"/>
                      </a:cubicBezTo>
                      <a:cubicBezTo>
                        <a:pt x="5027" y="4561"/>
                        <a:pt x="4649" y="3038"/>
                        <a:pt x="4040" y="1667"/>
                      </a:cubicBezTo>
                      <a:cubicBezTo>
                        <a:pt x="3656" y="905"/>
                        <a:pt x="3430" y="296"/>
                        <a:pt x="2590" y="71"/>
                      </a:cubicBezTo>
                      <a:cubicBezTo>
                        <a:pt x="2390" y="26"/>
                        <a:pt x="2177" y="1"/>
                        <a:pt x="1963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7" name="Google Shape;797;p44"/>
                <p:cNvSpPr/>
                <p:nvPr/>
              </p:nvSpPr>
              <p:spPr>
                <a:xfrm>
                  <a:off x="3014025" y="1391975"/>
                  <a:ext cx="394225" cy="70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9" h="28181" extrusionOk="0">
                      <a:moveTo>
                        <a:pt x="5941" y="0"/>
                      </a:moveTo>
                      <a:cubicBezTo>
                        <a:pt x="4875" y="305"/>
                        <a:pt x="3735" y="610"/>
                        <a:pt x="2590" y="994"/>
                      </a:cubicBezTo>
                      <a:cubicBezTo>
                        <a:pt x="1907" y="1219"/>
                        <a:pt x="536" y="1298"/>
                        <a:pt x="305" y="2060"/>
                      </a:cubicBezTo>
                      <a:cubicBezTo>
                        <a:pt x="0" y="3047"/>
                        <a:pt x="457" y="4497"/>
                        <a:pt x="609" y="5411"/>
                      </a:cubicBezTo>
                      <a:cubicBezTo>
                        <a:pt x="841" y="6855"/>
                        <a:pt x="1298" y="8305"/>
                        <a:pt x="1603" y="9749"/>
                      </a:cubicBezTo>
                      <a:cubicBezTo>
                        <a:pt x="1907" y="11199"/>
                        <a:pt x="2285" y="12723"/>
                        <a:pt x="2669" y="14246"/>
                      </a:cubicBezTo>
                      <a:cubicBezTo>
                        <a:pt x="3126" y="16531"/>
                        <a:pt x="3735" y="18816"/>
                        <a:pt x="4497" y="21100"/>
                      </a:cubicBezTo>
                      <a:cubicBezTo>
                        <a:pt x="5484" y="23915"/>
                        <a:pt x="7086" y="28028"/>
                        <a:pt x="10663" y="28180"/>
                      </a:cubicBezTo>
                      <a:cubicBezTo>
                        <a:pt x="11808" y="28180"/>
                        <a:pt x="12875" y="27723"/>
                        <a:pt x="13557" y="26889"/>
                      </a:cubicBezTo>
                      <a:cubicBezTo>
                        <a:pt x="13941" y="26432"/>
                        <a:pt x="14166" y="25822"/>
                        <a:pt x="14398" y="25286"/>
                      </a:cubicBezTo>
                      <a:cubicBezTo>
                        <a:pt x="15769" y="20564"/>
                        <a:pt x="13332" y="15842"/>
                        <a:pt x="11504" y="11656"/>
                      </a:cubicBezTo>
                      <a:cubicBezTo>
                        <a:pt x="10590" y="9597"/>
                        <a:pt x="9597" y="7543"/>
                        <a:pt x="8683" y="5484"/>
                      </a:cubicBezTo>
                      <a:cubicBezTo>
                        <a:pt x="8683" y="5106"/>
                        <a:pt x="8226" y="4497"/>
                        <a:pt x="8073" y="4113"/>
                      </a:cubicBezTo>
                      <a:cubicBezTo>
                        <a:pt x="7921" y="3656"/>
                        <a:pt x="7696" y="3199"/>
                        <a:pt x="7543" y="2742"/>
                      </a:cubicBezTo>
                      <a:cubicBezTo>
                        <a:pt x="7312" y="1828"/>
                        <a:pt x="6855" y="1067"/>
                        <a:pt x="6398" y="232"/>
                      </a:cubicBezTo>
                      <a:cubicBezTo>
                        <a:pt x="6398" y="153"/>
                        <a:pt x="6325" y="80"/>
                        <a:pt x="62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8" name="Google Shape;798;p44"/>
                <p:cNvSpPr/>
                <p:nvPr/>
              </p:nvSpPr>
              <p:spPr>
                <a:xfrm>
                  <a:off x="3050275" y="3059925"/>
                  <a:ext cx="18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1" extrusionOk="0">
                      <a:moveTo>
                        <a:pt x="73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6482B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99" name="Google Shape;799;p44"/>
                <p:cNvSpPr/>
                <p:nvPr/>
              </p:nvSpPr>
              <p:spPr>
                <a:xfrm>
                  <a:off x="3038850" y="2587725"/>
                  <a:ext cx="249375" cy="47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5" h="19121" extrusionOk="0">
                      <a:moveTo>
                        <a:pt x="305" y="0"/>
                      </a:moveTo>
                      <a:cubicBezTo>
                        <a:pt x="153" y="0"/>
                        <a:pt x="73" y="0"/>
                        <a:pt x="73" y="80"/>
                      </a:cubicBezTo>
                      <a:lnTo>
                        <a:pt x="73" y="18054"/>
                      </a:lnTo>
                      <a:cubicBezTo>
                        <a:pt x="73" y="18358"/>
                        <a:pt x="0" y="18663"/>
                        <a:pt x="153" y="18889"/>
                      </a:cubicBezTo>
                      <a:cubicBezTo>
                        <a:pt x="378" y="19120"/>
                        <a:pt x="835" y="19120"/>
                        <a:pt x="1140" y="19120"/>
                      </a:cubicBezTo>
                      <a:lnTo>
                        <a:pt x="9597" y="19120"/>
                      </a:lnTo>
                      <a:cubicBezTo>
                        <a:pt x="9822" y="19120"/>
                        <a:pt x="9822" y="18889"/>
                        <a:pt x="9597" y="18889"/>
                      </a:cubicBezTo>
                      <a:lnTo>
                        <a:pt x="1219" y="18889"/>
                      </a:lnTo>
                      <a:cubicBezTo>
                        <a:pt x="1101" y="18889"/>
                        <a:pt x="964" y="18909"/>
                        <a:pt x="838" y="18909"/>
                      </a:cubicBezTo>
                      <a:cubicBezTo>
                        <a:pt x="716" y="18909"/>
                        <a:pt x="605" y="18890"/>
                        <a:pt x="530" y="18815"/>
                      </a:cubicBezTo>
                      <a:cubicBezTo>
                        <a:pt x="305" y="18511"/>
                        <a:pt x="378" y="17975"/>
                        <a:pt x="378" y="17597"/>
                      </a:cubicBezTo>
                      <a:lnTo>
                        <a:pt x="378" y="232"/>
                      </a:lnTo>
                      <a:lnTo>
                        <a:pt x="9749" y="232"/>
                      </a:lnTo>
                      <a:cubicBezTo>
                        <a:pt x="9975" y="232"/>
                        <a:pt x="9975" y="0"/>
                        <a:pt x="97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0" name="Google Shape;800;p44"/>
                <p:cNvSpPr/>
                <p:nvPr/>
              </p:nvSpPr>
              <p:spPr>
                <a:xfrm>
                  <a:off x="2758875" y="1670750"/>
                  <a:ext cx="51500" cy="4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19" extrusionOk="0">
                      <a:moveTo>
                        <a:pt x="979" y="1"/>
                      </a:moveTo>
                      <a:cubicBezTo>
                        <a:pt x="769" y="1"/>
                        <a:pt x="577" y="55"/>
                        <a:pt x="384" y="201"/>
                      </a:cubicBezTo>
                      <a:cubicBezTo>
                        <a:pt x="153" y="353"/>
                        <a:pt x="0" y="658"/>
                        <a:pt x="0" y="962"/>
                      </a:cubicBezTo>
                      <a:cubicBezTo>
                        <a:pt x="80" y="1267"/>
                        <a:pt x="305" y="1572"/>
                        <a:pt x="537" y="1645"/>
                      </a:cubicBezTo>
                      <a:cubicBezTo>
                        <a:pt x="689" y="1760"/>
                        <a:pt x="860" y="1818"/>
                        <a:pt x="1030" y="1818"/>
                      </a:cubicBezTo>
                      <a:cubicBezTo>
                        <a:pt x="1201" y="1818"/>
                        <a:pt x="1371" y="1760"/>
                        <a:pt x="1524" y="1645"/>
                      </a:cubicBezTo>
                      <a:cubicBezTo>
                        <a:pt x="1603" y="1645"/>
                        <a:pt x="1676" y="1492"/>
                        <a:pt x="1755" y="1419"/>
                      </a:cubicBezTo>
                      <a:cubicBezTo>
                        <a:pt x="1828" y="1419"/>
                        <a:pt x="1828" y="1340"/>
                        <a:pt x="1828" y="1340"/>
                      </a:cubicBezTo>
                      <a:cubicBezTo>
                        <a:pt x="1981" y="1115"/>
                        <a:pt x="2060" y="810"/>
                        <a:pt x="1908" y="578"/>
                      </a:cubicBezTo>
                      <a:cubicBezTo>
                        <a:pt x="1828" y="274"/>
                        <a:pt x="1603" y="121"/>
                        <a:pt x="1371" y="48"/>
                      </a:cubicBezTo>
                      <a:cubicBezTo>
                        <a:pt x="1232" y="19"/>
                        <a:pt x="1103" y="1"/>
                        <a:pt x="9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1" name="Google Shape;801;p44"/>
                <p:cNvSpPr/>
                <p:nvPr/>
              </p:nvSpPr>
              <p:spPr>
                <a:xfrm>
                  <a:off x="2758875" y="2019600"/>
                  <a:ext cx="51500" cy="4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11" extrusionOk="0">
                      <a:moveTo>
                        <a:pt x="1084" y="0"/>
                      </a:moveTo>
                      <a:cubicBezTo>
                        <a:pt x="831" y="0"/>
                        <a:pt x="608" y="70"/>
                        <a:pt x="384" y="181"/>
                      </a:cubicBezTo>
                      <a:cubicBezTo>
                        <a:pt x="153" y="413"/>
                        <a:pt x="0" y="638"/>
                        <a:pt x="0" y="943"/>
                      </a:cubicBezTo>
                      <a:cubicBezTo>
                        <a:pt x="80" y="1248"/>
                        <a:pt x="305" y="1552"/>
                        <a:pt x="537" y="1705"/>
                      </a:cubicBezTo>
                      <a:cubicBezTo>
                        <a:pt x="674" y="1773"/>
                        <a:pt x="826" y="1811"/>
                        <a:pt x="980" y="1811"/>
                      </a:cubicBezTo>
                      <a:cubicBezTo>
                        <a:pt x="1167" y="1811"/>
                        <a:pt x="1356" y="1755"/>
                        <a:pt x="1524" y="1631"/>
                      </a:cubicBezTo>
                      <a:cubicBezTo>
                        <a:pt x="1603" y="1631"/>
                        <a:pt x="1676" y="1552"/>
                        <a:pt x="1755" y="1400"/>
                      </a:cubicBezTo>
                      <a:cubicBezTo>
                        <a:pt x="1828" y="1400"/>
                        <a:pt x="1828" y="1327"/>
                        <a:pt x="1828" y="1327"/>
                      </a:cubicBezTo>
                      <a:cubicBezTo>
                        <a:pt x="1981" y="1095"/>
                        <a:pt x="2060" y="791"/>
                        <a:pt x="1908" y="565"/>
                      </a:cubicBezTo>
                      <a:cubicBezTo>
                        <a:pt x="1828" y="260"/>
                        <a:pt x="1603" y="108"/>
                        <a:pt x="1371" y="29"/>
                      </a:cubicBezTo>
                      <a:cubicBezTo>
                        <a:pt x="1271" y="9"/>
                        <a:pt x="1175" y="0"/>
                        <a:pt x="10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2" name="Google Shape;802;p44"/>
                <p:cNvSpPr/>
                <p:nvPr/>
              </p:nvSpPr>
              <p:spPr>
                <a:xfrm>
                  <a:off x="2758875" y="2368050"/>
                  <a:ext cx="51500" cy="4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22" extrusionOk="0">
                      <a:moveTo>
                        <a:pt x="1080" y="1"/>
                      </a:moveTo>
                      <a:cubicBezTo>
                        <a:pt x="829" y="1"/>
                        <a:pt x="607" y="73"/>
                        <a:pt x="384" y="184"/>
                      </a:cubicBezTo>
                      <a:cubicBezTo>
                        <a:pt x="153" y="409"/>
                        <a:pt x="0" y="714"/>
                        <a:pt x="0" y="1019"/>
                      </a:cubicBezTo>
                      <a:cubicBezTo>
                        <a:pt x="80" y="1250"/>
                        <a:pt x="305" y="1555"/>
                        <a:pt x="537" y="1707"/>
                      </a:cubicBezTo>
                      <a:cubicBezTo>
                        <a:pt x="689" y="1783"/>
                        <a:pt x="860" y="1822"/>
                        <a:pt x="1030" y="1822"/>
                      </a:cubicBezTo>
                      <a:cubicBezTo>
                        <a:pt x="1201" y="1822"/>
                        <a:pt x="1371" y="1783"/>
                        <a:pt x="1524" y="1707"/>
                      </a:cubicBezTo>
                      <a:cubicBezTo>
                        <a:pt x="1603" y="1628"/>
                        <a:pt x="1676" y="1555"/>
                        <a:pt x="1755" y="1403"/>
                      </a:cubicBezTo>
                      <a:cubicBezTo>
                        <a:pt x="1828" y="1403"/>
                        <a:pt x="1828" y="1323"/>
                        <a:pt x="1828" y="1323"/>
                      </a:cubicBezTo>
                      <a:cubicBezTo>
                        <a:pt x="1981" y="1098"/>
                        <a:pt x="2060" y="793"/>
                        <a:pt x="1908" y="562"/>
                      </a:cubicBezTo>
                      <a:cubicBezTo>
                        <a:pt x="1828" y="336"/>
                        <a:pt x="1603" y="105"/>
                        <a:pt x="1371" y="32"/>
                      </a:cubicBezTo>
                      <a:cubicBezTo>
                        <a:pt x="1270" y="10"/>
                        <a:pt x="1173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3" name="Google Shape;803;p44"/>
                <p:cNvSpPr/>
                <p:nvPr/>
              </p:nvSpPr>
              <p:spPr>
                <a:xfrm>
                  <a:off x="2758875" y="2716525"/>
                  <a:ext cx="51500" cy="4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18" extrusionOk="0">
                      <a:moveTo>
                        <a:pt x="1103" y="0"/>
                      </a:moveTo>
                      <a:cubicBezTo>
                        <a:pt x="843" y="0"/>
                        <a:pt x="614" y="85"/>
                        <a:pt x="384" y="259"/>
                      </a:cubicBezTo>
                      <a:cubicBezTo>
                        <a:pt x="153" y="411"/>
                        <a:pt x="0" y="716"/>
                        <a:pt x="0" y="1021"/>
                      </a:cubicBezTo>
                      <a:cubicBezTo>
                        <a:pt x="80" y="1246"/>
                        <a:pt x="305" y="1551"/>
                        <a:pt x="537" y="1703"/>
                      </a:cubicBezTo>
                      <a:cubicBezTo>
                        <a:pt x="689" y="1779"/>
                        <a:pt x="860" y="1817"/>
                        <a:pt x="1030" y="1817"/>
                      </a:cubicBezTo>
                      <a:cubicBezTo>
                        <a:pt x="1201" y="1817"/>
                        <a:pt x="1371" y="1779"/>
                        <a:pt x="1524" y="1703"/>
                      </a:cubicBezTo>
                      <a:lnTo>
                        <a:pt x="1755" y="1477"/>
                      </a:lnTo>
                      <a:cubicBezTo>
                        <a:pt x="1828" y="1398"/>
                        <a:pt x="1828" y="1398"/>
                        <a:pt x="1828" y="1325"/>
                      </a:cubicBezTo>
                      <a:cubicBezTo>
                        <a:pt x="1981" y="1094"/>
                        <a:pt x="2060" y="789"/>
                        <a:pt x="1908" y="564"/>
                      </a:cubicBezTo>
                      <a:cubicBezTo>
                        <a:pt x="1828" y="332"/>
                        <a:pt x="1603" y="107"/>
                        <a:pt x="1371" y="27"/>
                      </a:cubicBezTo>
                      <a:cubicBezTo>
                        <a:pt x="1278" y="9"/>
                        <a:pt x="1189" y="0"/>
                        <a:pt x="11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4" name="Google Shape;804;p44"/>
                <p:cNvSpPr/>
                <p:nvPr/>
              </p:nvSpPr>
              <p:spPr>
                <a:xfrm>
                  <a:off x="2758875" y="3064975"/>
                  <a:ext cx="51500" cy="4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20" extrusionOk="0">
                      <a:moveTo>
                        <a:pt x="1098" y="0"/>
                      </a:moveTo>
                      <a:cubicBezTo>
                        <a:pt x="840" y="0"/>
                        <a:pt x="612" y="87"/>
                        <a:pt x="384" y="256"/>
                      </a:cubicBezTo>
                      <a:cubicBezTo>
                        <a:pt x="153" y="408"/>
                        <a:pt x="0" y="713"/>
                        <a:pt x="0" y="1017"/>
                      </a:cubicBezTo>
                      <a:cubicBezTo>
                        <a:pt x="80" y="1322"/>
                        <a:pt x="305" y="1553"/>
                        <a:pt x="537" y="1706"/>
                      </a:cubicBezTo>
                      <a:cubicBezTo>
                        <a:pt x="689" y="1782"/>
                        <a:pt x="860" y="1820"/>
                        <a:pt x="1030" y="1820"/>
                      </a:cubicBezTo>
                      <a:cubicBezTo>
                        <a:pt x="1201" y="1820"/>
                        <a:pt x="1371" y="1782"/>
                        <a:pt x="1524" y="1706"/>
                      </a:cubicBezTo>
                      <a:lnTo>
                        <a:pt x="1755" y="1474"/>
                      </a:lnTo>
                      <a:cubicBezTo>
                        <a:pt x="1828" y="1401"/>
                        <a:pt x="1828" y="1401"/>
                        <a:pt x="1828" y="1322"/>
                      </a:cubicBezTo>
                      <a:cubicBezTo>
                        <a:pt x="1981" y="1096"/>
                        <a:pt x="2060" y="792"/>
                        <a:pt x="1908" y="560"/>
                      </a:cubicBezTo>
                      <a:cubicBezTo>
                        <a:pt x="1828" y="335"/>
                        <a:pt x="1603" y="103"/>
                        <a:pt x="1371" y="30"/>
                      </a:cubicBezTo>
                      <a:cubicBezTo>
                        <a:pt x="1276" y="10"/>
                        <a:pt x="1185" y="0"/>
                        <a:pt x="109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5" name="Google Shape;805;p44"/>
                <p:cNvSpPr/>
                <p:nvPr/>
              </p:nvSpPr>
              <p:spPr>
                <a:xfrm>
                  <a:off x="2758875" y="3414050"/>
                  <a:ext cx="51500" cy="4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23" extrusionOk="0">
                      <a:moveTo>
                        <a:pt x="992" y="1"/>
                      </a:moveTo>
                      <a:cubicBezTo>
                        <a:pt x="776" y="1"/>
                        <a:pt x="580" y="84"/>
                        <a:pt x="384" y="233"/>
                      </a:cubicBezTo>
                      <a:cubicBezTo>
                        <a:pt x="153" y="386"/>
                        <a:pt x="0" y="690"/>
                        <a:pt x="0" y="995"/>
                      </a:cubicBezTo>
                      <a:cubicBezTo>
                        <a:pt x="80" y="1300"/>
                        <a:pt x="305" y="1525"/>
                        <a:pt x="537" y="1677"/>
                      </a:cubicBezTo>
                      <a:cubicBezTo>
                        <a:pt x="704" y="1761"/>
                        <a:pt x="894" y="1823"/>
                        <a:pt x="1081" y="1823"/>
                      </a:cubicBezTo>
                      <a:cubicBezTo>
                        <a:pt x="1235" y="1823"/>
                        <a:pt x="1387" y="1782"/>
                        <a:pt x="1524" y="1677"/>
                      </a:cubicBezTo>
                      <a:lnTo>
                        <a:pt x="1755" y="1452"/>
                      </a:lnTo>
                      <a:cubicBezTo>
                        <a:pt x="1828" y="1373"/>
                        <a:pt x="1828" y="1373"/>
                        <a:pt x="1828" y="1300"/>
                      </a:cubicBezTo>
                      <a:cubicBezTo>
                        <a:pt x="1981" y="1068"/>
                        <a:pt x="2060" y="843"/>
                        <a:pt x="1908" y="538"/>
                      </a:cubicBezTo>
                      <a:cubicBezTo>
                        <a:pt x="1828" y="306"/>
                        <a:pt x="1603" y="154"/>
                        <a:pt x="1371" y="81"/>
                      </a:cubicBezTo>
                      <a:cubicBezTo>
                        <a:pt x="1237" y="27"/>
                        <a:pt x="1111" y="1"/>
                        <a:pt x="9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6" name="Google Shape;806;p44"/>
                <p:cNvSpPr/>
                <p:nvPr/>
              </p:nvSpPr>
              <p:spPr>
                <a:xfrm>
                  <a:off x="2758875" y="3763350"/>
                  <a:ext cx="51500" cy="44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790" extrusionOk="0">
                      <a:moveTo>
                        <a:pt x="986" y="0"/>
                      </a:moveTo>
                      <a:cubicBezTo>
                        <a:pt x="773" y="0"/>
                        <a:pt x="578" y="52"/>
                        <a:pt x="384" y="196"/>
                      </a:cubicBezTo>
                      <a:cubicBezTo>
                        <a:pt x="153" y="348"/>
                        <a:pt x="0" y="653"/>
                        <a:pt x="0" y="958"/>
                      </a:cubicBezTo>
                      <a:cubicBezTo>
                        <a:pt x="80" y="1262"/>
                        <a:pt x="305" y="1494"/>
                        <a:pt x="537" y="1646"/>
                      </a:cubicBezTo>
                      <a:cubicBezTo>
                        <a:pt x="703" y="1729"/>
                        <a:pt x="892" y="1789"/>
                        <a:pt x="1078" y="1789"/>
                      </a:cubicBezTo>
                      <a:cubicBezTo>
                        <a:pt x="1233" y="1789"/>
                        <a:pt x="1386" y="1748"/>
                        <a:pt x="1524" y="1646"/>
                      </a:cubicBezTo>
                      <a:lnTo>
                        <a:pt x="1755" y="1415"/>
                      </a:lnTo>
                      <a:cubicBezTo>
                        <a:pt x="1828" y="1415"/>
                        <a:pt x="1828" y="1341"/>
                        <a:pt x="1828" y="1262"/>
                      </a:cubicBezTo>
                      <a:cubicBezTo>
                        <a:pt x="1981" y="1110"/>
                        <a:pt x="2060" y="805"/>
                        <a:pt x="1908" y="580"/>
                      </a:cubicBezTo>
                      <a:cubicBezTo>
                        <a:pt x="1828" y="275"/>
                        <a:pt x="1603" y="123"/>
                        <a:pt x="1371" y="44"/>
                      </a:cubicBezTo>
                      <a:cubicBezTo>
                        <a:pt x="1234" y="17"/>
                        <a:pt x="1107" y="0"/>
                        <a:pt x="9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7" name="Google Shape;807;p44"/>
                <p:cNvSpPr/>
                <p:nvPr/>
              </p:nvSpPr>
              <p:spPr>
                <a:xfrm>
                  <a:off x="2635175" y="822300"/>
                  <a:ext cx="287475" cy="28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9" h="11364" extrusionOk="0">
                      <a:moveTo>
                        <a:pt x="3312" y="0"/>
                      </a:moveTo>
                      <a:cubicBezTo>
                        <a:pt x="2471" y="0"/>
                        <a:pt x="1675" y="242"/>
                        <a:pt x="1220" y="1157"/>
                      </a:cubicBezTo>
                      <a:cubicBezTo>
                        <a:pt x="988" y="1767"/>
                        <a:pt x="915" y="2455"/>
                        <a:pt x="836" y="3137"/>
                      </a:cubicBezTo>
                      <a:cubicBezTo>
                        <a:pt x="763" y="4435"/>
                        <a:pt x="683" y="5654"/>
                        <a:pt x="610" y="6946"/>
                      </a:cubicBezTo>
                      <a:cubicBezTo>
                        <a:pt x="531" y="8091"/>
                        <a:pt x="306" y="9078"/>
                        <a:pt x="153" y="10144"/>
                      </a:cubicBezTo>
                      <a:cubicBezTo>
                        <a:pt x="74" y="10376"/>
                        <a:pt x="74" y="10601"/>
                        <a:pt x="1" y="10833"/>
                      </a:cubicBezTo>
                      <a:lnTo>
                        <a:pt x="1" y="10985"/>
                      </a:lnTo>
                      <a:cubicBezTo>
                        <a:pt x="1" y="10959"/>
                        <a:pt x="407" y="10950"/>
                        <a:pt x="957" y="10950"/>
                      </a:cubicBezTo>
                      <a:cubicBezTo>
                        <a:pt x="2057" y="10950"/>
                        <a:pt x="3732" y="10985"/>
                        <a:pt x="3882" y="10985"/>
                      </a:cubicBezTo>
                      <a:lnTo>
                        <a:pt x="5789" y="10985"/>
                      </a:lnTo>
                      <a:cubicBezTo>
                        <a:pt x="6399" y="10985"/>
                        <a:pt x="7008" y="11058"/>
                        <a:pt x="7617" y="11058"/>
                      </a:cubicBezTo>
                      <a:cubicBezTo>
                        <a:pt x="8836" y="11211"/>
                        <a:pt x="10359" y="10985"/>
                        <a:pt x="11498" y="11363"/>
                      </a:cubicBezTo>
                      <a:lnTo>
                        <a:pt x="11498" y="11211"/>
                      </a:lnTo>
                      <a:cubicBezTo>
                        <a:pt x="11425" y="8317"/>
                        <a:pt x="11346" y="5422"/>
                        <a:pt x="11121" y="2528"/>
                      </a:cubicBezTo>
                      <a:cubicBezTo>
                        <a:pt x="11041" y="1998"/>
                        <a:pt x="10968" y="1462"/>
                        <a:pt x="10664" y="932"/>
                      </a:cubicBezTo>
                      <a:cubicBezTo>
                        <a:pt x="10280" y="243"/>
                        <a:pt x="9293" y="170"/>
                        <a:pt x="8452" y="170"/>
                      </a:cubicBezTo>
                      <a:lnTo>
                        <a:pt x="6624" y="91"/>
                      </a:lnTo>
                      <a:lnTo>
                        <a:pt x="5637" y="91"/>
                      </a:lnTo>
                      <a:lnTo>
                        <a:pt x="3730" y="18"/>
                      </a:lnTo>
                      <a:cubicBezTo>
                        <a:pt x="3590" y="7"/>
                        <a:pt x="3450" y="0"/>
                        <a:pt x="3312" y="0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8" name="Google Shape;808;p44"/>
                <p:cNvSpPr/>
                <p:nvPr/>
              </p:nvSpPr>
              <p:spPr>
                <a:xfrm>
                  <a:off x="2669450" y="826550"/>
                  <a:ext cx="230350" cy="15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4" h="6307" extrusionOk="0">
                      <a:moveTo>
                        <a:pt x="1372" y="0"/>
                      </a:moveTo>
                      <a:cubicBezTo>
                        <a:pt x="762" y="0"/>
                        <a:pt x="458" y="305"/>
                        <a:pt x="306" y="914"/>
                      </a:cubicBezTo>
                      <a:cubicBezTo>
                        <a:pt x="1" y="1828"/>
                        <a:pt x="1" y="3120"/>
                        <a:pt x="531" y="3961"/>
                      </a:cubicBezTo>
                      <a:cubicBezTo>
                        <a:pt x="1140" y="4795"/>
                        <a:pt x="1902" y="5636"/>
                        <a:pt x="2895" y="6014"/>
                      </a:cubicBezTo>
                      <a:cubicBezTo>
                        <a:pt x="3349" y="6215"/>
                        <a:pt x="3859" y="6307"/>
                        <a:pt x="4387" y="6307"/>
                      </a:cubicBezTo>
                      <a:cubicBezTo>
                        <a:pt x="6073" y="6307"/>
                        <a:pt x="7945" y="5370"/>
                        <a:pt x="8756" y="4034"/>
                      </a:cubicBezTo>
                      <a:cubicBezTo>
                        <a:pt x="9140" y="3424"/>
                        <a:pt x="9213" y="2590"/>
                        <a:pt x="8909" y="1980"/>
                      </a:cubicBezTo>
                      <a:cubicBezTo>
                        <a:pt x="8379" y="1066"/>
                        <a:pt x="7233" y="914"/>
                        <a:pt x="6398" y="530"/>
                      </a:cubicBezTo>
                      <a:cubicBezTo>
                        <a:pt x="5405" y="153"/>
                        <a:pt x="4339" y="0"/>
                        <a:pt x="3352" y="0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9" name="Google Shape;809;p44"/>
                <p:cNvSpPr/>
                <p:nvPr/>
              </p:nvSpPr>
              <p:spPr>
                <a:xfrm>
                  <a:off x="2578075" y="432225"/>
                  <a:ext cx="411300" cy="5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2" h="21331" extrusionOk="0">
                      <a:moveTo>
                        <a:pt x="7452" y="0"/>
                      </a:moveTo>
                      <a:cubicBezTo>
                        <a:pt x="5427" y="0"/>
                        <a:pt x="3754" y="902"/>
                        <a:pt x="2358" y="2369"/>
                      </a:cubicBezTo>
                      <a:lnTo>
                        <a:pt x="2133" y="2594"/>
                      </a:lnTo>
                      <a:cubicBezTo>
                        <a:pt x="1444" y="3356"/>
                        <a:pt x="1066" y="4270"/>
                        <a:pt x="914" y="5263"/>
                      </a:cubicBezTo>
                      <a:cubicBezTo>
                        <a:pt x="226" y="6786"/>
                        <a:pt x="0" y="8462"/>
                        <a:pt x="152" y="10137"/>
                      </a:cubicBezTo>
                      <a:cubicBezTo>
                        <a:pt x="226" y="11886"/>
                        <a:pt x="683" y="13641"/>
                        <a:pt x="1371" y="15316"/>
                      </a:cubicBezTo>
                      <a:cubicBezTo>
                        <a:pt x="2053" y="17065"/>
                        <a:pt x="3120" y="18667"/>
                        <a:pt x="4570" y="19959"/>
                      </a:cubicBezTo>
                      <a:cubicBezTo>
                        <a:pt x="4795" y="20111"/>
                        <a:pt x="5100" y="20343"/>
                        <a:pt x="5405" y="20568"/>
                      </a:cubicBezTo>
                      <a:cubicBezTo>
                        <a:pt x="6245" y="20952"/>
                        <a:pt x="7232" y="21257"/>
                        <a:pt x="8226" y="21330"/>
                      </a:cubicBezTo>
                      <a:cubicBezTo>
                        <a:pt x="9213" y="21257"/>
                        <a:pt x="10206" y="20952"/>
                        <a:pt x="10967" y="20568"/>
                      </a:cubicBezTo>
                      <a:lnTo>
                        <a:pt x="11041" y="20568"/>
                      </a:lnTo>
                      <a:cubicBezTo>
                        <a:pt x="11345" y="20343"/>
                        <a:pt x="11650" y="20111"/>
                        <a:pt x="11881" y="19959"/>
                      </a:cubicBezTo>
                      <a:cubicBezTo>
                        <a:pt x="13325" y="18667"/>
                        <a:pt x="14392" y="17065"/>
                        <a:pt x="15080" y="15316"/>
                      </a:cubicBezTo>
                      <a:cubicBezTo>
                        <a:pt x="15763" y="13641"/>
                        <a:pt x="16220" y="11886"/>
                        <a:pt x="16299" y="10137"/>
                      </a:cubicBezTo>
                      <a:cubicBezTo>
                        <a:pt x="16451" y="8462"/>
                        <a:pt x="16220" y="6786"/>
                        <a:pt x="15537" y="5263"/>
                      </a:cubicBezTo>
                      <a:cubicBezTo>
                        <a:pt x="15306" y="4349"/>
                        <a:pt x="14928" y="3356"/>
                        <a:pt x="14319" y="2594"/>
                      </a:cubicBezTo>
                      <a:lnTo>
                        <a:pt x="14087" y="2369"/>
                      </a:lnTo>
                      <a:cubicBezTo>
                        <a:pt x="12697" y="902"/>
                        <a:pt x="11019" y="0"/>
                        <a:pt x="8928" y="0"/>
                      </a:cubicBezTo>
                      <a:cubicBezTo>
                        <a:pt x="8847" y="0"/>
                        <a:pt x="8765" y="2"/>
                        <a:pt x="8683" y="5"/>
                      </a:cubicBezTo>
                      <a:lnTo>
                        <a:pt x="7689" y="5"/>
                      </a:lnTo>
                      <a:cubicBezTo>
                        <a:pt x="7610" y="2"/>
                        <a:pt x="7531" y="0"/>
                        <a:pt x="7452" y="0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0" name="Google Shape;810;p44"/>
                <p:cNvSpPr/>
                <p:nvPr/>
              </p:nvSpPr>
              <p:spPr>
                <a:xfrm>
                  <a:off x="2538000" y="366900"/>
                  <a:ext cx="491275" cy="41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1" h="16717" extrusionOk="0">
                      <a:moveTo>
                        <a:pt x="8351" y="0"/>
                      </a:moveTo>
                      <a:cubicBezTo>
                        <a:pt x="7304" y="0"/>
                        <a:pt x="6322" y="166"/>
                        <a:pt x="5484" y="942"/>
                      </a:cubicBezTo>
                      <a:cubicBezTo>
                        <a:pt x="5259" y="1174"/>
                        <a:pt x="5107" y="1399"/>
                        <a:pt x="4954" y="1704"/>
                      </a:cubicBezTo>
                      <a:cubicBezTo>
                        <a:pt x="4954" y="1783"/>
                        <a:pt x="4875" y="1856"/>
                        <a:pt x="4802" y="1856"/>
                      </a:cubicBezTo>
                      <a:cubicBezTo>
                        <a:pt x="4650" y="2008"/>
                        <a:pt x="4345" y="1935"/>
                        <a:pt x="4113" y="2008"/>
                      </a:cubicBezTo>
                      <a:cubicBezTo>
                        <a:pt x="3888" y="2008"/>
                        <a:pt x="3583" y="2161"/>
                        <a:pt x="3352" y="2240"/>
                      </a:cubicBezTo>
                      <a:cubicBezTo>
                        <a:pt x="2895" y="2465"/>
                        <a:pt x="2438" y="2849"/>
                        <a:pt x="2133" y="3306"/>
                      </a:cubicBezTo>
                      <a:cubicBezTo>
                        <a:pt x="1524" y="4068"/>
                        <a:pt x="1219" y="5055"/>
                        <a:pt x="915" y="5969"/>
                      </a:cubicBezTo>
                      <a:cubicBezTo>
                        <a:pt x="537" y="7571"/>
                        <a:pt x="153" y="9168"/>
                        <a:pt x="80" y="10770"/>
                      </a:cubicBezTo>
                      <a:cubicBezTo>
                        <a:pt x="1" y="12446"/>
                        <a:pt x="305" y="14121"/>
                        <a:pt x="1067" y="15565"/>
                      </a:cubicBezTo>
                      <a:cubicBezTo>
                        <a:pt x="1298" y="16022"/>
                        <a:pt x="1676" y="16558"/>
                        <a:pt x="2212" y="16711"/>
                      </a:cubicBezTo>
                      <a:cubicBezTo>
                        <a:pt x="2220" y="16714"/>
                        <a:pt x="2228" y="16716"/>
                        <a:pt x="2236" y="16716"/>
                      </a:cubicBezTo>
                      <a:cubicBezTo>
                        <a:pt x="2387" y="16716"/>
                        <a:pt x="2590" y="16097"/>
                        <a:pt x="2590" y="16022"/>
                      </a:cubicBezTo>
                      <a:cubicBezTo>
                        <a:pt x="2590" y="15717"/>
                        <a:pt x="2517" y="15413"/>
                        <a:pt x="2517" y="15108"/>
                      </a:cubicBezTo>
                      <a:cubicBezTo>
                        <a:pt x="2438" y="14347"/>
                        <a:pt x="2365" y="13585"/>
                        <a:pt x="2517" y="12823"/>
                      </a:cubicBezTo>
                      <a:cubicBezTo>
                        <a:pt x="2742" y="11605"/>
                        <a:pt x="3047" y="10386"/>
                        <a:pt x="3656" y="9247"/>
                      </a:cubicBezTo>
                      <a:cubicBezTo>
                        <a:pt x="4266" y="7949"/>
                        <a:pt x="4954" y="6730"/>
                        <a:pt x="5789" y="5591"/>
                      </a:cubicBezTo>
                      <a:cubicBezTo>
                        <a:pt x="5941" y="5359"/>
                        <a:pt x="6094" y="5207"/>
                        <a:pt x="6246" y="5055"/>
                      </a:cubicBezTo>
                      <a:cubicBezTo>
                        <a:pt x="6538" y="4830"/>
                        <a:pt x="6815" y="4755"/>
                        <a:pt x="7090" y="4755"/>
                      </a:cubicBezTo>
                      <a:cubicBezTo>
                        <a:pt x="7464" y="4755"/>
                        <a:pt x="7833" y="4894"/>
                        <a:pt x="8226" y="4982"/>
                      </a:cubicBezTo>
                      <a:cubicBezTo>
                        <a:pt x="8988" y="5134"/>
                        <a:pt x="9749" y="5439"/>
                        <a:pt x="10438" y="5743"/>
                      </a:cubicBezTo>
                      <a:cubicBezTo>
                        <a:pt x="11882" y="6273"/>
                        <a:pt x="13180" y="7114"/>
                        <a:pt x="14319" y="8101"/>
                      </a:cubicBezTo>
                      <a:cubicBezTo>
                        <a:pt x="15312" y="8942"/>
                        <a:pt x="16226" y="10008"/>
                        <a:pt x="16756" y="11148"/>
                      </a:cubicBezTo>
                      <a:cubicBezTo>
                        <a:pt x="16988" y="11605"/>
                        <a:pt x="17061" y="12141"/>
                        <a:pt x="17292" y="12519"/>
                      </a:cubicBezTo>
                      <a:cubicBezTo>
                        <a:pt x="17597" y="12903"/>
                        <a:pt x="17749" y="13359"/>
                        <a:pt x="17902" y="13816"/>
                      </a:cubicBezTo>
                      <a:cubicBezTo>
                        <a:pt x="17902" y="13890"/>
                        <a:pt x="17902" y="13969"/>
                        <a:pt x="17975" y="14042"/>
                      </a:cubicBezTo>
                      <a:lnTo>
                        <a:pt x="17975" y="14121"/>
                      </a:lnTo>
                      <a:cubicBezTo>
                        <a:pt x="18099" y="14181"/>
                        <a:pt x="18324" y="14293"/>
                        <a:pt x="18446" y="14293"/>
                      </a:cubicBezTo>
                      <a:cubicBezTo>
                        <a:pt x="18474" y="14293"/>
                        <a:pt x="18496" y="14287"/>
                        <a:pt x="18511" y="14273"/>
                      </a:cubicBezTo>
                      <a:cubicBezTo>
                        <a:pt x="18511" y="14194"/>
                        <a:pt x="18511" y="14194"/>
                        <a:pt x="18584" y="14121"/>
                      </a:cubicBezTo>
                      <a:cubicBezTo>
                        <a:pt x="19346" y="11605"/>
                        <a:pt x="19650" y="8790"/>
                        <a:pt x="18663" y="6353"/>
                      </a:cubicBezTo>
                      <a:cubicBezTo>
                        <a:pt x="18432" y="5816"/>
                        <a:pt x="18127" y="5286"/>
                        <a:pt x="17749" y="4750"/>
                      </a:cubicBezTo>
                      <a:cubicBezTo>
                        <a:pt x="16452" y="2770"/>
                        <a:pt x="14471" y="1094"/>
                        <a:pt x="12187" y="485"/>
                      </a:cubicBezTo>
                      <a:cubicBezTo>
                        <a:pt x="11200" y="180"/>
                        <a:pt x="10206" y="107"/>
                        <a:pt x="9219" y="28"/>
                      </a:cubicBezTo>
                      <a:cubicBezTo>
                        <a:pt x="8926" y="12"/>
                        <a:pt x="8636" y="0"/>
                        <a:pt x="8351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1" name="Google Shape;811;p44"/>
                <p:cNvSpPr/>
                <p:nvPr/>
              </p:nvSpPr>
              <p:spPr>
                <a:xfrm>
                  <a:off x="2922625" y="674075"/>
                  <a:ext cx="99025" cy="14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1" h="5708" extrusionOk="0">
                      <a:moveTo>
                        <a:pt x="2477" y="1"/>
                      </a:moveTo>
                      <a:cubicBezTo>
                        <a:pt x="2214" y="1"/>
                        <a:pt x="1953" y="86"/>
                        <a:pt x="1755" y="232"/>
                      </a:cubicBezTo>
                      <a:cubicBezTo>
                        <a:pt x="1603" y="232"/>
                        <a:pt x="1524" y="311"/>
                        <a:pt x="1451" y="384"/>
                      </a:cubicBezTo>
                      <a:cubicBezTo>
                        <a:pt x="1219" y="536"/>
                        <a:pt x="994" y="768"/>
                        <a:pt x="841" y="993"/>
                      </a:cubicBezTo>
                      <a:cubicBezTo>
                        <a:pt x="232" y="2060"/>
                        <a:pt x="0" y="3430"/>
                        <a:pt x="80" y="4576"/>
                      </a:cubicBezTo>
                      <a:cubicBezTo>
                        <a:pt x="80" y="4954"/>
                        <a:pt x="153" y="5338"/>
                        <a:pt x="537" y="5563"/>
                      </a:cubicBezTo>
                      <a:cubicBezTo>
                        <a:pt x="663" y="5665"/>
                        <a:pt x="816" y="5708"/>
                        <a:pt x="977" y="5708"/>
                      </a:cubicBezTo>
                      <a:cubicBezTo>
                        <a:pt x="1297" y="5708"/>
                        <a:pt x="1652" y="5540"/>
                        <a:pt x="1907" y="5338"/>
                      </a:cubicBezTo>
                      <a:cubicBezTo>
                        <a:pt x="3047" y="4497"/>
                        <a:pt x="3961" y="2974"/>
                        <a:pt x="3888" y="1603"/>
                      </a:cubicBezTo>
                      <a:cubicBezTo>
                        <a:pt x="3809" y="993"/>
                        <a:pt x="3504" y="311"/>
                        <a:pt x="2895" y="79"/>
                      </a:cubicBezTo>
                      <a:cubicBezTo>
                        <a:pt x="2762" y="26"/>
                        <a:pt x="2619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2" name="Google Shape;812;p44"/>
                <p:cNvSpPr/>
                <p:nvPr/>
              </p:nvSpPr>
              <p:spPr>
                <a:xfrm>
                  <a:off x="2545625" y="674075"/>
                  <a:ext cx="99025" cy="14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1" h="5708" extrusionOk="0">
                      <a:moveTo>
                        <a:pt x="1489" y="1"/>
                      </a:moveTo>
                      <a:cubicBezTo>
                        <a:pt x="1346" y="1"/>
                        <a:pt x="1202" y="26"/>
                        <a:pt x="1067" y="79"/>
                      </a:cubicBezTo>
                      <a:cubicBezTo>
                        <a:pt x="457" y="311"/>
                        <a:pt x="153" y="993"/>
                        <a:pt x="79" y="1603"/>
                      </a:cubicBezTo>
                      <a:cubicBezTo>
                        <a:pt x="0" y="2974"/>
                        <a:pt x="914" y="4497"/>
                        <a:pt x="1981" y="5338"/>
                      </a:cubicBezTo>
                      <a:cubicBezTo>
                        <a:pt x="2284" y="5540"/>
                        <a:pt x="2656" y="5708"/>
                        <a:pt x="2983" y="5708"/>
                      </a:cubicBezTo>
                      <a:cubicBezTo>
                        <a:pt x="3148" y="5708"/>
                        <a:pt x="3302" y="5665"/>
                        <a:pt x="3431" y="5563"/>
                      </a:cubicBezTo>
                      <a:cubicBezTo>
                        <a:pt x="3735" y="5338"/>
                        <a:pt x="3888" y="4954"/>
                        <a:pt x="3888" y="4576"/>
                      </a:cubicBezTo>
                      <a:cubicBezTo>
                        <a:pt x="3961" y="3430"/>
                        <a:pt x="3735" y="2060"/>
                        <a:pt x="3126" y="993"/>
                      </a:cubicBezTo>
                      <a:cubicBezTo>
                        <a:pt x="2894" y="768"/>
                        <a:pt x="2742" y="536"/>
                        <a:pt x="2517" y="384"/>
                      </a:cubicBezTo>
                      <a:cubicBezTo>
                        <a:pt x="2437" y="311"/>
                        <a:pt x="2364" y="232"/>
                        <a:pt x="2212" y="232"/>
                      </a:cubicBezTo>
                      <a:cubicBezTo>
                        <a:pt x="2015" y="86"/>
                        <a:pt x="1753" y="1"/>
                        <a:pt x="1489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3" name="Google Shape;813;p44"/>
                <p:cNvSpPr/>
                <p:nvPr/>
              </p:nvSpPr>
              <p:spPr>
                <a:xfrm>
                  <a:off x="2623750" y="630350"/>
                  <a:ext cx="10850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0" h="1623" extrusionOk="0">
                      <a:moveTo>
                        <a:pt x="3425" y="0"/>
                      </a:moveTo>
                      <a:cubicBezTo>
                        <a:pt x="2286" y="0"/>
                        <a:pt x="1293" y="153"/>
                        <a:pt x="458" y="914"/>
                      </a:cubicBezTo>
                      <a:cubicBezTo>
                        <a:pt x="306" y="1067"/>
                        <a:pt x="153" y="1298"/>
                        <a:pt x="74" y="1524"/>
                      </a:cubicBezTo>
                      <a:cubicBezTo>
                        <a:pt x="1" y="1524"/>
                        <a:pt x="1" y="1603"/>
                        <a:pt x="74" y="1603"/>
                      </a:cubicBezTo>
                      <a:cubicBezTo>
                        <a:pt x="74" y="1617"/>
                        <a:pt x="77" y="1623"/>
                        <a:pt x="82" y="1623"/>
                      </a:cubicBezTo>
                      <a:cubicBezTo>
                        <a:pt x="105" y="1623"/>
                        <a:pt x="167" y="1524"/>
                        <a:pt x="226" y="1524"/>
                      </a:cubicBezTo>
                      <a:cubicBezTo>
                        <a:pt x="379" y="1451"/>
                        <a:pt x="458" y="1371"/>
                        <a:pt x="531" y="1298"/>
                      </a:cubicBezTo>
                      <a:cubicBezTo>
                        <a:pt x="763" y="1146"/>
                        <a:pt x="988" y="994"/>
                        <a:pt x="1220" y="914"/>
                      </a:cubicBezTo>
                      <a:cubicBezTo>
                        <a:pt x="1641" y="705"/>
                        <a:pt x="2109" y="659"/>
                        <a:pt x="2585" y="659"/>
                      </a:cubicBezTo>
                      <a:cubicBezTo>
                        <a:pt x="2969" y="659"/>
                        <a:pt x="3357" y="689"/>
                        <a:pt x="3730" y="689"/>
                      </a:cubicBezTo>
                      <a:cubicBezTo>
                        <a:pt x="3809" y="689"/>
                        <a:pt x="3961" y="610"/>
                        <a:pt x="4035" y="610"/>
                      </a:cubicBezTo>
                      <a:cubicBezTo>
                        <a:pt x="4339" y="537"/>
                        <a:pt x="4339" y="384"/>
                        <a:pt x="4187" y="232"/>
                      </a:cubicBezTo>
                      <a:cubicBezTo>
                        <a:pt x="4187" y="153"/>
                        <a:pt x="4114" y="153"/>
                        <a:pt x="4035" y="80"/>
                      </a:cubicBezTo>
                      <a:cubicBezTo>
                        <a:pt x="3882" y="0"/>
                        <a:pt x="3578" y="0"/>
                        <a:pt x="3425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4" name="Google Shape;814;p44"/>
                <p:cNvSpPr/>
                <p:nvPr/>
              </p:nvSpPr>
              <p:spPr>
                <a:xfrm>
                  <a:off x="2677075" y="684825"/>
                  <a:ext cx="38100" cy="4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1860" extrusionOk="0">
                      <a:moveTo>
                        <a:pt x="532" y="0"/>
                      </a:moveTo>
                      <a:cubicBezTo>
                        <a:pt x="475" y="0"/>
                        <a:pt x="423" y="10"/>
                        <a:pt x="378" y="33"/>
                      </a:cubicBezTo>
                      <a:cubicBezTo>
                        <a:pt x="74" y="186"/>
                        <a:pt x="1" y="642"/>
                        <a:pt x="1" y="1020"/>
                      </a:cubicBezTo>
                      <a:cubicBezTo>
                        <a:pt x="1" y="1252"/>
                        <a:pt x="74" y="1709"/>
                        <a:pt x="378" y="1782"/>
                      </a:cubicBezTo>
                      <a:cubicBezTo>
                        <a:pt x="494" y="1821"/>
                        <a:pt x="646" y="1860"/>
                        <a:pt x="799" y="1860"/>
                      </a:cubicBezTo>
                      <a:cubicBezTo>
                        <a:pt x="951" y="1860"/>
                        <a:pt x="1103" y="1821"/>
                        <a:pt x="1219" y="1709"/>
                      </a:cubicBezTo>
                      <a:cubicBezTo>
                        <a:pt x="1371" y="1477"/>
                        <a:pt x="1445" y="1325"/>
                        <a:pt x="1445" y="1099"/>
                      </a:cubicBezTo>
                      <a:cubicBezTo>
                        <a:pt x="1524" y="868"/>
                        <a:pt x="1445" y="563"/>
                        <a:pt x="1371" y="411"/>
                      </a:cubicBezTo>
                      <a:cubicBezTo>
                        <a:pt x="1292" y="259"/>
                        <a:pt x="1140" y="106"/>
                        <a:pt x="988" y="106"/>
                      </a:cubicBezTo>
                      <a:cubicBezTo>
                        <a:pt x="829" y="55"/>
                        <a:pt x="667" y="0"/>
                        <a:pt x="53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5" name="Google Shape;815;p44"/>
                <p:cNvSpPr/>
                <p:nvPr/>
              </p:nvSpPr>
              <p:spPr>
                <a:xfrm>
                  <a:off x="2835025" y="630350"/>
                  <a:ext cx="1086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6" h="1623" extrusionOk="0">
                      <a:moveTo>
                        <a:pt x="915" y="0"/>
                      </a:moveTo>
                      <a:cubicBezTo>
                        <a:pt x="763" y="0"/>
                        <a:pt x="458" y="0"/>
                        <a:pt x="306" y="80"/>
                      </a:cubicBezTo>
                      <a:cubicBezTo>
                        <a:pt x="232" y="153"/>
                        <a:pt x="153" y="153"/>
                        <a:pt x="153" y="232"/>
                      </a:cubicBezTo>
                      <a:cubicBezTo>
                        <a:pt x="1" y="384"/>
                        <a:pt x="1" y="537"/>
                        <a:pt x="306" y="610"/>
                      </a:cubicBezTo>
                      <a:cubicBezTo>
                        <a:pt x="385" y="610"/>
                        <a:pt x="537" y="689"/>
                        <a:pt x="610" y="689"/>
                      </a:cubicBezTo>
                      <a:cubicBezTo>
                        <a:pt x="986" y="689"/>
                        <a:pt x="1376" y="659"/>
                        <a:pt x="1760" y="659"/>
                      </a:cubicBezTo>
                      <a:cubicBezTo>
                        <a:pt x="2237" y="659"/>
                        <a:pt x="2705" y="705"/>
                        <a:pt x="3127" y="914"/>
                      </a:cubicBezTo>
                      <a:cubicBezTo>
                        <a:pt x="3352" y="994"/>
                        <a:pt x="3584" y="1146"/>
                        <a:pt x="3809" y="1298"/>
                      </a:cubicBezTo>
                      <a:lnTo>
                        <a:pt x="4041" y="1524"/>
                      </a:lnTo>
                      <a:lnTo>
                        <a:pt x="4114" y="1524"/>
                      </a:lnTo>
                      <a:cubicBezTo>
                        <a:pt x="4114" y="1524"/>
                        <a:pt x="4213" y="1623"/>
                        <a:pt x="4251" y="1623"/>
                      </a:cubicBezTo>
                      <a:cubicBezTo>
                        <a:pt x="4260" y="1623"/>
                        <a:pt x="4266" y="1617"/>
                        <a:pt x="4266" y="1603"/>
                      </a:cubicBezTo>
                      <a:cubicBezTo>
                        <a:pt x="4345" y="1603"/>
                        <a:pt x="4345" y="1524"/>
                        <a:pt x="4266" y="1524"/>
                      </a:cubicBezTo>
                      <a:cubicBezTo>
                        <a:pt x="4193" y="1298"/>
                        <a:pt x="4041" y="1067"/>
                        <a:pt x="3888" y="914"/>
                      </a:cubicBezTo>
                      <a:cubicBezTo>
                        <a:pt x="3047" y="153"/>
                        <a:pt x="1981" y="0"/>
                        <a:pt x="915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6" name="Google Shape;816;p44"/>
                <p:cNvSpPr/>
                <p:nvPr/>
              </p:nvSpPr>
              <p:spPr>
                <a:xfrm>
                  <a:off x="2852250" y="684825"/>
                  <a:ext cx="38100" cy="4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1860" extrusionOk="0">
                      <a:moveTo>
                        <a:pt x="955" y="0"/>
                      </a:moveTo>
                      <a:cubicBezTo>
                        <a:pt x="818" y="0"/>
                        <a:pt x="694" y="55"/>
                        <a:pt x="531" y="106"/>
                      </a:cubicBezTo>
                      <a:cubicBezTo>
                        <a:pt x="378" y="106"/>
                        <a:pt x="226" y="259"/>
                        <a:pt x="153" y="411"/>
                      </a:cubicBezTo>
                      <a:cubicBezTo>
                        <a:pt x="74" y="563"/>
                        <a:pt x="0" y="868"/>
                        <a:pt x="74" y="1099"/>
                      </a:cubicBezTo>
                      <a:cubicBezTo>
                        <a:pt x="74" y="1325"/>
                        <a:pt x="153" y="1477"/>
                        <a:pt x="305" y="1709"/>
                      </a:cubicBezTo>
                      <a:cubicBezTo>
                        <a:pt x="418" y="1821"/>
                        <a:pt x="570" y="1860"/>
                        <a:pt x="722" y="1860"/>
                      </a:cubicBezTo>
                      <a:cubicBezTo>
                        <a:pt x="875" y="1860"/>
                        <a:pt x="1027" y="1821"/>
                        <a:pt x="1140" y="1782"/>
                      </a:cubicBezTo>
                      <a:cubicBezTo>
                        <a:pt x="1444" y="1709"/>
                        <a:pt x="1524" y="1252"/>
                        <a:pt x="1524" y="1020"/>
                      </a:cubicBezTo>
                      <a:cubicBezTo>
                        <a:pt x="1524" y="642"/>
                        <a:pt x="1444" y="186"/>
                        <a:pt x="1140" y="33"/>
                      </a:cubicBezTo>
                      <a:cubicBezTo>
                        <a:pt x="1073" y="10"/>
                        <a:pt x="1013" y="0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7" name="Google Shape;817;p44"/>
                <p:cNvSpPr/>
                <p:nvPr/>
              </p:nvSpPr>
              <p:spPr>
                <a:xfrm>
                  <a:off x="2738000" y="830350"/>
                  <a:ext cx="91425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" h="1597" extrusionOk="0">
                      <a:moveTo>
                        <a:pt x="531" y="1"/>
                      </a:moveTo>
                      <a:cubicBezTo>
                        <a:pt x="305" y="1"/>
                        <a:pt x="153" y="74"/>
                        <a:pt x="74" y="226"/>
                      </a:cubicBezTo>
                      <a:cubicBezTo>
                        <a:pt x="1" y="305"/>
                        <a:pt x="1" y="378"/>
                        <a:pt x="1" y="531"/>
                      </a:cubicBezTo>
                      <a:cubicBezTo>
                        <a:pt x="1" y="683"/>
                        <a:pt x="74" y="835"/>
                        <a:pt x="153" y="988"/>
                      </a:cubicBezTo>
                      <a:lnTo>
                        <a:pt x="378" y="1219"/>
                      </a:lnTo>
                      <a:cubicBezTo>
                        <a:pt x="762" y="1524"/>
                        <a:pt x="1140" y="1597"/>
                        <a:pt x="1676" y="1597"/>
                      </a:cubicBezTo>
                      <a:lnTo>
                        <a:pt x="1981" y="1597"/>
                      </a:lnTo>
                      <a:cubicBezTo>
                        <a:pt x="2438" y="1597"/>
                        <a:pt x="2816" y="1524"/>
                        <a:pt x="3273" y="1219"/>
                      </a:cubicBezTo>
                      <a:lnTo>
                        <a:pt x="3504" y="988"/>
                      </a:lnTo>
                      <a:cubicBezTo>
                        <a:pt x="3577" y="835"/>
                        <a:pt x="3656" y="683"/>
                        <a:pt x="3656" y="531"/>
                      </a:cubicBezTo>
                      <a:cubicBezTo>
                        <a:pt x="3656" y="378"/>
                        <a:pt x="3656" y="305"/>
                        <a:pt x="3577" y="226"/>
                      </a:cubicBezTo>
                      <a:cubicBezTo>
                        <a:pt x="3504" y="74"/>
                        <a:pt x="3352" y="1"/>
                        <a:pt x="3120" y="1"/>
                      </a:cubicBezTo>
                      <a:cubicBezTo>
                        <a:pt x="3047" y="1"/>
                        <a:pt x="2895" y="74"/>
                        <a:pt x="2743" y="74"/>
                      </a:cubicBezTo>
                      <a:cubicBezTo>
                        <a:pt x="2438" y="153"/>
                        <a:pt x="2133" y="153"/>
                        <a:pt x="1829" y="226"/>
                      </a:cubicBezTo>
                      <a:cubicBezTo>
                        <a:pt x="1524" y="153"/>
                        <a:pt x="1219" y="153"/>
                        <a:pt x="915" y="74"/>
                      </a:cubicBezTo>
                      <a:cubicBezTo>
                        <a:pt x="762" y="74"/>
                        <a:pt x="610" y="1"/>
                        <a:pt x="53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8" name="Google Shape;818;p44"/>
                <p:cNvSpPr/>
                <p:nvPr/>
              </p:nvSpPr>
              <p:spPr>
                <a:xfrm>
                  <a:off x="2795125" y="652000"/>
                  <a:ext cx="40350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6124" extrusionOk="0">
                      <a:moveTo>
                        <a:pt x="1407" y="1"/>
                      </a:moveTo>
                      <a:cubicBezTo>
                        <a:pt x="1331" y="1"/>
                        <a:pt x="1249" y="18"/>
                        <a:pt x="1219" y="48"/>
                      </a:cubicBezTo>
                      <a:cubicBezTo>
                        <a:pt x="378" y="658"/>
                        <a:pt x="1" y="1803"/>
                        <a:pt x="226" y="2869"/>
                      </a:cubicBezTo>
                      <a:cubicBezTo>
                        <a:pt x="378" y="3479"/>
                        <a:pt x="835" y="3936"/>
                        <a:pt x="915" y="4545"/>
                      </a:cubicBezTo>
                      <a:cubicBezTo>
                        <a:pt x="988" y="5154"/>
                        <a:pt x="683" y="5684"/>
                        <a:pt x="153" y="5989"/>
                      </a:cubicBezTo>
                      <a:cubicBezTo>
                        <a:pt x="74" y="5989"/>
                        <a:pt x="74" y="6068"/>
                        <a:pt x="153" y="6068"/>
                      </a:cubicBezTo>
                      <a:cubicBezTo>
                        <a:pt x="189" y="6105"/>
                        <a:pt x="228" y="6123"/>
                        <a:pt x="266" y="6123"/>
                      </a:cubicBezTo>
                      <a:cubicBezTo>
                        <a:pt x="304" y="6123"/>
                        <a:pt x="342" y="6105"/>
                        <a:pt x="378" y="6068"/>
                      </a:cubicBezTo>
                      <a:cubicBezTo>
                        <a:pt x="835" y="5837"/>
                        <a:pt x="1219" y="5380"/>
                        <a:pt x="1219" y="4850"/>
                      </a:cubicBezTo>
                      <a:cubicBezTo>
                        <a:pt x="1292" y="4240"/>
                        <a:pt x="915" y="3704"/>
                        <a:pt x="683" y="3174"/>
                      </a:cubicBezTo>
                      <a:cubicBezTo>
                        <a:pt x="305" y="2108"/>
                        <a:pt x="610" y="810"/>
                        <a:pt x="1524" y="128"/>
                      </a:cubicBezTo>
                      <a:cubicBezTo>
                        <a:pt x="1614" y="38"/>
                        <a:pt x="1517" y="1"/>
                        <a:pt x="1407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819" name="Google Shape;819;p44"/>
              <p:cNvSpPr/>
              <p:nvPr/>
            </p:nvSpPr>
            <p:spPr>
              <a:xfrm>
                <a:off x="6269375" y="3148675"/>
                <a:ext cx="39000" cy="75300"/>
              </a:xfrm>
              <a:prstGeom prst="ellipse">
                <a:avLst/>
              </a:prstGeom>
              <a:solidFill>
                <a:srgbClr val="BB6A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820" name="Google Shape;820;p44"/>
            <p:cNvSpPr/>
            <p:nvPr/>
          </p:nvSpPr>
          <p:spPr>
            <a:xfrm rot="-466881" flipH="1">
              <a:off x="7695816" y="1511734"/>
              <a:ext cx="255268" cy="308452"/>
            </a:xfrm>
            <a:custGeom>
              <a:avLst/>
              <a:gdLst/>
              <a:ahLst/>
              <a:cxnLst/>
              <a:rect l="l" t="t" r="r" b="b"/>
              <a:pathLst>
                <a:path w="11042" h="13743" extrusionOk="0">
                  <a:moveTo>
                    <a:pt x="6687" y="1"/>
                  </a:moveTo>
                  <a:cubicBezTo>
                    <a:pt x="6134" y="1"/>
                    <a:pt x="5582" y="63"/>
                    <a:pt x="5049" y="180"/>
                  </a:cubicBezTo>
                  <a:cubicBezTo>
                    <a:pt x="3800" y="417"/>
                    <a:pt x="2318" y="830"/>
                    <a:pt x="1249" y="1543"/>
                  </a:cubicBezTo>
                  <a:cubicBezTo>
                    <a:pt x="299" y="2136"/>
                    <a:pt x="62" y="3442"/>
                    <a:pt x="62" y="4454"/>
                  </a:cubicBezTo>
                  <a:cubicBezTo>
                    <a:pt x="0" y="5342"/>
                    <a:pt x="119" y="6235"/>
                    <a:pt x="356" y="7066"/>
                  </a:cubicBezTo>
                  <a:cubicBezTo>
                    <a:pt x="537" y="7716"/>
                    <a:pt x="713" y="8372"/>
                    <a:pt x="950" y="8965"/>
                  </a:cubicBezTo>
                  <a:cubicBezTo>
                    <a:pt x="1487" y="10390"/>
                    <a:pt x="2019" y="11753"/>
                    <a:pt x="2555" y="13178"/>
                  </a:cubicBezTo>
                  <a:cubicBezTo>
                    <a:pt x="2612" y="13358"/>
                    <a:pt x="2674" y="13534"/>
                    <a:pt x="2793" y="13653"/>
                  </a:cubicBezTo>
                  <a:cubicBezTo>
                    <a:pt x="2896" y="13716"/>
                    <a:pt x="3014" y="13742"/>
                    <a:pt x="3137" y="13742"/>
                  </a:cubicBezTo>
                  <a:cubicBezTo>
                    <a:pt x="3365" y="13742"/>
                    <a:pt x="3608" y="13651"/>
                    <a:pt x="3800" y="13534"/>
                  </a:cubicBezTo>
                  <a:cubicBezTo>
                    <a:pt x="3861" y="13534"/>
                    <a:pt x="3918" y="13534"/>
                    <a:pt x="3980" y="13477"/>
                  </a:cubicBezTo>
                  <a:cubicBezTo>
                    <a:pt x="4692" y="13121"/>
                    <a:pt x="5343" y="12703"/>
                    <a:pt x="5998" y="12228"/>
                  </a:cubicBezTo>
                  <a:cubicBezTo>
                    <a:pt x="6411" y="11872"/>
                    <a:pt x="6768" y="11459"/>
                    <a:pt x="7124" y="10984"/>
                  </a:cubicBezTo>
                  <a:cubicBezTo>
                    <a:pt x="7423" y="10628"/>
                    <a:pt x="7599" y="9797"/>
                    <a:pt x="8074" y="9559"/>
                  </a:cubicBezTo>
                  <a:cubicBezTo>
                    <a:pt x="9085" y="9084"/>
                    <a:pt x="9498" y="8310"/>
                    <a:pt x="9617" y="7242"/>
                  </a:cubicBezTo>
                  <a:cubicBezTo>
                    <a:pt x="9617" y="6472"/>
                    <a:pt x="9736" y="5817"/>
                    <a:pt x="10154" y="5285"/>
                  </a:cubicBezTo>
                  <a:cubicBezTo>
                    <a:pt x="10629" y="4691"/>
                    <a:pt x="10923" y="3979"/>
                    <a:pt x="10985" y="3205"/>
                  </a:cubicBezTo>
                  <a:cubicBezTo>
                    <a:pt x="11042" y="2493"/>
                    <a:pt x="10866" y="1723"/>
                    <a:pt x="10329" y="1187"/>
                  </a:cubicBezTo>
                  <a:cubicBezTo>
                    <a:pt x="10035" y="830"/>
                    <a:pt x="9617" y="593"/>
                    <a:pt x="9204" y="474"/>
                  </a:cubicBezTo>
                  <a:cubicBezTo>
                    <a:pt x="8409" y="151"/>
                    <a:pt x="7547" y="1"/>
                    <a:pt x="66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44"/>
            <p:cNvSpPr/>
            <p:nvPr/>
          </p:nvSpPr>
          <p:spPr>
            <a:xfrm flipH="1">
              <a:off x="7736283" y="1694585"/>
              <a:ext cx="109374" cy="102309"/>
            </a:xfrm>
            <a:custGeom>
              <a:avLst/>
              <a:gdLst/>
              <a:ahLst/>
              <a:cxnLst/>
              <a:rect l="l" t="t" r="r" b="b"/>
              <a:pathLst>
                <a:path w="5217" h="4880" extrusionOk="0">
                  <a:moveTo>
                    <a:pt x="2982" y="1"/>
                  </a:moveTo>
                  <a:cubicBezTo>
                    <a:pt x="2731" y="1"/>
                    <a:pt x="2468" y="75"/>
                    <a:pt x="2201" y="243"/>
                  </a:cubicBezTo>
                  <a:cubicBezTo>
                    <a:pt x="0" y="1641"/>
                    <a:pt x="2234" y="4879"/>
                    <a:pt x="3849" y="4879"/>
                  </a:cubicBezTo>
                  <a:cubicBezTo>
                    <a:pt x="4499" y="4879"/>
                    <a:pt x="5049" y="4354"/>
                    <a:pt x="5169" y="2973"/>
                  </a:cubicBezTo>
                  <a:cubicBezTo>
                    <a:pt x="5217" y="1838"/>
                    <a:pt x="4236" y="1"/>
                    <a:pt x="2982" y="1"/>
                  </a:cubicBezTo>
                  <a:close/>
                </a:path>
              </a:pathLst>
            </a:custGeom>
            <a:solidFill>
              <a:srgbClr val="B16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22" name="Google Shape;822;p44"/>
            <p:cNvGrpSpPr/>
            <p:nvPr/>
          </p:nvGrpSpPr>
          <p:grpSpPr>
            <a:xfrm flipH="1">
              <a:off x="7593806" y="1720208"/>
              <a:ext cx="176729" cy="226812"/>
              <a:chOff x="8154740" y="297376"/>
              <a:chExt cx="111318" cy="142865"/>
            </a:xfrm>
          </p:grpSpPr>
          <p:sp>
            <p:nvSpPr>
              <p:cNvPr id="823" name="Google Shape;823;p44"/>
              <p:cNvSpPr/>
              <p:nvPr/>
            </p:nvSpPr>
            <p:spPr>
              <a:xfrm>
                <a:off x="8154740" y="297376"/>
                <a:ext cx="111318" cy="142865"/>
              </a:xfrm>
              <a:custGeom>
                <a:avLst/>
                <a:gdLst/>
                <a:ahLst/>
                <a:cxnLst/>
                <a:rect l="l" t="t" r="r" b="b"/>
                <a:pathLst>
                  <a:path w="8430" h="10819" extrusionOk="0">
                    <a:moveTo>
                      <a:pt x="877" y="1"/>
                    </a:moveTo>
                    <a:cubicBezTo>
                      <a:pt x="862" y="1"/>
                      <a:pt x="847" y="3"/>
                      <a:pt x="831" y="8"/>
                    </a:cubicBezTo>
                    <a:cubicBezTo>
                      <a:pt x="238" y="127"/>
                      <a:pt x="300" y="2739"/>
                      <a:pt x="238" y="3275"/>
                    </a:cubicBezTo>
                    <a:cubicBezTo>
                      <a:pt x="119" y="4462"/>
                      <a:pt x="0" y="5707"/>
                      <a:pt x="0" y="6956"/>
                    </a:cubicBezTo>
                    <a:cubicBezTo>
                      <a:pt x="0" y="7431"/>
                      <a:pt x="0" y="7844"/>
                      <a:pt x="181" y="8319"/>
                    </a:cubicBezTo>
                    <a:cubicBezTo>
                      <a:pt x="418" y="9031"/>
                      <a:pt x="1069" y="9568"/>
                      <a:pt x="1724" y="9924"/>
                    </a:cubicBezTo>
                    <a:cubicBezTo>
                      <a:pt x="2494" y="10337"/>
                      <a:pt x="3325" y="10636"/>
                      <a:pt x="4217" y="10693"/>
                    </a:cubicBezTo>
                    <a:cubicBezTo>
                      <a:pt x="4661" y="10767"/>
                      <a:pt x="5104" y="10819"/>
                      <a:pt x="5547" y="10819"/>
                    </a:cubicBezTo>
                    <a:cubicBezTo>
                      <a:pt x="5816" y="10819"/>
                      <a:pt x="6085" y="10800"/>
                      <a:pt x="6355" y="10755"/>
                    </a:cubicBezTo>
                    <a:cubicBezTo>
                      <a:pt x="7005" y="10636"/>
                      <a:pt x="7304" y="10574"/>
                      <a:pt x="7480" y="9805"/>
                    </a:cubicBezTo>
                    <a:cubicBezTo>
                      <a:pt x="7717" y="9093"/>
                      <a:pt x="7898" y="8319"/>
                      <a:pt x="8017" y="7549"/>
                    </a:cubicBezTo>
                    <a:cubicBezTo>
                      <a:pt x="8135" y="6956"/>
                      <a:pt x="8430" y="6182"/>
                      <a:pt x="8254" y="5588"/>
                    </a:cubicBezTo>
                    <a:cubicBezTo>
                      <a:pt x="8074" y="5056"/>
                      <a:pt x="7243" y="5056"/>
                      <a:pt x="6768" y="4937"/>
                    </a:cubicBezTo>
                    <a:cubicBezTo>
                      <a:pt x="6117" y="4757"/>
                      <a:pt x="5523" y="4519"/>
                      <a:pt x="4930" y="4282"/>
                    </a:cubicBezTo>
                    <a:cubicBezTo>
                      <a:pt x="4455" y="4045"/>
                      <a:pt x="3980" y="3869"/>
                      <a:pt x="3562" y="3631"/>
                    </a:cubicBezTo>
                    <a:cubicBezTo>
                      <a:pt x="3206" y="3394"/>
                      <a:pt x="2850" y="3156"/>
                      <a:pt x="2555" y="2857"/>
                    </a:cubicBezTo>
                    <a:cubicBezTo>
                      <a:pt x="1843" y="2264"/>
                      <a:pt x="1368" y="1376"/>
                      <a:pt x="1188" y="483"/>
                    </a:cubicBezTo>
                    <a:cubicBezTo>
                      <a:pt x="1188" y="266"/>
                      <a:pt x="1041" y="1"/>
                      <a:pt x="8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4" name="Google Shape;824;p44"/>
              <p:cNvSpPr/>
              <p:nvPr/>
            </p:nvSpPr>
            <p:spPr>
              <a:xfrm>
                <a:off x="8218274" y="371647"/>
                <a:ext cx="34505" cy="20732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570" extrusionOk="0">
                    <a:moveTo>
                      <a:pt x="645" y="0"/>
                    </a:moveTo>
                    <a:cubicBezTo>
                      <a:pt x="584" y="0"/>
                      <a:pt x="527" y="7"/>
                      <a:pt x="475" y="26"/>
                    </a:cubicBezTo>
                    <a:cubicBezTo>
                      <a:pt x="238" y="83"/>
                      <a:pt x="57" y="201"/>
                      <a:pt x="57" y="382"/>
                    </a:cubicBezTo>
                    <a:cubicBezTo>
                      <a:pt x="0" y="619"/>
                      <a:pt x="57" y="795"/>
                      <a:pt x="238" y="975"/>
                    </a:cubicBezTo>
                    <a:cubicBezTo>
                      <a:pt x="532" y="1332"/>
                      <a:pt x="950" y="1569"/>
                      <a:pt x="1363" y="1569"/>
                    </a:cubicBezTo>
                    <a:cubicBezTo>
                      <a:pt x="1601" y="1569"/>
                      <a:pt x="1838" y="1507"/>
                      <a:pt x="2075" y="1389"/>
                    </a:cubicBezTo>
                    <a:cubicBezTo>
                      <a:pt x="2194" y="1270"/>
                      <a:pt x="2432" y="1094"/>
                      <a:pt x="2493" y="914"/>
                    </a:cubicBezTo>
                    <a:cubicBezTo>
                      <a:pt x="2612" y="676"/>
                      <a:pt x="2432" y="439"/>
                      <a:pt x="2256" y="320"/>
                    </a:cubicBezTo>
                    <a:cubicBezTo>
                      <a:pt x="2075" y="201"/>
                      <a:pt x="1838" y="201"/>
                      <a:pt x="1662" y="201"/>
                    </a:cubicBezTo>
                    <a:cubicBezTo>
                      <a:pt x="1482" y="144"/>
                      <a:pt x="1306" y="83"/>
                      <a:pt x="1126" y="83"/>
                    </a:cubicBezTo>
                    <a:cubicBezTo>
                      <a:pt x="958" y="43"/>
                      <a:pt x="791" y="0"/>
                      <a:pt x="645" y="0"/>
                    </a:cubicBezTo>
                    <a:close/>
                  </a:path>
                </a:pathLst>
              </a:custGeom>
              <a:solidFill>
                <a:srgbClr val="CD80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5" name="Google Shape;825;p44"/>
              <p:cNvSpPr/>
              <p:nvPr/>
            </p:nvSpPr>
            <p:spPr>
              <a:xfrm>
                <a:off x="8225286" y="375120"/>
                <a:ext cx="21973" cy="9402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712" extrusionOk="0">
                    <a:moveTo>
                      <a:pt x="120" y="0"/>
                    </a:moveTo>
                    <a:cubicBezTo>
                      <a:pt x="63" y="0"/>
                      <a:pt x="1" y="57"/>
                      <a:pt x="1" y="119"/>
                    </a:cubicBezTo>
                    <a:cubicBezTo>
                      <a:pt x="276" y="486"/>
                      <a:pt x="730" y="711"/>
                      <a:pt x="1196" y="711"/>
                    </a:cubicBezTo>
                    <a:cubicBezTo>
                      <a:pt x="1333" y="711"/>
                      <a:pt x="1471" y="692"/>
                      <a:pt x="1606" y="651"/>
                    </a:cubicBezTo>
                    <a:cubicBezTo>
                      <a:pt x="1606" y="594"/>
                      <a:pt x="1663" y="594"/>
                      <a:pt x="1663" y="532"/>
                    </a:cubicBezTo>
                    <a:cubicBezTo>
                      <a:pt x="1606" y="475"/>
                      <a:pt x="1487" y="475"/>
                      <a:pt x="1426" y="475"/>
                    </a:cubicBezTo>
                    <a:cubicBezTo>
                      <a:pt x="1340" y="500"/>
                      <a:pt x="1252" y="511"/>
                      <a:pt x="1163" y="511"/>
                    </a:cubicBezTo>
                    <a:cubicBezTo>
                      <a:pt x="826" y="511"/>
                      <a:pt x="488" y="339"/>
                      <a:pt x="300" y="57"/>
                    </a:cubicBezTo>
                    <a:cubicBezTo>
                      <a:pt x="238" y="0"/>
                      <a:pt x="181" y="0"/>
                      <a:pt x="120" y="0"/>
                    </a:cubicBezTo>
                    <a:close/>
                  </a:path>
                </a:pathLst>
              </a:custGeom>
              <a:solidFill>
                <a:srgbClr val="B16C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6" name="Google Shape;826;p44"/>
              <p:cNvSpPr/>
              <p:nvPr/>
            </p:nvSpPr>
            <p:spPr>
              <a:xfrm>
                <a:off x="8166533" y="337483"/>
                <a:ext cx="3895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295" h="1008" extrusionOk="0">
                    <a:moveTo>
                      <a:pt x="176" y="1"/>
                    </a:moveTo>
                    <a:cubicBezTo>
                      <a:pt x="119" y="1"/>
                      <a:pt x="0" y="1"/>
                      <a:pt x="0" y="119"/>
                    </a:cubicBezTo>
                    <a:lnTo>
                      <a:pt x="0" y="951"/>
                    </a:lnTo>
                    <a:cubicBezTo>
                      <a:pt x="0" y="1008"/>
                      <a:pt x="119" y="1008"/>
                      <a:pt x="176" y="1008"/>
                    </a:cubicBezTo>
                    <a:cubicBezTo>
                      <a:pt x="238" y="1008"/>
                      <a:pt x="295" y="1008"/>
                      <a:pt x="295" y="951"/>
                    </a:cubicBezTo>
                    <a:lnTo>
                      <a:pt x="295" y="119"/>
                    </a:lnTo>
                    <a:cubicBezTo>
                      <a:pt x="295" y="58"/>
                      <a:pt x="23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7" name="Google Shape;827;p44"/>
              <p:cNvSpPr/>
              <p:nvPr/>
            </p:nvSpPr>
            <p:spPr>
              <a:xfrm>
                <a:off x="8186091" y="346080"/>
                <a:ext cx="3975" cy="14116"/>
              </a:xfrm>
              <a:custGeom>
                <a:avLst/>
                <a:gdLst/>
                <a:ahLst/>
                <a:cxnLst/>
                <a:rect l="l" t="t" r="r" b="b"/>
                <a:pathLst>
                  <a:path w="301" h="1069" extrusionOk="0">
                    <a:moveTo>
                      <a:pt x="120" y="0"/>
                    </a:moveTo>
                    <a:cubicBezTo>
                      <a:pt x="63" y="0"/>
                      <a:pt x="1" y="62"/>
                      <a:pt x="1" y="119"/>
                    </a:cubicBezTo>
                    <a:lnTo>
                      <a:pt x="1" y="1012"/>
                    </a:lnTo>
                    <a:cubicBezTo>
                      <a:pt x="1" y="1069"/>
                      <a:pt x="63" y="1069"/>
                      <a:pt x="120" y="1069"/>
                    </a:cubicBezTo>
                    <a:cubicBezTo>
                      <a:pt x="181" y="1069"/>
                      <a:pt x="300" y="1069"/>
                      <a:pt x="300" y="1012"/>
                    </a:cubicBezTo>
                    <a:lnTo>
                      <a:pt x="300" y="119"/>
                    </a:lnTo>
                    <a:cubicBezTo>
                      <a:pt x="300" y="62"/>
                      <a:pt x="181" y="0"/>
                      <a:pt x="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8" name="Google Shape;828;p44"/>
              <p:cNvSpPr/>
              <p:nvPr/>
            </p:nvSpPr>
            <p:spPr>
              <a:xfrm>
                <a:off x="8166533" y="374301"/>
                <a:ext cx="3895" cy="1180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894" extrusionOk="0">
                    <a:moveTo>
                      <a:pt x="176" y="0"/>
                    </a:moveTo>
                    <a:cubicBezTo>
                      <a:pt x="119" y="0"/>
                      <a:pt x="0" y="0"/>
                      <a:pt x="0" y="62"/>
                    </a:cubicBezTo>
                    <a:lnTo>
                      <a:pt x="0" y="831"/>
                    </a:lnTo>
                    <a:cubicBezTo>
                      <a:pt x="0" y="893"/>
                      <a:pt x="119" y="893"/>
                      <a:pt x="176" y="893"/>
                    </a:cubicBezTo>
                    <a:cubicBezTo>
                      <a:pt x="238" y="893"/>
                      <a:pt x="295" y="893"/>
                      <a:pt x="295" y="831"/>
                    </a:cubicBezTo>
                    <a:lnTo>
                      <a:pt x="295" y="62"/>
                    </a:lnTo>
                    <a:cubicBezTo>
                      <a:pt x="295" y="0"/>
                      <a:pt x="23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9" name="Google Shape;829;p44"/>
              <p:cNvSpPr/>
              <p:nvPr/>
            </p:nvSpPr>
            <p:spPr>
              <a:xfrm>
                <a:off x="8171234" y="404899"/>
                <a:ext cx="6286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008" extrusionOk="0">
                    <a:moveTo>
                      <a:pt x="176" y="1"/>
                    </a:moveTo>
                    <a:cubicBezTo>
                      <a:pt x="119" y="1"/>
                      <a:pt x="0" y="1"/>
                      <a:pt x="0" y="58"/>
                    </a:cubicBezTo>
                    <a:cubicBezTo>
                      <a:pt x="0" y="357"/>
                      <a:pt x="57" y="652"/>
                      <a:pt x="176" y="951"/>
                    </a:cubicBezTo>
                    <a:cubicBezTo>
                      <a:pt x="176" y="1008"/>
                      <a:pt x="238" y="1008"/>
                      <a:pt x="238" y="1008"/>
                    </a:cubicBezTo>
                    <a:lnTo>
                      <a:pt x="357" y="1008"/>
                    </a:lnTo>
                    <a:cubicBezTo>
                      <a:pt x="413" y="1008"/>
                      <a:pt x="475" y="1008"/>
                      <a:pt x="475" y="889"/>
                    </a:cubicBezTo>
                    <a:cubicBezTo>
                      <a:pt x="357" y="652"/>
                      <a:pt x="295" y="357"/>
                      <a:pt x="295" y="58"/>
                    </a:cubicBezTo>
                    <a:cubicBezTo>
                      <a:pt x="295" y="1"/>
                      <a:pt x="23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0" name="Google Shape;830;p44"/>
              <p:cNvSpPr/>
              <p:nvPr/>
            </p:nvSpPr>
            <p:spPr>
              <a:xfrm>
                <a:off x="8186091" y="382951"/>
                <a:ext cx="3975" cy="12558"/>
              </a:xfrm>
              <a:custGeom>
                <a:avLst/>
                <a:gdLst/>
                <a:ahLst/>
                <a:cxnLst/>
                <a:rect l="l" t="t" r="r" b="b"/>
                <a:pathLst>
                  <a:path w="301" h="951" extrusionOk="0">
                    <a:moveTo>
                      <a:pt x="181" y="1"/>
                    </a:moveTo>
                    <a:cubicBezTo>
                      <a:pt x="120" y="1"/>
                      <a:pt x="1" y="58"/>
                      <a:pt x="1" y="119"/>
                    </a:cubicBezTo>
                    <a:lnTo>
                      <a:pt x="1" y="832"/>
                    </a:lnTo>
                    <a:cubicBezTo>
                      <a:pt x="1" y="889"/>
                      <a:pt x="120" y="951"/>
                      <a:pt x="181" y="951"/>
                    </a:cubicBezTo>
                    <a:cubicBezTo>
                      <a:pt x="238" y="951"/>
                      <a:pt x="300" y="889"/>
                      <a:pt x="300" y="832"/>
                    </a:cubicBezTo>
                    <a:lnTo>
                      <a:pt x="300" y="119"/>
                    </a:lnTo>
                    <a:cubicBezTo>
                      <a:pt x="300" y="58"/>
                      <a:pt x="238" y="1"/>
                      <a:pt x="1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1" name="Google Shape;831;p44"/>
              <p:cNvSpPr/>
              <p:nvPr/>
            </p:nvSpPr>
            <p:spPr>
              <a:xfrm>
                <a:off x="8209611" y="361003"/>
                <a:ext cx="3962" cy="10987"/>
              </a:xfrm>
              <a:custGeom>
                <a:avLst/>
                <a:gdLst/>
                <a:ahLst/>
                <a:cxnLst/>
                <a:rect l="l" t="t" r="r" b="b"/>
                <a:pathLst>
                  <a:path w="300" h="832" extrusionOk="0">
                    <a:moveTo>
                      <a:pt x="181" y="1"/>
                    </a:moveTo>
                    <a:cubicBezTo>
                      <a:pt x="119" y="1"/>
                      <a:pt x="1" y="58"/>
                      <a:pt x="1" y="119"/>
                    </a:cubicBezTo>
                    <a:lnTo>
                      <a:pt x="1" y="713"/>
                    </a:lnTo>
                    <a:cubicBezTo>
                      <a:pt x="1" y="770"/>
                      <a:pt x="119" y="832"/>
                      <a:pt x="181" y="832"/>
                    </a:cubicBezTo>
                    <a:cubicBezTo>
                      <a:pt x="238" y="832"/>
                      <a:pt x="300" y="770"/>
                      <a:pt x="300" y="713"/>
                    </a:cubicBezTo>
                    <a:lnTo>
                      <a:pt x="300" y="119"/>
                    </a:lnTo>
                    <a:cubicBezTo>
                      <a:pt x="300" y="58"/>
                      <a:pt x="238" y="1"/>
                      <a:pt x="1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2" name="Google Shape;832;p44"/>
              <p:cNvSpPr/>
              <p:nvPr/>
            </p:nvSpPr>
            <p:spPr>
              <a:xfrm>
                <a:off x="8204909" y="402522"/>
                <a:ext cx="4714" cy="1336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1012" extrusionOk="0">
                    <a:moveTo>
                      <a:pt x="181" y="0"/>
                    </a:moveTo>
                    <a:cubicBezTo>
                      <a:pt x="119" y="0"/>
                      <a:pt x="1" y="62"/>
                      <a:pt x="1" y="119"/>
                    </a:cubicBezTo>
                    <a:lnTo>
                      <a:pt x="1" y="893"/>
                    </a:lnTo>
                    <a:cubicBezTo>
                      <a:pt x="1" y="1012"/>
                      <a:pt x="119" y="1012"/>
                      <a:pt x="181" y="1012"/>
                    </a:cubicBezTo>
                    <a:cubicBezTo>
                      <a:pt x="238" y="1012"/>
                      <a:pt x="357" y="1012"/>
                      <a:pt x="357" y="893"/>
                    </a:cubicBezTo>
                    <a:lnTo>
                      <a:pt x="357" y="119"/>
                    </a:lnTo>
                    <a:cubicBezTo>
                      <a:pt x="357" y="62"/>
                      <a:pt x="238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3" name="Google Shape;833;p44"/>
              <p:cNvSpPr/>
              <p:nvPr/>
            </p:nvSpPr>
            <p:spPr>
              <a:xfrm>
                <a:off x="8191611" y="419016"/>
                <a:ext cx="5467" cy="7857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95" extrusionOk="0">
                    <a:moveTo>
                      <a:pt x="119" y="0"/>
                    </a:moveTo>
                    <a:cubicBezTo>
                      <a:pt x="119" y="0"/>
                      <a:pt x="58" y="0"/>
                      <a:pt x="1" y="57"/>
                    </a:cubicBezTo>
                    <a:lnTo>
                      <a:pt x="1" y="119"/>
                    </a:lnTo>
                    <a:cubicBezTo>
                      <a:pt x="1" y="238"/>
                      <a:pt x="58" y="414"/>
                      <a:pt x="119" y="532"/>
                    </a:cubicBezTo>
                    <a:cubicBezTo>
                      <a:pt x="119" y="594"/>
                      <a:pt x="176" y="594"/>
                      <a:pt x="176" y="594"/>
                    </a:cubicBezTo>
                    <a:lnTo>
                      <a:pt x="295" y="594"/>
                    </a:lnTo>
                    <a:cubicBezTo>
                      <a:pt x="357" y="594"/>
                      <a:pt x="414" y="594"/>
                      <a:pt x="414" y="532"/>
                    </a:cubicBezTo>
                    <a:cubicBezTo>
                      <a:pt x="357" y="414"/>
                      <a:pt x="357" y="357"/>
                      <a:pt x="295" y="295"/>
                    </a:cubicBezTo>
                    <a:lnTo>
                      <a:pt x="295" y="119"/>
                    </a:lnTo>
                    <a:cubicBezTo>
                      <a:pt x="295" y="57"/>
                      <a:pt x="176" y="0"/>
                      <a:pt x="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4" name="Google Shape;834;p44"/>
              <p:cNvSpPr/>
              <p:nvPr/>
            </p:nvSpPr>
            <p:spPr>
              <a:xfrm>
                <a:off x="8228429" y="420588"/>
                <a:ext cx="3962" cy="13297"/>
              </a:xfrm>
              <a:custGeom>
                <a:avLst/>
                <a:gdLst/>
                <a:ahLst/>
                <a:cxnLst/>
                <a:rect l="l" t="t" r="r" b="b"/>
                <a:pathLst>
                  <a:path w="300" h="1007" extrusionOk="0">
                    <a:moveTo>
                      <a:pt x="119" y="0"/>
                    </a:moveTo>
                    <a:cubicBezTo>
                      <a:pt x="119" y="0"/>
                      <a:pt x="0" y="57"/>
                      <a:pt x="0" y="119"/>
                    </a:cubicBezTo>
                    <a:lnTo>
                      <a:pt x="0" y="888"/>
                    </a:lnTo>
                    <a:cubicBezTo>
                      <a:pt x="0" y="950"/>
                      <a:pt x="119" y="1007"/>
                      <a:pt x="119" y="1007"/>
                    </a:cubicBezTo>
                    <a:cubicBezTo>
                      <a:pt x="181" y="1007"/>
                      <a:pt x="300" y="1007"/>
                      <a:pt x="300" y="888"/>
                    </a:cubicBezTo>
                    <a:lnTo>
                      <a:pt x="300" y="119"/>
                    </a:lnTo>
                    <a:cubicBezTo>
                      <a:pt x="300" y="57"/>
                      <a:pt x="181" y="0"/>
                      <a:pt x="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5" name="Google Shape;835;p44"/>
              <p:cNvSpPr/>
              <p:nvPr/>
            </p:nvSpPr>
            <p:spPr>
              <a:xfrm>
                <a:off x="8248053" y="397068"/>
                <a:ext cx="5480" cy="14116"/>
              </a:xfrm>
              <a:custGeom>
                <a:avLst/>
                <a:gdLst/>
                <a:ahLst/>
                <a:cxnLst/>
                <a:rect l="l" t="t" r="r" b="b"/>
                <a:pathLst>
                  <a:path w="415" h="1069" extrusionOk="0">
                    <a:moveTo>
                      <a:pt x="295" y="0"/>
                    </a:moveTo>
                    <a:cubicBezTo>
                      <a:pt x="238" y="0"/>
                      <a:pt x="120" y="0"/>
                      <a:pt x="120" y="119"/>
                    </a:cubicBezTo>
                    <a:cubicBezTo>
                      <a:pt x="120" y="413"/>
                      <a:pt x="58" y="713"/>
                      <a:pt x="1" y="1007"/>
                    </a:cubicBezTo>
                    <a:cubicBezTo>
                      <a:pt x="1" y="1007"/>
                      <a:pt x="1" y="1069"/>
                      <a:pt x="58" y="1069"/>
                    </a:cubicBezTo>
                    <a:lnTo>
                      <a:pt x="177" y="1069"/>
                    </a:lnTo>
                    <a:cubicBezTo>
                      <a:pt x="238" y="1069"/>
                      <a:pt x="295" y="1069"/>
                      <a:pt x="295" y="1007"/>
                    </a:cubicBezTo>
                    <a:cubicBezTo>
                      <a:pt x="357" y="713"/>
                      <a:pt x="414" y="413"/>
                      <a:pt x="414" y="119"/>
                    </a:cubicBezTo>
                    <a:cubicBezTo>
                      <a:pt x="414" y="0"/>
                      <a:pt x="295" y="0"/>
                      <a:pt x="2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6" name="Google Shape;836;p44"/>
              <p:cNvSpPr/>
              <p:nvPr/>
            </p:nvSpPr>
            <p:spPr>
              <a:xfrm>
                <a:off x="8221404" y="397821"/>
                <a:ext cx="5467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14" h="656" extrusionOk="0">
                    <a:moveTo>
                      <a:pt x="58" y="0"/>
                    </a:moveTo>
                    <a:lnTo>
                      <a:pt x="1" y="62"/>
                    </a:lnTo>
                    <a:cubicBezTo>
                      <a:pt x="58" y="238"/>
                      <a:pt x="58" y="418"/>
                      <a:pt x="119" y="594"/>
                    </a:cubicBezTo>
                    <a:cubicBezTo>
                      <a:pt x="119" y="656"/>
                      <a:pt x="176" y="656"/>
                      <a:pt x="238" y="656"/>
                    </a:cubicBezTo>
                    <a:lnTo>
                      <a:pt x="357" y="656"/>
                    </a:lnTo>
                    <a:cubicBezTo>
                      <a:pt x="357" y="594"/>
                      <a:pt x="414" y="594"/>
                      <a:pt x="414" y="594"/>
                    </a:cubicBezTo>
                    <a:cubicBezTo>
                      <a:pt x="357" y="418"/>
                      <a:pt x="357" y="238"/>
                      <a:pt x="295" y="62"/>
                    </a:cubicBezTo>
                    <a:cubicBezTo>
                      <a:pt x="295" y="0"/>
                      <a:pt x="23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52"/>
          <p:cNvSpPr txBox="1">
            <a:spLocks noGrp="1"/>
          </p:cNvSpPr>
          <p:nvPr>
            <p:ph type="title"/>
          </p:nvPr>
        </p:nvSpPr>
        <p:spPr>
          <a:xfrm>
            <a:off x="0" y="67338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Literature Survey</a:t>
            </a:r>
            <a:endParaRPr sz="3400" dirty="0"/>
          </a:p>
        </p:txBody>
      </p:sp>
      <p:graphicFrame>
        <p:nvGraphicFramePr>
          <p:cNvPr id="1173" name="Google Shape;1173;p52"/>
          <p:cNvGraphicFramePr/>
          <p:nvPr/>
        </p:nvGraphicFramePr>
        <p:xfrm>
          <a:off x="110101" y="729830"/>
          <a:ext cx="6928485" cy="3413760"/>
        </p:xfrm>
        <a:graphic>
          <a:graphicData uri="http://schemas.openxmlformats.org/drawingml/2006/table">
            <a:tbl>
              <a:tblPr>
                <a:noFill/>
                <a:tableStyleId>{3E87EF27-E776-4945-819F-33437760BFA8}</a:tableStyleId>
              </a:tblPr>
              <a:tblGrid>
                <a:gridCol w="2445567"/>
                <a:gridCol w="1132880"/>
                <a:gridCol w="1600505"/>
                <a:gridCol w="1749287"/>
              </a:tblGrid>
              <a:tr h="32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PAPER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MODEL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ACCURACY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LIMITATION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8070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Exploring Multimodal Approaches for Alzheimer's Disease Detection Using Patient Speech Transcript and Audio Data (2023)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 Medium"/>
                        <a:ea typeface="Jost Medium"/>
                        <a:cs typeface="Jost Medium"/>
                        <a:sym typeface="Jos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 err="1"/>
                        <a:t>WavLM</a:t>
                      </a:r>
                      <a:r>
                        <a:rPr lang="en-IN" sz="1200" dirty="0"/>
                        <a:t> + </a:t>
                      </a:r>
                      <a:endParaRPr lang="en-IN"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AD-GNN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/>
                        <a:t>84.75%</a:t>
                      </a:r>
                      <a:endParaRPr lang="en-IN" sz="1200" b="1" dirty="0"/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High computational complexity due to multimodal processing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Conformer Based Elderly Speech Recognition System for Alzheimer's Disease Detection (2022)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 Medium"/>
                        <a:ea typeface="Jost Medium"/>
                        <a:cs typeface="Jost Medium"/>
                        <a:sym typeface="Jos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Conformer ASR + BERT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91.7%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ASR transcription errors reduce prediction accuracy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Exploiting Prompt Learning with Pre-Trained Language Models for Alzheimer's Disease Detection (2023)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 Medium"/>
                        <a:ea typeface="Jost Medium"/>
                        <a:cs typeface="Jost Medium"/>
                        <a:sym typeface="Jos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Prompt Learning + BERT/</a:t>
                      </a:r>
                      <a:r>
                        <a:rPr lang="en-IN" sz="1200" dirty="0" err="1"/>
                        <a:t>RoBERTa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89.58%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Depends heavily on prompt engineering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038340" y="729615"/>
          <a:ext cx="2051685" cy="3537585"/>
        </p:xfrm>
        <a:graphic>
          <a:graphicData uri="http://schemas.openxmlformats.org/drawingml/2006/table">
            <a:tbl>
              <a:tblPr>
                <a:noFill/>
                <a:tableStyleId>{3E87EF27-E776-4945-819F-33437760BFA8}</a:tableStyleId>
              </a:tblPr>
              <a:tblGrid>
                <a:gridCol w="2051685"/>
              </a:tblGrid>
              <a:tr h="4876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DATASET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DementiaBank Pitt Corpus</a:t>
                      </a:r>
                      <a:endParaRPr lang="en-IN" sz="1200" dirty="0"/>
                    </a:p>
                    <a:p>
                      <a:pPr algn="l">
                        <a:buNone/>
                      </a:pPr>
                      <a:endParaRPr lang="en-IN" sz="1200" dirty="0"/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DementiaBank Pitt Corpus</a:t>
                      </a:r>
                      <a:endParaRPr lang="en-IN" sz="1200" dirty="0"/>
                    </a:p>
                    <a:p>
                      <a:pPr algn="l">
                        <a:buNone/>
                      </a:pPr>
                      <a:endParaRPr lang="en-IN" sz="1200" dirty="0"/>
                    </a:p>
                    <a:p>
                      <a:pPr algn="l">
                        <a:buNone/>
                      </a:pPr>
                      <a:endParaRPr lang="en-IN" sz="1200" dirty="0"/>
                    </a:p>
                    <a:p>
                      <a:pPr algn="l">
                        <a:buNone/>
                      </a:pPr>
                      <a:r>
                        <a:rPr lang="en-US" altLang="en-IN" sz="1200" dirty="0"/>
                        <a:t>                                               </a:t>
                      </a:r>
                      <a:endParaRPr lang="en-US" altLang="en-IN" sz="1200" dirty="0"/>
                    </a:p>
                    <a:p>
                      <a:pPr algn="l">
                        <a:buNone/>
                      </a:pPr>
                      <a:endParaRPr lang="en-US" altLang="en-IN" sz="12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8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ADReSS20 Challenge dataset</a:t>
                      </a:r>
                      <a:endParaRPr lang="en-IN" sz="120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593725"/>
          </a:xfrm>
          <a:prstGeom prst="rect">
            <a:avLst/>
          </a:prstGeom>
        </p:spPr>
      </p:pic>
      <p:pic>
        <p:nvPicPr>
          <p:cNvPr id="4" name="Picture 3" descr="ChatGPT Image Aug 18, 2026, 09_43_15 AM"/>
          <p:cNvPicPr>
            <a:picLocks noChangeAspect="1"/>
          </p:cNvPicPr>
          <p:nvPr/>
        </p:nvPicPr>
        <p:blipFill>
          <a:blip r:embed="rId2"/>
          <a:srcRect t="12446"/>
          <a:stretch>
            <a:fillRect/>
          </a:stretch>
        </p:blipFill>
        <p:spPr>
          <a:xfrm>
            <a:off x="635" y="640080"/>
            <a:ext cx="9143365" cy="4502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 descr="ChatGPT Image Aug 18, 2026, 09_31_30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2652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0"/>
          <p:cNvSpPr txBox="1">
            <a:spLocks noGrp="1"/>
          </p:cNvSpPr>
          <p:nvPr>
            <p:ph type="title"/>
          </p:nvPr>
        </p:nvSpPr>
        <p:spPr>
          <a:xfrm>
            <a:off x="538925" y="511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500" dirty="0"/>
              <a:t>Research Gap</a:t>
            </a:r>
            <a:endParaRPr sz="3500" dirty="0"/>
          </a:p>
        </p:txBody>
      </p:sp>
      <p:sp>
        <p:nvSpPr>
          <p:cNvPr id="587" name="Google Shape;587;p40"/>
          <p:cNvSpPr txBox="1">
            <a:spLocks noGrp="1"/>
          </p:cNvSpPr>
          <p:nvPr>
            <p:ph type="subTitle" idx="1"/>
          </p:nvPr>
        </p:nvSpPr>
        <p:spPr>
          <a:xfrm>
            <a:off x="1589636" y="1175609"/>
            <a:ext cx="6850526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Multimodal models require significant processing power. </a:t>
            </a: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Difficult to deploy in real-time applications.</a:t>
            </a:r>
            <a:endParaRPr lang="en-IN" dirty="0"/>
          </a:p>
        </p:txBody>
      </p:sp>
      <p:sp>
        <p:nvSpPr>
          <p:cNvPr id="591" name="Google Shape;591;p40"/>
          <p:cNvSpPr txBox="1">
            <a:spLocks noGrp="1"/>
          </p:cNvSpPr>
          <p:nvPr>
            <p:ph type="title" idx="5"/>
          </p:nvPr>
        </p:nvSpPr>
        <p:spPr>
          <a:xfrm>
            <a:off x="1152969" y="83419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592" name="Google Shape;592;p40"/>
          <p:cNvSpPr txBox="1">
            <a:spLocks noGrp="1"/>
          </p:cNvSpPr>
          <p:nvPr>
            <p:ph type="title" idx="6"/>
          </p:nvPr>
        </p:nvSpPr>
        <p:spPr>
          <a:xfrm>
            <a:off x="1152969" y="293193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593" name="Google Shape;593;p40"/>
          <p:cNvSpPr txBox="1">
            <a:spLocks noGrp="1"/>
          </p:cNvSpPr>
          <p:nvPr>
            <p:ph type="title" idx="7"/>
          </p:nvPr>
        </p:nvSpPr>
        <p:spPr>
          <a:xfrm>
            <a:off x="1152969" y="189816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595" name="Google Shape;595;p40"/>
          <p:cNvSpPr txBox="1">
            <a:spLocks noGrp="1"/>
          </p:cNvSpPr>
          <p:nvPr>
            <p:ph type="subTitle" idx="13"/>
          </p:nvPr>
        </p:nvSpPr>
        <p:spPr>
          <a:xfrm>
            <a:off x="2106634" y="834199"/>
            <a:ext cx="354527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High Computational Cost</a:t>
            </a:r>
            <a:endParaRPr dirty="0"/>
          </a:p>
        </p:txBody>
      </p:sp>
      <p:sp>
        <p:nvSpPr>
          <p:cNvPr id="597" name="Google Shape;597;p40"/>
          <p:cNvSpPr txBox="1">
            <a:spLocks noGrp="1"/>
          </p:cNvSpPr>
          <p:nvPr>
            <p:ph type="subTitle" idx="14"/>
          </p:nvPr>
        </p:nvSpPr>
        <p:spPr>
          <a:xfrm>
            <a:off x="2025270" y="1898160"/>
            <a:ext cx="4977573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 Lack of End-to-End Applications</a:t>
            </a:r>
            <a:endParaRPr dirty="0"/>
          </a:p>
        </p:txBody>
      </p:sp>
      <p:sp>
        <p:nvSpPr>
          <p:cNvPr id="599" name="Google Shape;599;p40"/>
          <p:cNvSpPr/>
          <p:nvPr/>
        </p:nvSpPr>
        <p:spPr>
          <a:xfrm>
            <a:off x="7622571" y="3456599"/>
            <a:ext cx="1288200" cy="17256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00" name="Google Shape;600;p40"/>
          <p:cNvGrpSpPr/>
          <p:nvPr/>
        </p:nvGrpSpPr>
        <p:grpSpPr>
          <a:xfrm>
            <a:off x="7575197" y="3381725"/>
            <a:ext cx="1487613" cy="1460820"/>
            <a:chOff x="7575197" y="3381725"/>
            <a:chExt cx="1487613" cy="1460820"/>
          </a:xfrm>
        </p:grpSpPr>
        <p:sp>
          <p:nvSpPr>
            <p:cNvPr id="601" name="Google Shape;601;p40"/>
            <p:cNvSpPr/>
            <p:nvPr/>
          </p:nvSpPr>
          <p:spPr>
            <a:xfrm rot="-680454">
              <a:off x="8052663" y="3807352"/>
              <a:ext cx="944918" cy="757446"/>
            </a:xfrm>
            <a:custGeom>
              <a:avLst/>
              <a:gdLst/>
              <a:ahLst/>
              <a:cxnLst/>
              <a:rect l="l" t="t" r="r" b="b"/>
              <a:pathLst>
                <a:path w="45293" h="34075" extrusionOk="0">
                  <a:moveTo>
                    <a:pt x="22616" y="1"/>
                  </a:moveTo>
                  <a:cubicBezTo>
                    <a:pt x="10150" y="1"/>
                    <a:pt x="1" y="6830"/>
                    <a:pt x="1" y="15316"/>
                  </a:cubicBezTo>
                  <a:cubicBezTo>
                    <a:pt x="1" y="20721"/>
                    <a:pt x="4213" y="25470"/>
                    <a:pt x="10567" y="28200"/>
                  </a:cubicBezTo>
                  <a:lnTo>
                    <a:pt x="5106" y="34075"/>
                  </a:lnTo>
                  <a:lnTo>
                    <a:pt x="18403" y="30276"/>
                  </a:lnTo>
                  <a:cubicBezTo>
                    <a:pt x="19766" y="30456"/>
                    <a:pt x="21191" y="30575"/>
                    <a:pt x="22616" y="30575"/>
                  </a:cubicBezTo>
                  <a:cubicBezTo>
                    <a:pt x="35144" y="30575"/>
                    <a:pt x="45292" y="23746"/>
                    <a:pt x="45292" y="15316"/>
                  </a:cubicBezTo>
                  <a:cubicBezTo>
                    <a:pt x="45292" y="6830"/>
                    <a:pt x="35144" y="1"/>
                    <a:pt x="22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02" name="Google Shape;602;p40"/>
            <p:cNvGrpSpPr/>
            <p:nvPr/>
          </p:nvGrpSpPr>
          <p:grpSpPr>
            <a:xfrm>
              <a:off x="8187768" y="3951332"/>
              <a:ext cx="674925" cy="362595"/>
              <a:chOff x="238125" y="300425"/>
              <a:chExt cx="3724750" cy="2001075"/>
            </a:xfrm>
          </p:grpSpPr>
          <p:sp>
            <p:nvSpPr>
              <p:cNvPr id="603" name="Google Shape;603;p40"/>
              <p:cNvSpPr/>
              <p:nvPr/>
            </p:nvSpPr>
            <p:spPr>
              <a:xfrm>
                <a:off x="1945950" y="300425"/>
                <a:ext cx="2016925" cy="2001075"/>
              </a:xfrm>
              <a:custGeom>
                <a:avLst/>
                <a:gdLst/>
                <a:ahLst/>
                <a:cxnLst/>
                <a:rect l="l" t="t" r="r" b="b"/>
                <a:pathLst>
                  <a:path w="80677" h="80043" extrusionOk="0">
                    <a:moveTo>
                      <a:pt x="40342" y="20446"/>
                    </a:moveTo>
                    <a:cubicBezTo>
                      <a:pt x="51278" y="20446"/>
                      <a:pt x="60154" y="29322"/>
                      <a:pt x="60154" y="40259"/>
                    </a:cubicBezTo>
                    <a:cubicBezTo>
                      <a:pt x="60154" y="51278"/>
                      <a:pt x="51278" y="60154"/>
                      <a:pt x="40342" y="60154"/>
                    </a:cubicBezTo>
                    <a:cubicBezTo>
                      <a:pt x="29405" y="60154"/>
                      <a:pt x="20529" y="51278"/>
                      <a:pt x="20529" y="40259"/>
                    </a:cubicBezTo>
                    <a:cubicBezTo>
                      <a:pt x="20529" y="29322"/>
                      <a:pt x="29405" y="20446"/>
                      <a:pt x="40342" y="20446"/>
                    </a:cubicBezTo>
                    <a:close/>
                    <a:moveTo>
                      <a:pt x="39074" y="0"/>
                    </a:moveTo>
                    <a:lnTo>
                      <a:pt x="39308" y="7690"/>
                    </a:lnTo>
                    <a:cubicBezTo>
                      <a:pt x="34002" y="7849"/>
                      <a:pt x="29088" y="9193"/>
                      <a:pt x="24650" y="11653"/>
                    </a:cubicBezTo>
                    <a:lnTo>
                      <a:pt x="21005" y="4913"/>
                    </a:lnTo>
                    <a:cubicBezTo>
                      <a:pt x="15533" y="7925"/>
                      <a:pt x="10702" y="12287"/>
                      <a:pt x="7133" y="17435"/>
                    </a:cubicBezTo>
                    <a:lnTo>
                      <a:pt x="13473" y="21797"/>
                    </a:lnTo>
                    <a:cubicBezTo>
                      <a:pt x="10620" y="25918"/>
                      <a:pt x="8718" y="30749"/>
                      <a:pt x="8008" y="35903"/>
                    </a:cubicBezTo>
                    <a:lnTo>
                      <a:pt x="400" y="34870"/>
                    </a:lnTo>
                    <a:cubicBezTo>
                      <a:pt x="159" y="36696"/>
                      <a:pt x="0" y="38515"/>
                      <a:pt x="0" y="40259"/>
                    </a:cubicBezTo>
                    <a:cubicBezTo>
                      <a:pt x="0" y="44779"/>
                      <a:pt x="793" y="49217"/>
                      <a:pt x="2219" y="53497"/>
                    </a:cubicBezTo>
                    <a:lnTo>
                      <a:pt x="9510" y="50961"/>
                    </a:lnTo>
                    <a:cubicBezTo>
                      <a:pt x="11178" y="55874"/>
                      <a:pt x="14031" y="60230"/>
                      <a:pt x="17594" y="63717"/>
                    </a:cubicBezTo>
                    <a:lnTo>
                      <a:pt x="12287" y="69264"/>
                    </a:lnTo>
                    <a:cubicBezTo>
                      <a:pt x="16801" y="73626"/>
                      <a:pt x="22431" y="76955"/>
                      <a:pt x="28372" y="78774"/>
                    </a:cubicBezTo>
                    <a:lnTo>
                      <a:pt x="30673" y="71483"/>
                    </a:lnTo>
                    <a:cubicBezTo>
                      <a:pt x="33685" y="72434"/>
                      <a:pt x="37013" y="72992"/>
                      <a:pt x="40342" y="72992"/>
                    </a:cubicBezTo>
                    <a:cubicBezTo>
                      <a:pt x="42161" y="72992"/>
                      <a:pt x="43987" y="72751"/>
                      <a:pt x="45731" y="72517"/>
                    </a:cubicBezTo>
                    <a:lnTo>
                      <a:pt x="46999" y="80042"/>
                    </a:lnTo>
                    <a:cubicBezTo>
                      <a:pt x="53256" y="79015"/>
                      <a:pt x="59203" y="76479"/>
                      <a:pt x="64275" y="72751"/>
                    </a:cubicBezTo>
                    <a:lnTo>
                      <a:pt x="59679" y="66570"/>
                    </a:lnTo>
                    <a:cubicBezTo>
                      <a:pt x="63800" y="63558"/>
                      <a:pt x="67204" y="59596"/>
                      <a:pt x="69506" y="54999"/>
                    </a:cubicBezTo>
                    <a:lnTo>
                      <a:pt x="76321" y="58486"/>
                    </a:lnTo>
                    <a:cubicBezTo>
                      <a:pt x="79174" y="52863"/>
                      <a:pt x="80677" y="46599"/>
                      <a:pt x="80677" y="40259"/>
                    </a:cubicBezTo>
                    <a:lnTo>
                      <a:pt x="72993" y="40259"/>
                    </a:lnTo>
                    <a:cubicBezTo>
                      <a:pt x="72993" y="38122"/>
                      <a:pt x="72834" y="35903"/>
                      <a:pt x="72359" y="33843"/>
                    </a:cubicBezTo>
                    <a:lnTo>
                      <a:pt x="79884" y="32334"/>
                    </a:lnTo>
                    <a:cubicBezTo>
                      <a:pt x="78699" y="26152"/>
                      <a:pt x="75922" y="20288"/>
                      <a:pt x="72042" y="15374"/>
                    </a:cubicBezTo>
                    <a:lnTo>
                      <a:pt x="66019" y="20129"/>
                    </a:lnTo>
                    <a:cubicBezTo>
                      <a:pt x="62849" y="16091"/>
                      <a:pt x="58804" y="12921"/>
                      <a:pt x="54131" y="10702"/>
                    </a:cubicBezTo>
                    <a:lnTo>
                      <a:pt x="57377" y="3728"/>
                    </a:lnTo>
                    <a:cubicBezTo>
                      <a:pt x="52071" y="1268"/>
                      <a:pt x="46282" y="0"/>
                      <a:pt x="402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4" name="Google Shape;604;p40"/>
              <p:cNvSpPr/>
              <p:nvPr/>
            </p:nvSpPr>
            <p:spPr>
              <a:xfrm>
                <a:off x="238125" y="383400"/>
                <a:ext cx="1392900" cy="1397100"/>
              </a:xfrm>
              <a:custGeom>
                <a:avLst/>
                <a:gdLst/>
                <a:ahLst/>
                <a:cxnLst/>
                <a:rect l="l" t="t" r="r" b="b"/>
                <a:pathLst>
                  <a:path w="55716" h="55884" extrusionOk="0">
                    <a:moveTo>
                      <a:pt x="27762" y="14205"/>
                    </a:moveTo>
                    <a:cubicBezTo>
                      <a:pt x="30851" y="14205"/>
                      <a:pt x="33962" y="15244"/>
                      <a:pt x="36537" y="17368"/>
                    </a:cubicBezTo>
                    <a:cubicBezTo>
                      <a:pt x="42402" y="22199"/>
                      <a:pt x="43270" y="30841"/>
                      <a:pt x="38439" y="36705"/>
                    </a:cubicBezTo>
                    <a:cubicBezTo>
                      <a:pt x="35709" y="40016"/>
                      <a:pt x="31742" y="41734"/>
                      <a:pt x="27749" y="41734"/>
                    </a:cubicBezTo>
                    <a:cubicBezTo>
                      <a:pt x="24669" y="41734"/>
                      <a:pt x="21574" y="40711"/>
                      <a:pt x="19020" y="38607"/>
                    </a:cubicBezTo>
                    <a:cubicBezTo>
                      <a:pt x="13155" y="33770"/>
                      <a:pt x="12363" y="25052"/>
                      <a:pt x="17200" y="19188"/>
                    </a:cubicBezTo>
                    <a:cubicBezTo>
                      <a:pt x="19910" y="15899"/>
                      <a:pt x="23818" y="14205"/>
                      <a:pt x="27762" y="14205"/>
                    </a:cubicBezTo>
                    <a:close/>
                    <a:moveTo>
                      <a:pt x="27872" y="1"/>
                    </a:moveTo>
                    <a:cubicBezTo>
                      <a:pt x="25258" y="1"/>
                      <a:pt x="22638" y="362"/>
                      <a:pt x="20129" y="1119"/>
                    </a:cubicBezTo>
                    <a:lnTo>
                      <a:pt x="21556" y="6191"/>
                    </a:lnTo>
                    <a:cubicBezTo>
                      <a:pt x="18227" y="7142"/>
                      <a:pt x="15140" y="8885"/>
                      <a:pt x="12445" y="11345"/>
                    </a:cubicBezTo>
                    <a:lnTo>
                      <a:pt x="8800" y="7459"/>
                    </a:lnTo>
                    <a:cubicBezTo>
                      <a:pt x="7925" y="8251"/>
                      <a:pt x="7056" y="9202"/>
                      <a:pt x="6264" y="10153"/>
                    </a:cubicBezTo>
                    <a:cubicBezTo>
                      <a:pt x="4279" y="12613"/>
                      <a:pt x="2694" y="15308"/>
                      <a:pt x="1585" y="18161"/>
                    </a:cubicBezTo>
                    <a:lnTo>
                      <a:pt x="6581" y="20063"/>
                    </a:lnTo>
                    <a:cubicBezTo>
                      <a:pt x="5313" y="23391"/>
                      <a:pt x="4913" y="26954"/>
                      <a:pt x="5313" y="30441"/>
                    </a:cubicBezTo>
                    <a:lnTo>
                      <a:pt x="0" y="31075"/>
                    </a:lnTo>
                    <a:cubicBezTo>
                      <a:pt x="476" y="35437"/>
                      <a:pt x="1984" y="39634"/>
                      <a:pt x="4438" y="43280"/>
                    </a:cubicBezTo>
                    <a:lnTo>
                      <a:pt x="8800" y="40351"/>
                    </a:lnTo>
                    <a:cubicBezTo>
                      <a:pt x="10068" y="42253"/>
                      <a:pt x="11570" y="43914"/>
                      <a:pt x="13396" y="45423"/>
                    </a:cubicBezTo>
                    <a:cubicBezTo>
                      <a:pt x="14347" y="46215"/>
                      <a:pt x="15374" y="46925"/>
                      <a:pt x="16484" y="47559"/>
                    </a:cubicBezTo>
                    <a:lnTo>
                      <a:pt x="13789" y="52156"/>
                    </a:lnTo>
                    <a:cubicBezTo>
                      <a:pt x="17593" y="54375"/>
                      <a:pt x="21873" y="55643"/>
                      <a:pt x="26235" y="55884"/>
                    </a:cubicBezTo>
                    <a:lnTo>
                      <a:pt x="26552" y="50571"/>
                    </a:lnTo>
                    <a:cubicBezTo>
                      <a:pt x="26901" y="50587"/>
                      <a:pt x="27250" y="50595"/>
                      <a:pt x="27600" y="50595"/>
                    </a:cubicBezTo>
                    <a:cubicBezTo>
                      <a:pt x="30748" y="50595"/>
                      <a:pt x="33927" y="49953"/>
                      <a:pt x="36854" y="48669"/>
                    </a:cubicBezTo>
                    <a:lnTo>
                      <a:pt x="38991" y="53582"/>
                    </a:lnTo>
                    <a:cubicBezTo>
                      <a:pt x="42953" y="51839"/>
                      <a:pt x="46599" y="49144"/>
                      <a:pt x="49376" y="45740"/>
                    </a:cubicBezTo>
                    <a:lnTo>
                      <a:pt x="45255" y="42411"/>
                    </a:lnTo>
                    <a:cubicBezTo>
                      <a:pt x="46206" y="41219"/>
                      <a:pt x="47074" y="39951"/>
                      <a:pt x="47791" y="38683"/>
                    </a:cubicBezTo>
                    <a:lnTo>
                      <a:pt x="52463" y="41143"/>
                    </a:lnTo>
                    <a:cubicBezTo>
                      <a:pt x="54524" y="37339"/>
                      <a:pt x="55633" y="32977"/>
                      <a:pt x="55716" y="28622"/>
                    </a:cubicBezTo>
                    <a:lnTo>
                      <a:pt x="50403" y="28539"/>
                    </a:lnTo>
                    <a:cubicBezTo>
                      <a:pt x="50485" y="24976"/>
                      <a:pt x="49769" y="21489"/>
                      <a:pt x="48266" y="18237"/>
                    </a:cubicBezTo>
                    <a:lnTo>
                      <a:pt x="53021" y="15942"/>
                    </a:lnTo>
                    <a:cubicBezTo>
                      <a:pt x="51278" y="12214"/>
                      <a:pt x="48818" y="9044"/>
                      <a:pt x="45572" y="6432"/>
                    </a:cubicBezTo>
                    <a:lnTo>
                      <a:pt x="44938" y="5874"/>
                    </a:lnTo>
                    <a:lnTo>
                      <a:pt x="41609" y="10077"/>
                    </a:lnTo>
                    <a:cubicBezTo>
                      <a:pt x="38756" y="7858"/>
                      <a:pt x="35504" y="6349"/>
                      <a:pt x="32099" y="5715"/>
                    </a:cubicBezTo>
                    <a:lnTo>
                      <a:pt x="33126" y="485"/>
                    </a:lnTo>
                    <a:cubicBezTo>
                      <a:pt x="31401" y="166"/>
                      <a:pt x="29638" y="1"/>
                      <a:pt x="278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05" name="Google Shape;605;p40"/>
            <p:cNvSpPr/>
            <p:nvPr/>
          </p:nvSpPr>
          <p:spPr>
            <a:xfrm rot="-833974">
              <a:off x="7806019" y="4509741"/>
              <a:ext cx="261921" cy="305821"/>
            </a:xfrm>
            <a:custGeom>
              <a:avLst/>
              <a:gdLst/>
              <a:ahLst/>
              <a:cxnLst/>
              <a:rect l="l" t="t" r="r" b="b"/>
              <a:pathLst>
                <a:path w="12880" h="15037" extrusionOk="0">
                  <a:moveTo>
                    <a:pt x="6462" y="0"/>
                  </a:moveTo>
                  <a:cubicBezTo>
                    <a:pt x="4777" y="0"/>
                    <a:pt x="3273" y="950"/>
                    <a:pt x="2194" y="2799"/>
                  </a:cubicBezTo>
                  <a:lnTo>
                    <a:pt x="4925" y="4342"/>
                  </a:lnTo>
                  <a:cubicBezTo>
                    <a:pt x="5369" y="3578"/>
                    <a:pt x="5895" y="3195"/>
                    <a:pt x="6501" y="3195"/>
                  </a:cubicBezTo>
                  <a:cubicBezTo>
                    <a:pt x="6789" y="3195"/>
                    <a:pt x="7094" y="3281"/>
                    <a:pt x="7418" y="3454"/>
                  </a:cubicBezTo>
                  <a:cubicBezTo>
                    <a:pt x="8249" y="3929"/>
                    <a:pt x="8548" y="4641"/>
                    <a:pt x="8073" y="5411"/>
                  </a:cubicBezTo>
                  <a:cubicBezTo>
                    <a:pt x="7005" y="7310"/>
                    <a:pt x="4512" y="6123"/>
                    <a:pt x="2788" y="9153"/>
                  </a:cubicBezTo>
                  <a:lnTo>
                    <a:pt x="5400" y="10634"/>
                  </a:lnTo>
                  <a:cubicBezTo>
                    <a:pt x="6706" y="8322"/>
                    <a:pt x="9911" y="9685"/>
                    <a:pt x="11635" y="6716"/>
                  </a:cubicBezTo>
                  <a:cubicBezTo>
                    <a:pt x="12879" y="4522"/>
                    <a:pt x="11930" y="2324"/>
                    <a:pt x="9318" y="842"/>
                  </a:cubicBezTo>
                  <a:cubicBezTo>
                    <a:pt x="8339" y="278"/>
                    <a:pt x="7374" y="0"/>
                    <a:pt x="6462" y="0"/>
                  </a:cubicBezTo>
                  <a:close/>
                  <a:moveTo>
                    <a:pt x="2195" y="11084"/>
                  </a:moveTo>
                  <a:cubicBezTo>
                    <a:pt x="1535" y="11084"/>
                    <a:pt x="928" y="11426"/>
                    <a:pt x="532" y="12059"/>
                  </a:cubicBezTo>
                  <a:cubicBezTo>
                    <a:pt x="0" y="13071"/>
                    <a:pt x="238" y="14196"/>
                    <a:pt x="1244" y="14733"/>
                  </a:cubicBezTo>
                  <a:cubicBezTo>
                    <a:pt x="1593" y="14937"/>
                    <a:pt x="1949" y="15036"/>
                    <a:pt x="2289" y="15036"/>
                  </a:cubicBezTo>
                  <a:cubicBezTo>
                    <a:pt x="2936" y="15036"/>
                    <a:pt x="3529" y="14680"/>
                    <a:pt x="3918" y="14020"/>
                  </a:cubicBezTo>
                  <a:cubicBezTo>
                    <a:pt x="4450" y="13009"/>
                    <a:pt x="4155" y="11883"/>
                    <a:pt x="3206" y="11347"/>
                  </a:cubicBezTo>
                  <a:cubicBezTo>
                    <a:pt x="2869" y="11169"/>
                    <a:pt x="2525" y="11084"/>
                    <a:pt x="2195" y="110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606;p40"/>
            <p:cNvSpPr/>
            <p:nvPr/>
          </p:nvSpPr>
          <p:spPr>
            <a:xfrm rot="1698960">
              <a:off x="7643166" y="3482676"/>
              <a:ext cx="531789" cy="420736"/>
            </a:xfrm>
            <a:custGeom>
              <a:avLst/>
              <a:gdLst/>
              <a:ahLst/>
              <a:cxnLst/>
              <a:rect l="l" t="t" r="r" b="b"/>
              <a:pathLst>
                <a:path w="167050" h="132165" extrusionOk="0">
                  <a:moveTo>
                    <a:pt x="84782" y="7941"/>
                  </a:moveTo>
                  <a:cubicBezTo>
                    <a:pt x="83525" y="8993"/>
                    <a:pt x="82340" y="10133"/>
                    <a:pt x="81224" y="11348"/>
                  </a:cubicBezTo>
                  <a:lnTo>
                    <a:pt x="81224" y="11348"/>
                  </a:lnTo>
                  <a:cubicBezTo>
                    <a:pt x="79184" y="10935"/>
                    <a:pt x="77120" y="10582"/>
                    <a:pt x="75041" y="10291"/>
                  </a:cubicBezTo>
                  <a:lnTo>
                    <a:pt x="75041" y="10291"/>
                  </a:lnTo>
                  <a:cubicBezTo>
                    <a:pt x="78110" y="9046"/>
                    <a:pt x="81426" y="8313"/>
                    <a:pt x="84782" y="7941"/>
                  </a:cubicBezTo>
                  <a:close/>
                  <a:moveTo>
                    <a:pt x="72453" y="11500"/>
                  </a:moveTo>
                  <a:cubicBezTo>
                    <a:pt x="74974" y="11768"/>
                    <a:pt x="77547" y="12126"/>
                    <a:pt x="80132" y="12587"/>
                  </a:cubicBezTo>
                  <a:lnTo>
                    <a:pt x="80132" y="12587"/>
                  </a:lnTo>
                  <a:cubicBezTo>
                    <a:pt x="78204" y="14867"/>
                    <a:pt x="76501" y="17378"/>
                    <a:pt x="75017" y="20044"/>
                  </a:cubicBezTo>
                  <a:lnTo>
                    <a:pt x="75017" y="20044"/>
                  </a:lnTo>
                  <a:cubicBezTo>
                    <a:pt x="72273" y="19692"/>
                    <a:pt x="69483" y="19526"/>
                    <a:pt x="66678" y="19526"/>
                  </a:cubicBezTo>
                  <a:cubicBezTo>
                    <a:pt x="65700" y="19526"/>
                    <a:pt x="64721" y="19547"/>
                    <a:pt x="63741" y="19586"/>
                  </a:cubicBezTo>
                  <a:lnTo>
                    <a:pt x="63741" y="19586"/>
                  </a:lnTo>
                  <a:cubicBezTo>
                    <a:pt x="64658" y="18129"/>
                    <a:pt x="65726" y="16771"/>
                    <a:pt x="66953" y="15543"/>
                  </a:cubicBezTo>
                  <a:cubicBezTo>
                    <a:pt x="68597" y="13899"/>
                    <a:pt x="70452" y="12568"/>
                    <a:pt x="72453" y="11500"/>
                  </a:cubicBezTo>
                  <a:close/>
                  <a:moveTo>
                    <a:pt x="75694" y="21523"/>
                  </a:moveTo>
                  <a:lnTo>
                    <a:pt x="75694" y="21523"/>
                  </a:lnTo>
                  <a:cubicBezTo>
                    <a:pt x="81586" y="22300"/>
                    <a:pt x="87245" y="23958"/>
                    <a:pt x="92219" y="26779"/>
                  </a:cubicBezTo>
                  <a:lnTo>
                    <a:pt x="92219" y="26779"/>
                  </a:lnTo>
                  <a:cubicBezTo>
                    <a:pt x="91479" y="26763"/>
                    <a:pt x="90744" y="26755"/>
                    <a:pt x="90016" y="26755"/>
                  </a:cubicBezTo>
                  <a:cubicBezTo>
                    <a:pt x="87740" y="26755"/>
                    <a:pt x="85532" y="26829"/>
                    <a:pt x="83437" y="26955"/>
                  </a:cubicBezTo>
                  <a:cubicBezTo>
                    <a:pt x="79961" y="27177"/>
                    <a:pt x="76456" y="27576"/>
                    <a:pt x="72989" y="28197"/>
                  </a:cubicBezTo>
                  <a:lnTo>
                    <a:pt x="72989" y="28197"/>
                  </a:lnTo>
                  <a:cubicBezTo>
                    <a:pt x="73009" y="28128"/>
                    <a:pt x="73029" y="28059"/>
                    <a:pt x="73049" y="27990"/>
                  </a:cubicBezTo>
                  <a:lnTo>
                    <a:pt x="73049" y="27990"/>
                  </a:lnTo>
                  <a:cubicBezTo>
                    <a:pt x="77842" y="27261"/>
                    <a:pt x="82678" y="26817"/>
                    <a:pt x="87482" y="26638"/>
                  </a:cubicBezTo>
                  <a:cubicBezTo>
                    <a:pt x="88327" y="26558"/>
                    <a:pt x="88350" y="25208"/>
                    <a:pt x="87553" y="25208"/>
                  </a:cubicBezTo>
                  <a:cubicBezTo>
                    <a:pt x="87530" y="25208"/>
                    <a:pt x="87507" y="25209"/>
                    <a:pt x="87482" y="25211"/>
                  </a:cubicBezTo>
                  <a:cubicBezTo>
                    <a:pt x="82826" y="25393"/>
                    <a:pt x="78157" y="25816"/>
                    <a:pt x="73525" y="26499"/>
                  </a:cubicBezTo>
                  <a:lnTo>
                    <a:pt x="73525" y="26499"/>
                  </a:lnTo>
                  <a:cubicBezTo>
                    <a:pt x="74115" y="24800"/>
                    <a:pt x="74854" y="23131"/>
                    <a:pt x="75694" y="21523"/>
                  </a:cubicBezTo>
                  <a:close/>
                  <a:moveTo>
                    <a:pt x="81565" y="12854"/>
                  </a:moveTo>
                  <a:lnTo>
                    <a:pt x="81565" y="12854"/>
                  </a:lnTo>
                  <a:cubicBezTo>
                    <a:pt x="93610" y="15184"/>
                    <a:pt x="105775" y="19829"/>
                    <a:pt x="114225" y="28256"/>
                  </a:cubicBezTo>
                  <a:lnTo>
                    <a:pt x="114225" y="28256"/>
                  </a:lnTo>
                  <a:cubicBezTo>
                    <a:pt x="111985" y="27854"/>
                    <a:pt x="109726" y="27655"/>
                    <a:pt x="107522" y="27655"/>
                  </a:cubicBezTo>
                  <a:cubicBezTo>
                    <a:pt x="107234" y="27655"/>
                    <a:pt x="106947" y="27658"/>
                    <a:pt x="106661" y="27665"/>
                  </a:cubicBezTo>
                  <a:cubicBezTo>
                    <a:pt x="105761" y="27684"/>
                    <a:pt x="104859" y="27728"/>
                    <a:pt x="103957" y="27796"/>
                  </a:cubicBezTo>
                  <a:lnTo>
                    <a:pt x="103957" y="27796"/>
                  </a:lnTo>
                  <a:cubicBezTo>
                    <a:pt x="100932" y="27310"/>
                    <a:pt x="97873" y="27018"/>
                    <a:pt x="94873" y="26872"/>
                  </a:cubicBezTo>
                  <a:lnTo>
                    <a:pt x="94873" y="26872"/>
                  </a:lnTo>
                  <a:cubicBezTo>
                    <a:pt x="93994" y="26306"/>
                    <a:pt x="93087" y="25777"/>
                    <a:pt x="92155" y="25287"/>
                  </a:cubicBezTo>
                  <a:cubicBezTo>
                    <a:pt x="87280" y="22708"/>
                    <a:pt x="81941" y="21081"/>
                    <a:pt x="76394" y="20237"/>
                  </a:cubicBezTo>
                  <a:lnTo>
                    <a:pt x="76394" y="20237"/>
                  </a:lnTo>
                  <a:cubicBezTo>
                    <a:pt x="77937" y="17513"/>
                    <a:pt x="79743" y="14999"/>
                    <a:pt x="81565" y="12854"/>
                  </a:cubicBezTo>
                  <a:close/>
                  <a:moveTo>
                    <a:pt x="97149" y="28468"/>
                  </a:moveTo>
                  <a:cubicBezTo>
                    <a:pt x="97490" y="28496"/>
                    <a:pt x="97830" y="28525"/>
                    <a:pt x="98171" y="28557"/>
                  </a:cubicBezTo>
                  <a:lnTo>
                    <a:pt x="98171" y="28557"/>
                  </a:lnTo>
                  <a:cubicBezTo>
                    <a:pt x="97929" y="28602"/>
                    <a:pt x="97687" y="28649"/>
                    <a:pt x="97445" y="28697"/>
                  </a:cubicBezTo>
                  <a:lnTo>
                    <a:pt x="97445" y="28697"/>
                  </a:lnTo>
                  <a:cubicBezTo>
                    <a:pt x="97347" y="28620"/>
                    <a:pt x="97248" y="28544"/>
                    <a:pt x="97149" y="28468"/>
                  </a:cubicBezTo>
                  <a:close/>
                  <a:moveTo>
                    <a:pt x="67148" y="20982"/>
                  </a:moveTo>
                  <a:cubicBezTo>
                    <a:pt x="69548" y="20982"/>
                    <a:pt x="71945" y="21101"/>
                    <a:pt x="74311" y="21357"/>
                  </a:cubicBezTo>
                  <a:lnTo>
                    <a:pt x="74311" y="21357"/>
                  </a:lnTo>
                  <a:cubicBezTo>
                    <a:pt x="74071" y="21818"/>
                    <a:pt x="73838" y="22283"/>
                    <a:pt x="73610" y="22751"/>
                  </a:cubicBezTo>
                  <a:cubicBezTo>
                    <a:pt x="72983" y="24055"/>
                    <a:pt x="72448" y="25386"/>
                    <a:pt x="72016" y="26731"/>
                  </a:cubicBezTo>
                  <a:lnTo>
                    <a:pt x="72016" y="26731"/>
                  </a:lnTo>
                  <a:cubicBezTo>
                    <a:pt x="67955" y="27381"/>
                    <a:pt x="63928" y="28232"/>
                    <a:pt x="59966" y="29298"/>
                  </a:cubicBezTo>
                  <a:lnTo>
                    <a:pt x="59966" y="29298"/>
                  </a:lnTo>
                  <a:cubicBezTo>
                    <a:pt x="60550" y="26416"/>
                    <a:pt x="61499" y="23638"/>
                    <a:pt x="62857" y="21106"/>
                  </a:cubicBezTo>
                  <a:lnTo>
                    <a:pt x="62857" y="21106"/>
                  </a:lnTo>
                  <a:cubicBezTo>
                    <a:pt x="64284" y="21025"/>
                    <a:pt x="65717" y="20982"/>
                    <a:pt x="67148" y="20982"/>
                  </a:cubicBezTo>
                  <a:close/>
                  <a:moveTo>
                    <a:pt x="107975" y="1444"/>
                  </a:moveTo>
                  <a:cubicBezTo>
                    <a:pt x="109864" y="1444"/>
                    <a:pt x="111758" y="1574"/>
                    <a:pt x="113635" y="1829"/>
                  </a:cubicBezTo>
                  <a:cubicBezTo>
                    <a:pt x="119460" y="2610"/>
                    <a:pt x="125178" y="4621"/>
                    <a:pt x="130252" y="7676"/>
                  </a:cubicBezTo>
                  <a:lnTo>
                    <a:pt x="130252" y="7676"/>
                  </a:lnTo>
                  <a:cubicBezTo>
                    <a:pt x="130354" y="7854"/>
                    <a:pt x="130524" y="7980"/>
                    <a:pt x="130746" y="7980"/>
                  </a:cubicBezTo>
                  <a:cubicBezTo>
                    <a:pt x="130747" y="7980"/>
                    <a:pt x="130748" y="7980"/>
                    <a:pt x="130749" y="7980"/>
                  </a:cubicBezTo>
                  <a:lnTo>
                    <a:pt x="130749" y="7980"/>
                  </a:lnTo>
                  <a:cubicBezTo>
                    <a:pt x="135272" y="10789"/>
                    <a:pt x="139261" y="14437"/>
                    <a:pt x="142323" y="18789"/>
                  </a:cubicBezTo>
                  <a:cubicBezTo>
                    <a:pt x="144729" y="22239"/>
                    <a:pt x="146332" y="26058"/>
                    <a:pt x="147169" y="30015"/>
                  </a:cubicBezTo>
                  <a:lnTo>
                    <a:pt x="147169" y="30015"/>
                  </a:lnTo>
                  <a:cubicBezTo>
                    <a:pt x="145448" y="28066"/>
                    <a:pt x="143616" y="26243"/>
                    <a:pt x="141689" y="24577"/>
                  </a:cubicBezTo>
                  <a:cubicBezTo>
                    <a:pt x="133923" y="17762"/>
                    <a:pt x="124172" y="13324"/>
                    <a:pt x="114427" y="10230"/>
                  </a:cubicBezTo>
                  <a:cubicBezTo>
                    <a:pt x="107451" y="7980"/>
                    <a:pt x="98885" y="6213"/>
                    <a:pt x="90538" y="6213"/>
                  </a:cubicBezTo>
                  <a:cubicBezTo>
                    <a:pt x="90191" y="6213"/>
                    <a:pt x="89844" y="6216"/>
                    <a:pt x="89498" y="6222"/>
                  </a:cubicBezTo>
                  <a:lnTo>
                    <a:pt x="89498" y="6222"/>
                  </a:lnTo>
                  <a:cubicBezTo>
                    <a:pt x="95038" y="2979"/>
                    <a:pt x="101480" y="1444"/>
                    <a:pt x="107975" y="1444"/>
                  </a:cubicBezTo>
                  <a:close/>
                  <a:moveTo>
                    <a:pt x="141314" y="5587"/>
                  </a:moveTo>
                  <a:cubicBezTo>
                    <a:pt x="143716" y="5587"/>
                    <a:pt x="146020" y="6152"/>
                    <a:pt x="147947" y="7694"/>
                  </a:cubicBezTo>
                  <a:cubicBezTo>
                    <a:pt x="151592" y="10547"/>
                    <a:pt x="151751" y="15936"/>
                    <a:pt x="151275" y="20057"/>
                  </a:cubicBezTo>
                  <a:cubicBezTo>
                    <a:pt x="150925" y="23462"/>
                    <a:pt x="150029" y="26963"/>
                    <a:pt x="148684" y="30353"/>
                  </a:cubicBezTo>
                  <a:lnTo>
                    <a:pt x="148684" y="30353"/>
                  </a:lnTo>
                  <a:cubicBezTo>
                    <a:pt x="148544" y="29612"/>
                    <a:pt x="148379" y="28874"/>
                    <a:pt x="148188" y="28140"/>
                  </a:cubicBezTo>
                  <a:cubicBezTo>
                    <a:pt x="145943" y="19444"/>
                    <a:pt x="139859" y="12323"/>
                    <a:pt x="132424" y="7419"/>
                  </a:cubicBezTo>
                  <a:lnTo>
                    <a:pt x="132424" y="7419"/>
                  </a:lnTo>
                  <a:cubicBezTo>
                    <a:pt x="135180" y="6463"/>
                    <a:pt x="138323" y="5587"/>
                    <a:pt x="141314" y="5587"/>
                  </a:cubicBezTo>
                  <a:close/>
                  <a:moveTo>
                    <a:pt x="109900" y="29031"/>
                  </a:moveTo>
                  <a:lnTo>
                    <a:pt x="109900" y="29031"/>
                  </a:lnTo>
                  <a:cubicBezTo>
                    <a:pt x="111860" y="29136"/>
                    <a:pt x="113799" y="29389"/>
                    <a:pt x="115700" y="29809"/>
                  </a:cubicBezTo>
                  <a:lnTo>
                    <a:pt x="115700" y="29809"/>
                  </a:lnTo>
                  <a:cubicBezTo>
                    <a:pt x="116192" y="30356"/>
                    <a:pt x="116669" y="30918"/>
                    <a:pt x="117130" y="31495"/>
                  </a:cubicBezTo>
                  <a:lnTo>
                    <a:pt x="117130" y="31495"/>
                  </a:lnTo>
                  <a:cubicBezTo>
                    <a:pt x="114829" y="30492"/>
                    <a:pt x="112400" y="29680"/>
                    <a:pt x="109900" y="29031"/>
                  </a:cubicBezTo>
                  <a:close/>
                  <a:moveTo>
                    <a:pt x="71580" y="28223"/>
                  </a:moveTo>
                  <a:cubicBezTo>
                    <a:pt x="71558" y="28307"/>
                    <a:pt x="71536" y="28392"/>
                    <a:pt x="71515" y="28476"/>
                  </a:cubicBezTo>
                  <a:lnTo>
                    <a:pt x="71515" y="28476"/>
                  </a:lnTo>
                  <a:cubicBezTo>
                    <a:pt x="67413" y="29291"/>
                    <a:pt x="63380" y="30431"/>
                    <a:pt x="59530" y="31977"/>
                  </a:cubicBezTo>
                  <a:lnTo>
                    <a:pt x="59530" y="31977"/>
                  </a:lnTo>
                  <a:cubicBezTo>
                    <a:pt x="59577" y="31593"/>
                    <a:pt x="59631" y="31210"/>
                    <a:pt x="59691" y="30829"/>
                  </a:cubicBezTo>
                  <a:lnTo>
                    <a:pt x="59691" y="30829"/>
                  </a:lnTo>
                  <a:cubicBezTo>
                    <a:pt x="63590" y="29749"/>
                    <a:pt x="67568" y="28885"/>
                    <a:pt x="71580" y="28223"/>
                  </a:cubicBezTo>
                  <a:close/>
                  <a:moveTo>
                    <a:pt x="89445" y="28174"/>
                  </a:moveTo>
                  <a:cubicBezTo>
                    <a:pt x="90538" y="28174"/>
                    <a:pt x="91628" y="28191"/>
                    <a:pt x="92713" y="28223"/>
                  </a:cubicBezTo>
                  <a:cubicBezTo>
                    <a:pt x="93363" y="28243"/>
                    <a:pt x="94016" y="28270"/>
                    <a:pt x="94672" y="28305"/>
                  </a:cubicBezTo>
                  <a:lnTo>
                    <a:pt x="94672" y="28305"/>
                  </a:lnTo>
                  <a:cubicBezTo>
                    <a:pt x="95033" y="28550"/>
                    <a:pt x="95389" y="28803"/>
                    <a:pt x="95741" y="29063"/>
                  </a:cubicBezTo>
                  <a:lnTo>
                    <a:pt x="95741" y="29063"/>
                  </a:lnTo>
                  <a:cubicBezTo>
                    <a:pt x="87577" y="30944"/>
                    <a:pt x="79621" y="34585"/>
                    <a:pt x="72607" y="39228"/>
                  </a:cubicBezTo>
                  <a:lnTo>
                    <a:pt x="72607" y="39228"/>
                  </a:lnTo>
                  <a:cubicBezTo>
                    <a:pt x="71784" y="36131"/>
                    <a:pt x="71891" y="32874"/>
                    <a:pt x="72618" y="29656"/>
                  </a:cubicBezTo>
                  <a:lnTo>
                    <a:pt x="72618" y="29656"/>
                  </a:lnTo>
                  <a:cubicBezTo>
                    <a:pt x="78163" y="28612"/>
                    <a:pt x="83846" y="28174"/>
                    <a:pt x="89445" y="28174"/>
                  </a:cubicBezTo>
                  <a:close/>
                  <a:moveTo>
                    <a:pt x="90701" y="7629"/>
                  </a:moveTo>
                  <a:cubicBezTo>
                    <a:pt x="92543" y="7629"/>
                    <a:pt x="94360" y="7712"/>
                    <a:pt x="96117" y="7852"/>
                  </a:cubicBezTo>
                  <a:cubicBezTo>
                    <a:pt x="107688" y="8803"/>
                    <a:pt x="119182" y="12531"/>
                    <a:pt x="129402" y="17996"/>
                  </a:cubicBezTo>
                  <a:cubicBezTo>
                    <a:pt x="136472" y="21742"/>
                    <a:pt x="142608" y="26870"/>
                    <a:pt x="147572" y="32917"/>
                  </a:cubicBezTo>
                  <a:lnTo>
                    <a:pt x="147572" y="32917"/>
                  </a:lnTo>
                  <a:cubicBezTo>
                    <a:pt x="144969" y="38435"/>
                    <a:pt x="141197" y="43504"/>
                    <a:pt x="136702" y="47186"/>
                  </a:cubicBezTo>
                  <a:lnTo>
                    <a:pt x="136702" y="47186"/>
                  </a:lnTo>
                  <a:cubicBezTo>
                    <a:pt x="134784" y="37262"/>
                    <a:pt x="126251" y="31202"/>
                    <a:pt x="116834" y="28819"/>
                  </a:cubicBezTo>
                  <a:lnTo>
                    <a:pt x="116834" y="28819"/>
                  </a:lnTo>
                  <a:cubicBezTo>
                    <a:pt x="116382" y="28312"/>
                    <a:pt x="115922" y="27821"/>
                    <a:pt x="115454" y="27348"/>
                  </a:cubicBezTo>
                  <a:cubicBezTo>
                    <a:pt x="108956" y="20773"/>
                    <a:pt x="100080" y="16728"/>
                    <a:pt x="91362" y="13958"/>
                  </a:cubicBezTo>
                  <a:cubicBezTo>
                    <a:pt x="88526" y="13064"/>
                    <a:pt x="85613" y="12292"/>
                    <a:pt x="82648" y="11647"/>
                  </a:cubicBezTo>
                  <a:lnTo>
                    <a:pt x="82648" y="11647"/>
                  </a:lnTo>
                  <a:cubicBezTo>
                    <a:pt x="84038" y="10179"/>
                    <a:pt x="85548" y="8877"/>
                    <a:pt x="87153" y="7737"/>
                  </a:cubicBezTo>
                  <a:lnTo>
                    <a:pt x="87153" y="7737"/>
                  </a:lnTo>
                  <a:cubicBezTo>
                    <a:pt x="88339" y="7662"/>
                    <a:pt x="89525" y="7629"/>
                    <a:pt x="90701" y="7629"/>
                  </a:cubicBezTo>
                  <a:close/>
                  <a:moveTo>
                    <a:pt x="71189" y="29939"/>
                  </a:moveTo>
                  <a:cubicBezTo>
                    <a:pt x="70535" y="33329"/>
                    <a:pt x="70581" y="36740"/>
                    <a:pt x="71507" y="39969"/>
                  </a:cubicBezTo>
                  <a:lnTo>
                    <a:pt x="71507" y="39969"/>
                  </a:lnTo>
                  <a:cubicBezTo>
                    <a:pt x="69095" y="41626"/>
                    <a:pt x="66801" y="43400"/>
                    <a:pt x="64658" y="45258"/>
                  </a:cubicBezTo>
                  <a:cubicBezTo>
                    <a:pt x="63418" y="46333"/>
                    <a:pt x="62211" y="47450"/>
                    <a:pt x="61043" y="48606"/>
                  </a:cubicBezTo>
                  <a:lnTo>
                    <a:pt x="61043" y="48606"/>
                  </a:lnTo>
                  <a:cubicBezTo>
                    <a:pt x="61033" y="48574"/>
                    <a:pt x="61023" y="48542"/>
                    <a:pt x="61013" y="48511"/>
                  </a:cubicBezTo>
                  <a:cubicBezTo>
                    <a:pt x="59574" y="43919"/>
                    <a:pt x="58949" y="38674"/>
                    <a:pt x="59369" y="33534"/>
                  </a:cubicBezTo>
                  <a:lnTo>
                    <a:pt x="59369" y="33534"/>
                  </a:lnTo>
                  <a:cubicBezTo>
                    <a:pt x="59842" y="33340"/>
                    <a:pt x="60310" y="33155"/>
                    <a:pt x="60772" y="32978"/>
                  </a:cubicBezTo>
                  <a:cubicBezTo>
                    <a:pt x="64141" y="31677"/>
                    <a:pt x="67633" y="30679"/>
                    <a:pt x="71189" y="29939"/>
                  </a:cubicBezTo>
                  <a:close/>
                  <a:moveTo>
                    <a:pt x="97188" y="30195"/>
                  </a:moveTo>
                  <a:cubicBezTo>
                    <a:pt x="98493" y="31275"/>
                    <a:pt x="99725" y="32464"/>
                    <a:pt x="100872" y="33770"/>
                  </a:cubicBezTo>
                  <a:cubicBezTo>
                    <a:pt x="103853" y="37168"/>
                    <a:pt x="105794" y="41326"/>
                    <a:pt x="106827" y="45744"/>
                  </a:cubicBezTo>
                  <a:lnTo>
                    <a:pt x="106827" y="45744"/>
                  </a:lnTo>
                  <a:cubicBezTo>
                    <a:pt x="104661" y="45544"/>
                    <a:pt x="102505" y="45450"/>
                    <a:pt x="100397" y="45450"/>
                  </a:cubicBezTo>
                  <a:cubicBezTo>
                    <a:pt x="98973" y="45450"/>
                    <a:pt x="97570" y="45493"/>
                    <a:pt x="96200" y="45575"/>
                  </a:cubicBezTo>
                  <a:cubicBezTo>
                    <a:pt x="90466" y="45951"/>
                    <a:pt x="84620" y="46941"/>
                    <a:pt x="79060" y="48741"/>
                  </a:cubicBezTo>
                  <a:lnTo>
                    <a:pt x="79060" y="48741"/>
                  </a:lnTo>
                  <a:cubicBezTo>
                    <a:pt x="77440" y="47400"/>
                    <a:pt x="75999" y="45852"/>
                    <a:pt x="74802" y="44073"/>
                  </a:cubicBezTo>
                  <a:cubicBezTo>
                    <a:pt x="74069" y="42978"/>
                    <a:pt x="73497" y="41844"/>
                    <a:pt x="73067" y="40682"/>
                  </a:cubicBezTo>
                  <a:lnTo>
                    <a:pt x="73067" y="40682"/>
                  </a:lnTo>
                  <a:cubicBezTo>
                    <a:pt x="74344" y="39838"/>
                    <a:pt x="75637" y="39039"/>
                    <a:pt x="76939" y="38284"/>
                  </a:cubicBezTo>
                  <a:cubicBezTo>
                    <a:pt x="82893" y="34834"/>
                    <a:pt x="89930" y="31803"/>
                    <a:pt x="97188" y="30195"/>
                  </a:cubicBezTo>
                  <a:close/>
                  <a:moveTo>
                    <a:pt x="60182" y="10859"/>
                  </a:moveTo>
                  <a:cubicBezTo>
                    <a:pt x="63555" y="10859"/>
                    <a:pt x="66842" y="11007"/>
                    <a:pt x="69965" y="11263"/>
                  </a:cubicBezTo>
                  <a:cubicBezTo>
                    <a:pt x="70012" y="11267"/>
                    <a:pt x="70060" y="11271"/>
                    <a:pt x="70108" y="11275"/>
                  </a:cubicBezTo>
                  <a:lnTo>
                    <a:pt x="70108" y="11275"/>
                  </a:lnTo>
                  <a:cubicBezTo>
                    <a:pt x="66883" y="13318"/>
                    <a:pt x="64101" y="16068"/>
                    <a:pt x="61978" y="19678"/>
                  </a:cubicBezTo>
                  <a:lnTo>
                    <a:pt x="61978" y="19678"/>
                  </a:lnTo>
                  <a:cubicBezTo>
                    <a:pt x="51823" y="20323"/>
                    <a:pt x="41696" y="22986"/>
                    <a:pt x="33034" y="26714"/>
                  </a:cubicBezTo>
                  <a:cubicBezTo>
                    <a:pt x="23765" y="30676"/>
                    <a:pt x="14965" y="36306"/>
                    <a:pt x="8625" y="44307"/>
                  </a:cubicBezTo>
                  <a:cubicBezTo>
                    <a:pt x="7405" y="45849"/>
                    <a:pt x="6320" y="47480"/>
                    <a:pt x="5370" y="49180"/>
                  </a:cubicBezTo>
                  <a:lnTo>
                    <a:pt x="5370" y="49180"/>
                  </a:lnTo>
                  <a:cubicBezTo>
                    <a:pt x="5127" y="41830"/>
                    <a:pt x="7374" y="34416"/>
                    <a:pt x="11954" y="28616"/>
                  </a:cubicBezTo>
                  <a:cubicBezTo>
                    <a:pt x="22852" y="14863"/>
                    <a:pt x="42666" y="10859"/>
                    <a:pt x="60182" y="10859"/>
                  </a:cubicBezTo>
                  <a:close/>
                  <a:moveTo>
                    <a:pt x="118235" y="30479"/>
                  </a:moveTo>
                  <a:cubicBezTo>
                    <a:pt x="120763" y="31259"/>
                    <a:pt x="123206" y="32365"/>
                    <a:pt x="125522" y="33846"/>
                  </a:cubicBezTo>
                  <a:cubicBezTo>
                    <a:pt x="131554" y="37687"/>
                    <a:pt x="134485" y="42788"/>
                    <a:pt x="135256" y="48304"/>
                  </a:cubicBezTo>
                  <a:lnTo>
                    <a:pt x="135256" y="48304"/>
                  </a:lnTo>
                  <a:cubicBezTo>
                    <a:pt x="135050" y="48454"/>
                    <a:pt x="134842" y="48601"/>
                    <a:pt x="134633" y="48745"/>
                  </a:cubicBezTo>
                  <a:cubicBezTo>
                    <a:pt x="134366" y="48930"/>
                    <a:pt x="134097" y="49111"/>
                    <a:pt x="133825" y="49289"/>
                  </a:cubicBezTo>
                  <a:lnTo>
                    <a:pt x="133825" y="49289"/>
                  </a:lnTo>
                  <a:cubicBezTo>
                    <a:pt x="133609" y="48535"/>
                    <a:pt x="133351" y="47772"/>
                    <a:pt x="133048" y="47002"/>
                  </a:cubicBezTo>
                  <a:cubicBezTo>
                    <a:pt x="130483" y="40518"/>
                    <a:pt x="125784" y="35994"/>
                    <a:pt x="120019" y="32894"/>
                  </a:cubicBezTo>
                  <a:lnTo>
                    <a:pt x="120019" y="32894"/>
                  </a:lnTo>
                  <a:cubicBezTo>
                    <a:pt x="119452" y="32062"/>
                    <a:pt x="118855" y="31256"/>
                    <a:pt x="118235" y="30479"/>
                  </a:cubicBezTo>
                  <a:close/>
                  <a:moveTo>
                    <a:pt x="103294" y="29203"/>
                  </a:moveTo>
                  <a:lnTo>
                    <a:pt x="103294" y="29203"/>
                  </a:lnTo>
                  <a:cubicBezTo>
                    <a:pt x="108794" y="30093"/>
                    <a:pt x="114207" y="31642"/>
                    <a:pt x="119074" y="34159"/>
                  </a:cubicBezTo>
                  <a:lnTo>
                    <a:pt x="119074" y="34159"/>
                  </a:lnTo>
                  <a:cubicBezTo>
                    <a:pt x="120158" y="35795"/>
                    <a:pt x="121123" y="37537"/>
                    <a:pt x="121953" y="39394"/>
                  </a:cubicBezTo>
                  <a:cubicBezTo>
                    <a:pt x="123655" y="43186"/>
                    <a:pt x="124306" y="46727"/>
                    <a:pt x="124125" y="50005"/>
                  </a:cubicBezTo>
                  <a:lnTo>
                    <a:pt x="124125" y="50005"/>
                  </a:lnTo>
                  <a:cubicBezTo>
                    <a:pt x="119229" y="47831"/>
                    <a:pt x="113759" y="46521"/>
                    <a:pt x="108303" y="45896"/>
                  </a:cubicBezTo>
                  <a:lnTo>
                    <a:pt x="108303" y="45896"/>
                  </a:lnTo>
                  <a:cubicBezTo>
                    <a:pt x="108211" y="45444"/>
                    <a:pt x="108112" y="44994"/>
                    <a:pt x="108005" y="44548"/>
                  </a:cubicBezTo>
                  <a:cubicBezTo>
                    <a:pt x="106540" y="38679"/>
                    <a:pt x="103248" y="33705"/>
                    <a:pt x="98844" y="29854"/>
                  </a:cubicBezTo>
                  <a:lnTo>
                    <a:pt x="98844" y="29854"/>
                  </a:lnTo>
                  <a:cubicBezTo>
                    <a:pt x="100323" y="29572"/>
                    <a:pt x="101809" y="29353"/>
                    <a:pt x="103294" y="29203"/>
                  </a:cubicBezTo>
                  <a:close/>
                  <a:moveTo>
                    <a:pt x="121737" y="35671"/>
                  </a:moveTo>
                  <a:lnTo>
                    <a:pt x="121737" y="35671"/>
                  </a:lnTo>
                  <a:cubicBezTo>
                    <a:pt x="121862" y="35749"/>
                    <a:pt x="121987" y="35827"/>
                    <a:pt x="122111" y="35907"/>
                  </a:cubicBezTo>
                  <a:cubicBezTo>
                    <a:pt x="127243" y="39116"/>
                    <a:pt x="131054" y="44320"/>
                    <a:pt x="132550" y="50086"/>
                  </a:cubicBezTo>
                  <a:lnTo>
                    <a:pt x="132550" y="50086"/>
                  </a:lnTo>
                  <a:cubicBezTo>
                    <a:pt x="131217" y="50883"/>
                    <a:pt x="129835" y="51597"/>
                    <a:pt x="128417" y="52232"/>
                  </a:cubicBezTo>
                  <a:lnTo>
                    <a:pt x="128417" y="52232"/>
                  </a:lnTo>
                  <a:cubicBezTo>
                    <a:pt x="127454" y="51651"/>
                    <a:pt x="126458" y="51112"/>
                    <a:pt x="125433" y="50613"/>
                  </a:cubicBezTo>
                  <a:lnTo>
                    <a:pt x="125433" y="50613"/>
                  </a:lnTo>
                  <a:cubicBezTo>
                    <a:pt x="125861" y="45458"/>
                    <a:pt x="124312" y="40278"/>
                    <a:pt x="121737" y="35671"/>
                  </a:cubicBezTo>
                  <a:close/>
                  <a:moveTo>
                    <a:pt x="125269" y="51997"/>
                  </a:moveTo>
                  <a:cubicBezTo>
                    <a:pt x="125816" y="52279"/>
                    <a:pt x="126355" y="52574"/>
                    <a:pt x="126885" y="52883"/>
                  </a:cubicBezTo>
                  <a:lnTo>
                    <a:pt x="126885" y="52883"/>
                  </a:lnTo>
                  <a:cubicBezTo>
                    <a:pt x="126254" y="53137"/>
                    <a:pt x="125616" y="53376"/>
                    <a:pt x="124973" y="53601"/>
                  </a:cubicBezTo>
                  <a:lnTo>
                    <a:pt x="124973" y="53601"/>
                  </a:lnTo>
                  <a:cubicBezTo>
                    <a:pt x="125089" y="53075"/>
                    <a:pt x="125188" y="52541"/>
                    <a:pt x="125269" y="51997"/>
                  </a:cubicBezTo>
                  <a:close/>
                  <a:moveTo>
                    <a:pt x="132871" y="51517"/>
                  </a:moveTo>
                  <a:cubicBezTo>
                    <a:pt x="133138" y="52923"/>
                    <a:pt x="133266" y="54354"/>
                    <a:pt x="133242" y="55791"/>
                  </a:cubicBezTo>
                  <a:lnTo>
                    <a:pt x="133242" y="55791"/>
                  </a:lnTo>
                  <a:cubicBezTo>
                    <a:pt x="132160" y="54815"/>
                    <a:pt x="130999" y="53918"/>
                    <a:pt x="129774" y="53097"/>
                  </a:cubicBezTo>
                  <a:lnTo>
                    <a:pt x="129774" y="53097"/>
                  </a:lnTo>
                  <a:cubicBezTo>
                    <a:pt x="130826" y="52609"/>
                    <a:pt x="131860" y="52083"/>
                    <a:pt x="132871" y="51517"/>
                  </a:cubicBezTo>
                  <a:close/>
                  <a:moveTo>
                    <a:pt x="71984" y="41410"/>
                  </a:moveTo>
                  <a:cubicBezTo>
                    <a:pt x="72835" y="43671"/>
                    <a:pt x="74148" y="45823"/>
                    <a:pt x="75988" y="47794"/>
                  </a:cubicBezTo>
                  <a:cubicBezTo>
                    <a:pt x="76465" y="48313"/>
                    <a:pt x="76965" y="48807"/>
                    <a:pt x="77484" y="49276"/>
                  </a:cubicBezTo>
                  <a:lnTo>
                    <a:pt x="77484" y="49276"/>
                  </a:lnTo>
                  <a:cubicBezTo>
                    <a:pt x="74231" y="50433"/>
                    <a:pt x="71091" y="51880"/>
                    <a:pt x="68145" y="53659"/>
                  </a:cubicBezTo>
                  <a:cubicBezTo>
                    <a:pt x="66914" y="54404"/>
                    <a:pt x="65709" y="55248"/>
                    <a:pt x="64579" y="56185"/>
                  </a:cubicBezTo>
                  <a:lnTo>
                    <a:pt x="64579" y="56185"/>
                  </a:lnTo>
                  <a:cubicBezTo>
                    <a:pt x="63367" y="54264"/>
                    <a:pt x="62342" y="52209"/>
                    <a:pt x="61535" y="50032"/>
                  </a:cubicBezTo>
                  <a:lnTo>
                    <a:pt x="61535" y="50032"/>
                  </a:lnTo>
                  <a:cubicBezTo>
                    <a:pt x="64758" y="46826"/>
                    <a:pt x="68295" y="43936"/>
                    <a:pt x="71984" y="41410"/>
                  </a:cubicBezTo>
                  <a:close/>
                  <a:moveTo>
                    <a:pt x="108556" y="47262"/>
                  </a:moveTo>
                  <a:cubicBezTo>
                    <a:pt x="113848" y="47841"/>
                    <a:pt x="119182" y="49116"/>
                    <a:pt x="124000" y="51373"/>
                  </a:cubicBezTo>
                  <a:lnTo>
                    <a:pt x="124000" y="51373"/>
                  </a:lnTo>
                  <a:cubicBezTo>
                    <a:pt x="123880" y="52307"/>
                    <a:pt x="123692" y="53219"/>
                    <a:pt x="123441" y="54108"/>
                  </a:cubicBezTo>
                  <a:lnTo>
                    <a:pt x="123441" y="54108"/>
                  </a:lnTo>
                  <a:cubicBezTo>
                    <a:pt x="118791" y="55559"/>
                    <a:pt x="113886" y="56313"/>
                    <a:pt x="109030" y="56534"/>
                  </a:cubicBezTo>
                  <a:lnTo>
                    <a:pt x="109030" y="56534"/>
                  </a:lnTo>
                  <a:cubicBezTo>
                    <a:pt x="109239" y="53428"/>
                    <a:pt x="109065" y="50289"/>
                    <a:pt x="108556" y="47262"/>
                  </a:cubicBezTo>
                  <a:close/>
                  <a:moveTo>
                    <a:pt x="100852" y="46866"/>
                  </a:moveTo>
                  <a:cubicBezTo>
                    <a:pt x="101895" y="46866"/>
                    <a:pt x="102934" y="46887"/>
                    <a:pt x="103966" y="46926"/>
                  </a:cubicBezTo>
                  <a:cubicBezTo>
                    <a:pt x="105010" y="46966"/>
                    <a:pt x="106062" y="47030"/>
                    <a:pt x="107118" y="47121"/>
                  </a:cubicBezTo>
                  <a:lnTo>
                    <a:pt x="107118" y="47121"/>
                  </a:lnTo>
                  <a:cubicBezTo>
                    <a:pt x="107707" y="50230"/>
                    <a:pt x="107863" y="53441"/>
                    <a:pt x="107628" y="56583"/>
                  </a:cubicBezTo>
                  <a:lnTo>
                    <a:pt x="107628" y="56583"/>
                  </a:lnTo>
                  <a:cubicBezTo>
                    <a:pt x="107056" y="56597"/>
                    <a:pt x="106485" y="56604"/>
                    <a:pt x="105916" y="56604"/>
                  </a:cubicBezTo>
                  <a:cubicBezTo>
                    <a:pt x="104702" y="56604"/>
                    <a:pt x="103494" y="56572"/>
                    <a:pt x="102299" y="56512"/>
                  </a:cubicBezTo>
                  <a:cubicBezTo>
                    <a:pt x="94950" y="56102"/>
                    <a:pt x="86597" y="54251"/>
                    <a:pt x="80380" y="49762"/>
                  </a:cubicBezTo>
                  <a:lnTo>
                    <a:pt x="80380" y="49762"/>
                  </a:lnTo>
                  <a:cubicBezTo>
                    <a:pt x="86982" y="47733"/>
                    <a:pt x="94002" y="46866"/>
                    <a:pt x="100852" y="46866"/>
                  </a:cubicBezTo>
                  <a:close/>
                  <a:moveTo>
                    <a:pt x="135422" y="49935"/>
                  </a:moveTo>
                  <a:cubicBezTo>
                    <a:pt x="135576" y="52354"/>
                    <a:pt x="135344" y="54835"/>
                    <a:pt x="134801" y="57310"/>
                  </a:cubicBezTo>
                  <a:lnTo>
                    <a:pt x="134801" y="57310"/>
                  </a:lnTo>
                  <a:cubicBezTo>
                    <a:pt x="134737" y="57243"/>
                    <a:pt x="134673" y="57176"/>
                    <a:pt x="134609" y="57110"/>
                  </a:cubicBezTo>
                  <a:lnTo>
                    <a:pt x="134609" y="57110"/>
                  </a:lnTo>
                  <a:cubicBezTo>
                    <a:pt x="134792" y="55063"/>
                    <a:pt x="134671" y="52938"/>
                    <a:pt x="134192" y="50741"/>
                  </a:cubicBezTo>
                  <a:lnTo>
                    <a:pt x="134191" y="50741"/>
                  </a:lnTo>
                  <a:cubicBezTo>
                    <a:pt x="134608" y="50482"/>
                    <a:pt x="135018" y="50213"/>
                    <a:pt x="135422" y="49935"/>
                  </a:cubicBezTo>
                  <a:close/>
                  <a:moveTo>
                    <a:pt x="64227" y="58386"/>
                  </a:moveTo>
                  <a:lnTo>
                    <a:pt x="64227" y="58386"/>
                  </a:lnTo>
                  <a:cubicBezTo>
                    <a:pt x="64326" y="58529"/>
                    <a:pt x="64427" y="58670"/>
                    <a:pt x="64529" y="58811"/>
                  </a:cubicBezTo>
                  <a:lnTo>
                    <a:pt x="64529" y="58811"/>
                  </a:lnTo>
                  <a:cubicBezTo>
                    <a:pt x="64102" y="58979"/>
                    <a:pt x="63679" y="59153"/>
                    <a:pt x="63260" y="59332"/>
                  </a:cubicBezTo>
                  <a:lnTo>
                    <a:pt x="63260" y="59332"/>
                  </a:lnTo>
                  <a:cubicBezTo>
                    <a:pt x="63572" y="59009"/>
                    <a:pt x="63895" y="58693"/>
                    <a:pt x="64227" y="58386"/>
                  </a:cubicBezTo>
                  <a:close/>
                  <a:moveTo>
                    <a:pt x="134366" y="58908"/>
                  </a:moveTo>
                  <a:cubicBezTo>
                    <a:pt x="134377" y="58920"/>
                    <a:pt x="134387" y="58931"/>
                    <a:pt x="134398" y="58943"/>
                  </a:cubicBezTo>
                  <a:lnTo>
                    <a:pt x="134398" y="58943"/>
                  </a:lnTo>
                  <a:cubicBezTo>
                    <a:pt x="134358" y="59087"/>
                    <a:pt x="134318" y="59230"/>
                    <a:pt x="134277" y="59373"/>
                  </a:cubicBezTo>
                  <a:lnTo>
                    <a:pt x="134277" y="59373"/>
                  </a:lnTo>
                  <a:cubicBezTo>
                    <a:pt x="134308" y="59219"/>
                    <a:pt x="134338" y="59063"/>
                    <a:pt x="134366" y="58908"/>
                  </a:cubicBezTo>
                  <a:close/>
                  <a:moveTo>
                    <a:pt x="147828" y="35212"/>
                  </a:moveTo>
                  <a:cubicBezTo>
                    <a:pt x="148105" y="41390"/>
                    <a:pt x="146621" y="47657"/>
                    <a:pt x="143509" y="53183"/>
                  </a:cubicBezTo>
                  <a:cubicBezTo>
                    <a:pt x="141888" y="56076"/>
                    <a:pt x="139920" y="58660"/>
                    <a:pt x="137680" y="60942"/>
                  </a:cubicBezTo>
                  <a:lnTo>
                    <a:pt x="137680" y="60942"/>
                  </a:lnTo>
                  <a:cubicBezTo>
                    <a:pt x="137215" y="60232"/>
                    <a:pt x="136716" y="59549"/>
                    <a:pt x="136188" y="58894"/>
                  </a:cubicBezTo>
                  <a:lnTo>
                    <a:pt x="136188" y="58894"/>
                  </a:lnTo>
                  <a:cubicBezTo>
                    <a:pt x="136966" y="55808"/>
                    <a:pt x="137284" y="52620"/>
                    <a:pt x="137010" y="49379"/>
                  </a:cubicBezTo>
                  <a:cubicBezTo>
                    <a:pt x="136993" y="49189"/>
                    <a:pt x="136974" y="49000"/>
                    <a:pt x="136952" y="48812"/>
                  </a:cubicBezTo>
                  <a:lnTo>
                    <a:pt x="136952" y="48812"/>
                  </a:lnTo>
                  <a:cubicBezTo>
                    <a:pt x="141533" y="45238"/>
                    <a:pt x="145154" y="40455"/>
                    <a:pt x="147828" y="35212"/>
                  </a:cubicBezTo>
                  <a:close/>
                  <a:moveTo>
                    <a:pt x="135714" y="60582"/>
                  </a:moveTo>
                  <a:cubicBezTo>
                    <a:pt x="136042" y="61030"/>
                    <a:pt x="136353" y="61489"/>
                    <a:pt x="136646" y="61956"/>
                  </a:cubicBezTo>
                  <a:lnTo>
                    <a:pt x="136646" y="61956"/>
                  </a:lnTo>
                  <a:cubicBezTo>
                    <a:pt x="135967" y="62597"/>
                    <a:pt x="135266" y="63212"/>
                    <a:pt x="134544" y="63802"/>
                  </a:cubicBezTo>
                  <a:lnTo>
                    <a:pt x="134544" y="63802"/>
                  </a:lnTo>
                  <a:cubicBezTo>
                    <a:pt x="134986" y="62744"/>
                    <a:pt x="135378" y="61670"/>
                    <a:pt x="135714" y="60582"/>
                  </a:cubicBezTo>
                  <a:close/>
                  <a:moveTo>
                    <a:pt x="57911" y="34158"/>
                  </a:moveTo>
                  <a:cubicBezTo>
                    <a:pt x="57617" y="39436"/>
                    <a:pt x="58363" y="44853"/>
                    <a:pt x="59958" y="49703"/>
                  </a:cubicBezTo>
                  <a:lnTo>
                    <a:pt x="59958" y="49703"/>
                  </a:lnTo>
                  <a:cubicBezTo>
                    <a:pt x="55225" y="54596"/>
                    <a:pt x="51203" y="60162"/>
                    <a:pt x="48349" y="66278"/>
                  </a:cubicBezTo>
                  <a:lnTo>
                    <a:pt x="48349" y="66278"/>
                  </a:lnTo>
                  <a:cubicBezTo>
                    <a:pt x="44357" y="61547"/>
                    <a:pt x="41751" y="55512"/>
                    <a:pt x="42703" y="49538"/>
                  </a:cubicBezTo>
                  <a:cubicBezTo>
                    <a:pt x="44023" y="41985"/>
                    <a:pt x="51158" y="37158"/>
                    <a:pt x="57911" y="34158"/>
                  </a:cubicBezTo>
                  <a:close/>
                  <a:moveTo>
                    <a:pt x="60457" y="51128"/>
                  </a:moveTo>
                  <a:lnTo>
                    <a:pt x="60457" y="51128"/>
                  </a:lnTo>
                  <a:cubicBezTo>
                    <a:pt x="60729" y="51856"/>
                    <a:pt x="61020" y="52570"/>
                    <a:pt x="61330" y="53266"/>
                  </a:cubicBezTo>
                  <a:cubicBezTo>
                    <a:pt x="61939" y="54636"/>
                    <a:pt x="62644" y="55945"/>
                    <a:pt x="63432" y="57191"/>
                  </a:cubicBezTo>
                  <a:lnTo>
                    <a:pt x="63432" y="57191"/>
                  </a:lnTo>
                  <a:cubicBezTo>
                    <a:pt x="62275" y="58268"/>
                    <a:pt x="61222" y="59449"/>
                    <a:pt x="60333" y="60724"/>
                  </a:cubicBezTo>
                  <a:lnTo>
                    <a:pt x="60333" y="60724"/>
                  </a:lnTo>
                  <a:cubicBezTo>
                    <a:pt x="56612" y="62682"/>
                    <a:pt x="53137" y="65228"/>
                    <a:pt x="50105" y="68188"/>
                  </a:cubicBezTo>
                  <a:lnTo>
                    <a:pt x="50105" y="68188"/>
                  </a:lnTo>
                  <a:cubicBezTo>
                    <a:pt x="49824" y="67908"/>
                    <a:pt x="49548" y="67621"/>
                    <a:pt x="49278" y="67329"/>
                  </a:cubicBezTo>
                  <a:lnTo>
                    <a:pt x="49278" y="67329"/>
                  </a:lnTo>
                  <a:cubicBezTo>
                    <a:pt x="51963" y="61361"/>
                    <a:pt x="55857" y="55912"/>
                    <a:pt x="60457" y="51128"/>
                  </a:cubicBezTo>
                  <a:close/>
                  <a:moveTo>
                    <a:pt x="48679" y="68717"/>
                  </a:moveTo>
                  <a:lnTo>
                    <a:pt x="48679" y="68717"/>
                  </a:lnTo>
                  <a:cubicBezTo>
                    <a:pt x="48826" y="68871"/>
                    <a:pt x="48975" y="69024"/>
                    <a:pt x="49125" y="69175"/>
                  </a:cubicBezTo>
                  <a:lnTo>
                    <a:pt x="49125" y="69175"/>
                  </a:lnTo>
                  <a:cubicBezTo>
                    <a:pt x="48757" y="69557"/>
                    <a:pt x="48397" y="69945"/>
                    <a:pt x="48044" y="70339"/>
                  </a:cubicBezTo>
                  <a:lnTo>
                    <a:pt x="48044" y="70339"/>
                  </a:lnTo>
                  <a:cubicBezTo>
                    <a:pt x="48245" y="69795"/>
                    <a:pt x="48457" y="69254"/>
                    <a:pt x="48679" y="68717"/>
                  </a:cubicBezTo>
                  <a:close/>
                  <a:moveTo>
                    <a:pt x="78700" y="50306"/>
                  </a:moveTo>
                  <a:cubicBezTo>
                    <a:pt x="85192" y="55453"/>
                    <a:pt x="94228" y="57376"/>
                    <a:pt x="102299" y="57862"/>
                  </a:cubicBezTo>
                  <a:cubicBezTo>
                    <a:pt x="103670" y="57954"/>
                    <a:pt x="105052" y="58001"/>
                    <a:pt x="106438" y="58001"/>
                  </a:cubicBezTo>
                  <a:cubicBezTo>
                    <a:pt x="106791" y="58001"/>
                    <a:pt x="107144" y="57998"/>
                    <a:pt x="107497" y="57992"/>
                  </a:cubicBezTo>
                  <a:lnTo>
                    <a:pt x="107497" y="57992"/>
                  </a:lnTo>
                  <a:cubicBezTo>
                    <a:pt x="107317" y="59591"/>
                    <a:pt x="107036" y="61166"/>
                    <a:pt x="106661" y="62693"/>
                  </a:cubicBezTo>
                  <a:cubicBezTo>
                    <a:pt x="105716" y="66347"/>
                    <a:pt x="104034" y="69603"/>
                    <a:pt x="101832" y="72452"/>
                  </a:cubicBezTo>
                  <a:lnTo>
                    <a:pt x="101832" y="72452"/>
                  </a:lnTo>
                  <a:cubicBezTo>
                    <a:pt x="99614" y="66866"/>
                    <a:pt x="95453" y="61882"/>
                    <a:pt x="90652" y="59048"/>
                  </a:cubicBezTo>
                  <a:cubicBezTo>
                    <a:pt x="86886" y="56856"/>
                    <a:pt x="82705" y="55953"/>
                    <a:pt x="78468" y="55953"/>
                  </a:cubicBezTo>
                  <a:cubicBezTo>
                    <a:pt x="74249" y="55953"/>
                    <a:pt x="69976" y="56848"/>
                    <a:pt x="65999" y="58260"/>
                  </a:cubicBezTo>
                  <a:lnTo>
                    <a:pt x="65999" y="58260"/>
                  </a:lnTo>
                  <a:cubicBezTo>
                    <a:pt x="65786" y="57972"/>
                    <a:pt x="65577" y="57681"/>
                    <a:pt x="65373" y="57386"/>
                  </a:cubicBezTo>
                  <a:lnTo>
                    <a:pt x="65373" y="57386"/>
                  </a:lnTo>
                  <a:cubicBezTo>
                    <a:pt x="67648" y="55510"/>
                    <a:pt x="70234" y="53975"/>
                    <a:pt x="72659" y="52790"/>
                  </a:cubicBezTo>
                  <a:cubicBezTo>
                    <a:pt x="74614" y="51837"/>
                    <a:pt x="76633" y="51012"/>
                    <a:pt x="78700" y="50306"/>
                  </a:cubicBezTo>
                  <a:close/>
                  <a:moveTo>
                    <a:pt x="122928" y="55672"/>
                  </a:moveTo>
                  <a:cubicBezTo>
                    <a:pt x="119921" y="63683"/>
                    <a:pt x="111775" y="69703"/>
                    <a:pt x="102868" y="73497"/>
                  </a:cubicBezTo>
                  <a:lnTo>
                    <a:pt x="102868" y="73497"/>
                  </a:lnTo>
                  <a:cubicBezTo>
                    <a:pt x="103330" y="72901"/>
                    <a:pt x="103775" y="72286"/>
                    <a:pt x="104201" y="71652"/>
                  </a:cubicBezTo>
                  <a:cubicBezTo>
                    <a:pt x="106887" y="67605"/>
                    <a:pt x="108388" y="62847"/>
                    <a:pt x="108907" y="57952"/>
                  </a:cubicBezTo>
                  <a:lnTo>
                    <a:pt x="108907" y="57952"/>
                  </a:lnTo>
                  <a:cubicBezTo>
                    <a:pt x="113633" y="57761"/>
                    <a:pt x="118379" y="57020"/>
                    <a:pt x="122928" y="55672"/>
                  </a:cubicBezTo>
                  <a:close/>
                  <a:moveTo>
                    <a:pt x="58928" y="63113"/>
                  </a:moveTo>
                  <a:cubicBezTo>
                    <a:pt x="57794" y="65455"/>
                    <a:pt x="57231" y="68053"/>
                    <a:pt x="57526" y="70859"/>
                  </a:cubicBezTo>
                  <a:cubicBezTo>
                    <a:pt x="57627" y="71919"/>
                    <a:pt x="57829" y="72938"/>
                    <a:pt x="58121" y="73916"/>
                  </a:cubicBezTo>
                  <a:lnTo>
                    <a:pt x="58121" y="73916"/>
                  </a:lnTo>
                  <a:cubicBezTo>
                    <a:pt x="57492" y="73602"/>
                    <a:pt x="56870" y="73270"/>
                    <a:pt x="56258" y="72920"/>
                  </a:cubicBezTo>
                  <a:cubicBezTo>
                    <a:pt x="54442" y="71890"/>
                    <a:pt x="52644" y="70569"/>
                    <a:pt x="50977" y="69027"/>
                  </a:cubicBezTo>
                  <a:lnTo>
                    <a:pt x="50977" y="69027"/>
                  </a:lnTo>
                  <a:cubicBezTo>
                    <a:pt x="53397" y="66773"/>
                    <a:pt x="56089" y="64787"/>
                    <a:pt x="58928" y="63113"/>
                  </a:cubicBezTo>
                  <a:close/>
                  <a:moveTo>
                    <a:pt x="128296" y="53752"/>
                  </a:moveTo>
                  <a:cubicBezTo>
                    <a:pt x="129961" y="54834"/>
                    <a:pt x="131529" y="56066"/>
                    <a:pt x="132972" y="57463"/>
                  </a:cubicBezTo>
                  <a:cubicBezTo>
                    <a:pt x="133024" y="57513"/>
                    <a:pt x="133077" y="57563"/>
                    <a:pt x="133129" y="57613"/>
                  </a:cubicBezTo>
                  <a:lnTo>
                    <a:pt x="133129" y="57613"/>
                  </a:lnTo>
                  <a:cubicBezTo>
                    <a:pt x="133011" y="58704"/>
                    <a:pt x="132802" y="59794"/>
                    <a:pt x="132496" y="60874"/>
                  </a:cubicBezTo>
                  <a:cubicBezTo>
                    <a:pt x="131825" y="63205"/>
                    <a:pt x="130780" y="65361"/>
                    <a:pt x="129459" y="67350"/>
                  </a:cubicBezTo>
                  <a:lnTo>
                    <a:pt x="129459" y="67350"/>
                  </a:lnTo>
                  <a:cubicBezTo>
                    <a:pt x="122402" y="71539"/>
                    <a:pt x="114065" y="73799"/>
                    <a:pt x="105666" y="74251"/>
                  </a:cubicBezTo>
                  <a:lnTo>
                    <a:pt x="105666" y="74251"/>
                  </a:lnTo>
                  <a:cubicBezTo>
                    <a:pt x="114488" y="70296"/>
                    <a:pt x="121980" y="64072"/>
                    <a:pt x="124577" y="55153"/>
                  </a:cubicBezTo>
                  <a:lnTo>
                    <a:pt x="124577" y="55153"/>
                  </a:lnTo>
                  <a:cubicBezTo>
                    <a:pt x="125836" y="54735"/>
                    <a:pt x="127077" y="54268"/>
                    <a:pt x="128296" y="53752"/>
                  </a:cubicBezTo>
                  <a:close/>
                  <a:moveTo>
                    <a:pt x="77773" y="57435"/>
                  </a:moveTo>
                  <a:cubicBezTo>
                    <a:pt x="85225" y="57435"/>
                    <a:pt x="92346" y="60294"/>
                    <a:pt x="97068" y="66897"/>
                  </a:cubicBezTo>
                  <a:cubicBezTo>
                    <a:pt x="98624" y="69045"/>
                    <a:pt x="99863" y="71400"/>
                    <a:pt x="100698" y="73832"/>
                  </a:cubicBezTo>
                  <a:lnTo>
                    <a:pt x="100698" y="73832"/>
                  </a:lnTo>
                  <a:cubicBezTo>
                    <a:pt x="100562" y="73987"/>
                    <a:pt x="100425" y="74142"/>
                    <a:pt x="100286" y="74295"/>
                  </a:cubicBezTo>
                  <a:lnTo>
                    <a:pt x="100286" y="74295"/>
                  </a:lnTo>
                  <a:cubicBezTo>
                    <a:pt x="94464" y="74076"/>
                    <a:pt x="88739" y="72995"/>
                    <a:pt x="83520" y="71094"/>
                  </a:cubicBezTo>
                  <a:cubicBezTo>
                    <a:pt x="76977" y="68714"/>
                    <a:pt x="71146" y="64693"/>
                    <a:pt x="66862" y="59378"/>
                  </a:cubicBezTo>
                  <a:lnTo>
                    <a:pt x="66862" y="59378"/>
                  </a:lnTo>
                  <a:cubicBezTo>
                    <a:pt x="66946" y="59348"/>
                    <a:pt x="67029" y="59318"/>
                    <a:pt x="67112" y="59289"/>
                  </a:cubicBezTo>
                  <a:cubicBezTo>
                    <a:pt x="70592" y="58085"/>
                    <a:pt x="74220" y="57435"/>
                    <a:pt x="77773" y="57435"/>
                  </a:cubicBezTo>
                  <a:close/>
                  <a:moveTo>
                    <a:pt x="65382" y="59940"/>
                  </a:moveTo>
                  <a:cubicBezTo>
                    <a:pt x="69924" y="65687"/>
                    <a:pt x="76327" y="69867"/>
                    <a:pt x="83120" y="72444"/>
                  </a:cubicBezTo>
                  <a:cubicBezTo>
                    <a:pt x="87536" y="74119"/>
                    <a:pt x="92260" y="75180"/>
                    <a:pt x="97080" y="75627"/>
                  </a:cubicBezTo>
                  <a:lnTo>
                    <a:pt x="97080" y="75627"/>
                  </a:lnTo>
                  <a:cubicBezTo>
                    <a:pt x="93699" y="76685"/>
                    <a:pt x="90343" y="77425"/>
                    <a:pt x="87241" y="77833"/>
                  </a:cubicBezTo>
                  <a:cubicBezTo>
                    <a:pt x="84499" y="78210"/>
                    <a:pt x="81690" y="78415"/>
                    <a:pt x="78870" y="78415"/>
                  </a:cubicBezTo>
                  <a:cubicBezTo>
                    <a:pt x="72376" y="78415"/>
                    <a:pt x="65823" y="77327"/>
                    <a:pt x="59893" y="74743"/>
                  </a:cubicBezTo>
                  <a:lnTo>
                    <a:pt x="59893" y="74743"/>
                  </a:lnTo>
                  <a:cubicBezTo>
                    <a:pt x="59407" y="73535"/>
                    <a:pt x="59058" y="72241"/>
                    <a:pt x="58870" y="70859"/>
                  </a:cubicBezTo>
                  <a:cubicBezTo>
                    <a:pt x="58434" y="67462"/>
                    <a:pt x="59418" y="64459"/>
                    <a:pt x="61187" y="61861"/>
                  </a:cubicBezTo>
                  <a:lnTo>
                    <a:pt x="61187" y="61861"/>
                  </a:lnTo>
                  <a:cubicBezTo>
                    <a:pt x="62564" y="61147"/>
                    <a:pt x="63967" y="60505"/>
                    <a:pt x="65382" y="59940"/>
                  </a:cubicBezTo>
                  <a:close/>
                  <a:moveTo>
                    <a:pt x="61137" y="21222"/>
                  </a:moveTo>
                  <a:lnTo>
                    <a:pt x="61137" y="21222"/>
                  </a:lnTo>
                  <a:cubicBezTo>
                    <a:pt x="61067" y="21361"/>
                    <a:pt x="60998" y="21501"/>
                    <a:pt x="60930" y="21642"/>
                  </a:cubicBezTo>
                  <a:cubicBezTo>
                    <a:pt x="59737" y="24155"/>
                    <a:pt x="58909" y="26890"/>
                    <a:pt x="58414" y="29727"/>
                  </a:cubicBezTo>
                  <a:lnTo>
                    <a:pt x="58414" y="29727"/>
                  </a:lnTo>
                  <a:cubicBezTo>
                    <a:pt x="56084" y="30390"/>
                    <a:pt x="53778" y="31128"/>
                    <a:pt x="51503" y="31944"/>
                  </a:cubicBezTo>
                  <a:cubicBezTo>
                    <a:pt x="41676" y="35514"/>
                    <a:pt x="31373" y="41220"/>
                    <a:pt x="26301" y="50806"/>
                  </a:cubicBezTo>
                  <a:cubicBezTo>
                    <a:pt x="20907" y="60998"/>
                    <a:pt x="24742" y="72430"/>
                    <a:pt x="30292" y="81637"/>
                  </a:cubicBezTo>
                  <a:lnTo>
                    <a:pt x="30292" y="81637"/>
                  </a:lnTo>
                  <a:cubicBezTo>
                    <a:pt x="28622" y="80875"/>
                    <a:pt x="26997" y="80055"/>
                    <a:pt x="25426" y="79177"/>
                  </a:cubicBezTo>
                  <a:cubicBezTo>
                    <a:pt x="16791" y="74346"/>
                    <a:pt x="9418" y="66897"/>
                    <a:pt x="6647" y="57146"/>
                  </a:cubicBezTo>
                  <a:cubicBezTo>
                    <a:pt x="6171" y="55530"/>
                    <a:pt x="5827" y="53880"/>
                    <a:pt x="5614" y="52214"/>
                  </a:cubicBezTo>
                  <a:lnTo>
                    <a:pt x="5614" y="52214"/>
                  </a:lnTo>
                  <a:cubicBezTo>
                    <a:pt x="12528" y="38246"/>
                    <a:pt x="27450" y="29238"/>
                    <a:pt x="42861" y="24653"/>
                  </a:cubicBezTo>
                  <a:cubicBezTo>
                    <a:pt x="48420" y="22987"/>
                    <a:pt x="54701" y="21725"/>
                    <a:pt x="61137" y="21222"/>
                  </a:cubicBezTo>
                  <a:close/>
                  <a:moveTo>
                    <a:pt x="127528" y="69923"/>
                  </a:moveTo>
                  <a:cubicBezTo>
                    <a:pt x="123196" y="75076"/>
                    <a:pt x="117053" y="78947"/>
                    <a:pt x="111257" y="81713"/>
                  </a:cubicBezTo>
                  <a:cubicBezTo>
                    <a:pt x="108646" y="82946"/>
                    <a:pt x="105913" y="84025"/>
                    <a:pt x="103107" y="84917"/>
                  </a:cubicBezTo>
                  <a:lnTo>
                    <a:pt x="103107" y="84917"/>
                  </a:lnTo>
                  <a:cubicBezTo>
                    <a:pt x="103193" y="84519"/>
                    <a:pt x="103269" y="84113"/>
                    <a:pt x="103332" y="83698"/>
                  </a:cubicBezTo>
                  <a:cubicBezTo>
                    <a:pt x="103722" y="81122"/>
                    <a:pt x="103544" y="78465"/>
                    <a:pt x="102919" y="75867"/>
                  </a:cubicBezTo>
                  <a:lnTo>
                    <a:pt x="102919" y="75867"/>
                  </a:lnTo>
                  <a:cubicBezTo>
                    <a:pt x="111466" y="75784"/>
                    <a:pt x="120050" y="73803"/>
                    <a:pt x="127528" y="69923"/>
                  </a:cubicBezTo>
                  <a:close/>
                  <a:moveTo>
                    <a:pt x="58180" y="31259"/>
                  </a:moveTo>
                  <a:lnTo>
                    <a:pt x="58180" y="31259"/>
                  </a:lnTo>
                  <a:cubicBezTo>
                    <a:pt x="58122" y="31706"/>
                    <a:pt x="58071" y="32155"/>
                    <a:pt x="58028" y="32605"/>
                  </a:cubicBezTo>
                  <a:lnTo>
                    <a:pt x="58028" y="32605"/>
                  </a:lnTo>
                  <a:cubicBezTo>
                    <a:pt x="56862" y="33112"/>
                    <a:pt x="55715" y="33658"/>
                    <a:pt x="54590" y="34246"/>
                  </a:cubicBezTo>
                  <a:cubicBezTo>
                    <a:pt x="48016" y="37574"/>
                    <a:pt x="41993" y="43039"/>
                    <a:pt x="41200" y="50647"/>
                  </a:cubicBezTo>
                  <a:cubicBezTo>
                    <a:pt x="40507" y="56771"/>
                    <a:pt x="43560" y="62939"/>
                    <a:pt x="47722" y="67674"/>
                  </a:cubicBezTo>
                  <a:lnTo>
                    <a:pt x="47722" y="67674"/>
                  </a:lnTo>
                  <a:cubicBezTo>
                    <a:pt x="46951" y="69462"/>
                    <a:pt x="46279" y="71295"/>
                    <a:pt x="45719" y="73170"/>
                  </a:cubicBezTo>
                  <a:lnTo>
                    <a:pt x="45719" y="73170"/>
                  </a:lnTo>
                  <a:cubicBezTo>
                    <a:pt x="42954" y="76849"/>
                    <a:pt x="40847" y="80917"/>
                    <a:pt x="39658" y="85141"/>
                  </a:cubicBezTo>
                  <a:lnTo>
                    <a:pt x="39658" y="85141"/>
                  </a:lnTo>
                  <a:cubicBezTo>
                    <a:pt x="37087" y="84372"/>
                    <a:pt x="34577" y="83473"/>
                    <a:pt x="32153" y="82452"/>
                  </a:cubicBezTo>
                  <a:lnTo>
                    <a:pt x="32153" y="82452"/>
                  </a:lnTo>
                  <a:cubicBezTo>
                    <a:pt x="25975" y="73446"/>
                    <a:pt x="22635" y="61293"/>
                    <a:pt x="27487" y="51522"/>
                  </a:cubicBezTo>
                  <a:cubicBezTo>
                    <a:pt x="32800" y="40820"/>
                    <a:pt x="45480" y="35273"/>
                    <a:pt x="56175" y="31868"/>
                  </a:cubicBezTo>
                  <a:cubicBezTo>
                    <a:pt x="56841" y="31659"/>
                    <a:pt x="57509" y="31456"/>
                    <a:pt x="58180" y="31259"/>
                  </a:cubicBezTo>
                  <a:close/>
                  <a:moveTo>
                    <a:pt x="44937" y="76123"/>
                  </a:moveTo>
                  <a:cubicBezTo>
                    <a:pt x="44551" y="77798"/>
                    <a:pt x="44254" y="79503"/>
                    <a:pt x="44053" y="81238"/>
                  </a:cubicBezTo>
                  <a:cubicBezTo>
                    <a:pt x="43876" y="82920"/>
                    <a:pt x="43809" y="84598"/>
                    <a:pt x="43845" y="86267"/>
                  </a:cubicBezTo>
                  <a:lnTo>
                    <a:pt x="43845" y="86267"/>
                  </a:lnTo>
                  <a:cubicBezTo>
                    <a:pt x="42806" y="86019"/>
                    <a:pt x="41774" y="85749"/>
                    <a:pt x="40751" y="85460"/>
                  </a:cubicBezTo>
                  <a:lnTo>
                    <a:pt x="40751" y="85460"/>
                  </a:lnTo>
                  <a:cubicBezTo>
                    <a:pt x="41018" y="84389"/>
                    <a:pt x="41351" y="83325"/>
                    <a:pt x="41752" y="82271"/>
                  </a:cubicBezTo>
                  <a:cubicBezTo>
                    <a:pt x="42586" y="80117"/>
                    <a:pt x="43663" y="78062"/>
                    <a:pt x="44937" y="76123"/>
                  </a:cubicBezTo>
                  <a:close/>
                  <a:moveTo>
                    <a:pt x="60851" y="76720"/>
                  </a:moveTo>
                  <a:cubicBezTo>
                    <a:pt x="66641" y="78927"/>
                    <a:pt x="73029" y="79756"/>
                    <a:pt x="79151" y="79756"/>
                  </a:cubicBezTo>
                  <a:cubicBezTo>
                    <a:pt x="79712" y="79756"/>
                    <a:pt x="80270" y="79749"/>
                    <a:pt x="80825" y="79735"/>
                  </a:cubicBezTo>
                  <a:cubicBezTo>
                    <a:pt x="85829" y="79641"/>
                    <a:pt x="91542" y="78857"/>
                    <a:pt x="97174" y="77291"/>
                  </a:cubicBezTo>
                  <a:lnTo>
                    <a:pt x="97174" y="77291"/>
                  </a:lnTo>
                  <a:cubicBezTo>
                    <a:pt x="94459" y="79588"/>
                    <a:pt x="91372" y="81487"/>
                    <a:pt x="88116" y="82981"/>
                  </a:cubicBezTo>
                  <a:cubicBezTo>
                    <a:pt x="84389" y="84713"/>
                    <a:pt x="80421" y="86010"/>
                    <a:pt x="76313" y="86901"/>
                  </a:cubicBezTo>
                  <a:lnTo>
                    <a:pt x="76313" y="86901"/>
                  </a:lnTo>
                  <a:cubicBezTo>
                    <a:pt x="70080" y="85543"/>
                    <a:pt x="63972" y="82183"/>
                    <a:pt x="60851" y="76720"/>
                  </a:cubicBezTo>
                  <a:close/>
                  <a:moveTo>
                    <a:pt x="101326" y="75984"/>
                  </a:moveTo>
                  <a:cubicBezTo>
                    <a:pt x="102091" y="79174"/>
                    <a:pt x="102140" y="82429"/>
                    <a:pt x="101285" y="85467"/>
                  </a:cubicBezTo>
                  <a:lnTo>
                    <a:pt x="101285" y="85467"/>
                  </a:lnTo>
                  <a:cubicBezTo>
                    <a:pt x="96105" y="86947"/>
                    <a:pt x="90711" y="87784"/>
                    <a:pt x="85382" y="87784"/>
                  </a:cubicBezTo>
                  <a:cubicBezTo>
                    <a:pt x="83574" y="87784"/>
                    <a:pt x="81773" y="87687"/>
                    <a:pt x="79991" y="87487"/>
                  </a:cubicBezTo>
                  <a:lnTo>
                    <a:pt x="79991" y="87487"/>
                  </a:lnTo>
                  <a:cubicBezTo>
                    <a:pt x="87767" y="85473"/>
                    <a:pt x="94987" y="81910"/>
                    <a:pt x="100442" y="76289"/>
                  </a:cubicBezTo>
                  <a:lnTo>
                    <a:pt x="100442" y="76289"/>
                  </a:lnTo>
                  <a:cubicBezTo>
                    <a:pt x="100737" y="76189"/>
                    <a:pt x="101032" y="76088"/>
                    <a:pt x="101326" y="75984"/>
                  </a:cubicBezTo>
                  <a:close/>
                  <a:moveTo>
                    <a:pt x="49970" y="69997"/>
                  </a:moveTo>
                  <a:cubicBezTo>
                    <a:pt x="50857" y="70830"/>
                    <a:pt x="51770" y="71597"/>
                    <a:pt x="52688" y="72286"/>
                  </a:cubicBezTo>
                  <a:cubicBezTo>
                    <a:pt x="54607" y="73724"/>
                    <a:pt x="56680" y="74916"/>
                    <a:pt x="58856" y="75894"/>
                  </a:cubicBezTo>
                  <a:lnTo>
                    <a:pt x="58856" y="75894"/>
                  </a:lnTo>
                  <a:cubicBezTo>
                    <a:pt x="61385" y="81551"/>
                    <a:pt x="66995" y="85573"/>
                    <a:pt x="72900" y="87502"/>
                  </a:cubicBezTo>
                  <a:cubicBezTo>
                    <a:pt x="72930" y="87511"/>
                    <a:pt x="72959" y="87521"/>
                    <a:pt x="72988" y="87530"/>
                  </a:cubicBezTo>
                  <a:lnTo>
                    <a:pt x="72988" y="87530"/>
                  </a:lnTo>
                  <a:cubicBezTo>
                    <a:pt x="69335" y="88121"/>
                    <a:pt x="65595" y="88408"/>
                    <a:pt x="61836" y="88408"/>
                  </a:cubicBezTo>
                  <a:cubicBezTo>
                    <a:pt x="56315" y="88408"/>
                    <a:pt x="50753" y="87790"/>
                    <a:pt x="45366" y="86615"/>
                  </a:cubicBezTo>
                  <a:lnTo>
                    <a:pt x="45366" y="86615"/>
                  </a:lnTo>
                  <a:cubicBezTo>
                    <a:pt x="45226" y="82668"/>
                    <a:pt x="45659" y="78585"/>
                    <a:pt x="46748" y="74422"/>
                  </a:cubicBezTo>
                  <a:cubicBezTo>
                    <a:pt x="46859" y="74003"/>
                    <a:pt x="46976" y="73586"/>
                    <a:pt x="47100" y="73170"/>
                  </a:cubicBezTo>
                  <a:lnTo>
                    <a:pt x="47100" y="73170"/>
                  </a:lnTo>
                  <a:cubicBezTo>
                    <a:pt x="47995" y="72065"/>
                    <a:pt x="48955" y="71007"/>
                    <a:pt x="49970" y="69997"/>
                  </a:cubicBezTo>
                  <a:close/>
                  <a:moveTo>
                    <a:pt x="33677" y="84537"/>
                  </a:moveTo>
                  <a:cubicBezTo>
                    <a:pt x="35544" y="85229"/>
                    <a:pt x="37437" y="85845"/>
                    <a:pt x="39335" y="86386"/>
                  </a:cubicBezTo>
                  <a:lnTo>
                    <a:pt x="39335" y="86386"/>
                  </a:lnTo>
                  <a:cubicBezTo>
                    <a:pt x="39060" y="87547"/>
                    <a:pt x="38855" y="88717"/>
                    <a:pt x="38726" y="89893"/>
                  </a:cubicBezTo>
                  <a:lnTo>
                    <a:pt x="38726" y="89893"/>
                  </a:lnTo>
                  <a:cubicBezTo>
                    <a:pt x="38019" y="89284"/>
                    <a:pt x="37336" y="88646"/>
                    <a:pt x="36680" y="87977"/>
                  </a:cubicBezTo>
                  <a:cubicBezTo>
                    <a:pt x="35639" y="86917"/>
                    <a:pt x="34633" y="85765"/>
                    <a:pt x="33677" y="84537"/>
                  </a:cubicBezTo>
                  <a:close/>
                  <a:moveTo>
                    <a:pt x="130464" y="68265"/>
                  </a:moveTo>
                  <a:cubicBezTo>
                    <a:pt x="128771" y="71238"/>
                    <a:pt x="126752" y="74027"/>
                    <a:pt x="124571" y="76483"/>
                  </a:cubicBezTo>
                  <a:cubicBezTo>
                    <a:pt x="118231" y="83615"/>
                    <a:pt x="110148" y="88529"/>
                    <a:pt x="101430" y="92333"/>
                  </a:cubicBezTo>
                  <a:cubicBezTo>
                    <a:pt x="100432" y="92761"/>
                    <a:pt x="99424" y="93177"/>
                    <a:pt x="98409" y="93581"/>
                  </a:cubicBezTo>
                  <a:lnTo>
                    <a:pt x="98409" y="93581"/>
                  </a:lnTo>
                  <a:cubicBezTo>
                    <a:pt x="100352" y="91624"/>
                    <a:pt x="101843" y="89257"/>
                    <a:pt x="102714" y="86417"/>
                  </a:cubicBezTo>
                  <a:lnTo>
                    <a:pt x="102714" y="86417"/>
                  </a:lnTo>
                  <a:cubicBezTo>
                    <a:pt x="112433" y="83565"/>
                    <a:pt x="124048" y="77229"/>
                    <a:pt x="130257" y="68391"/>
                  </a:cubicBezTo>
                  <a:lnTo>
                    <a:pt x="130257" y="68391"/>
                  </a:lnTo>
                  <a:cubicBezTo>
                    <a:pt x="130326" y="68349"/>
                    <a:pt x="130395" y="68307"/>
                    <a:pt x="130464" y="68265"/>
                  </a:cubicBezTo>
                  <a:close/>
                  <a:moveTo>
                    <a:pt x="40471" y="86702"/>
                  </a:moveTo>
                  <a:cubicBezTo>
                    <a:pt x="41613" y="87010"/>
                    <a:pt x="42755" y="87291"/>
                    <a:pt x="43893" y="87548"/>
                  </a:cubicBezTo>
                  <a:lnTo>
                    <a:pt x="43893" y="87548"/>
                  </a:lnTo>
                  <a:cubicBezTo>
                    <a:pt x="44011" y="89760"/>
                    <a:pt x="44310" y="91951"/>
                    <a:pt x="44776" y="94104"/>
                  </a:cubicBezTo>
                  <a:lnTo>
                    <a:pt x="44776" y="94104"/>
                  </a:lnTo>
                  <a:cubicBezTo>
                    <a:pt x="43090" y="93158"/>
                    <a:pt x="41477" y="92094"/>
                    <a:pt x="39960" y="90906"/>
                  </a:cubicBezTo>
                  <a:lnTo>
                    <a:pt x="39960" y="90906"/>
                  </a:lnTo>
                  <a:cubicBezTo>
                    <a:pt x="40021" y="89507"/>
                    <a:pt x="40190" y="88101"/>
                    <a:pt x="40471" y="86702"/>
                  </a:cubicBezTo>
                  <a:close/>
                  <a:moveTo>
                    <a:pt x="100780" y="86969"/>
                  </a:moveTo>
                  <a:cubicBezTo>
                    <a:pt x="99820" y="89412"/>
                    <a:pt x="98223" y="91675"/>
                    <a:pt x="95883" y="93601"/>
                  </a:cubicBezTo>
                  <a:cubicBezTo>
                    <a:pt x="95009" y="94316"/>
                    <a:pt x="94085" y="94963"/>
                    <a:pt x="93120" y="95547"/>
                  </a:cubicBezTo>
                  <a:lnTo>
                    <a:pt x="93120" y="95547"/>
                  </a:lnTo>
                  <a:cubicBezTo>
                    <a:pt x="87260" y="97577"/>
                    <a:pt x="81180" y="99202"/>
                    <a:pt x="75002" y="100381"/>
                  </a:cubicBezTo>
                  <a:lnTo>
                    <a:pt x="75002" y="100381"/>
                  </a:lnTo>
                  <a:cubicBezTo>
                    <a:pt x="73924" y="100435"/>
                    <a:pt x="72851" y="100460"/>
                    <a:pt x="71789" y="100460"/>
                  </a:cubicBezTo>
                  <a:cubicBezTo>
                    <a:pt x="69949" y="100460"/>
                    <a:pt x="68141" y="100386"/>
                    <a:pt x="66402" y="100258"/>
                  </a:cubicBezTo>
                  <a:cubicBezTo>
                    <a:pt x="59729" y="99760"/>
                    <a:pt x="52744" y="98135"/>
                    <a:pt x="46566" y="95052"/>
                  </a:cubicBezTo>
                  <a:lnTo>
                    <a:pt x="46566" y="95052"/>
                  </a:lnTo>
                  <a:cubicBezTo>
                    <a:pt x="45980" y="92726"/>
                    <a:pt x="45595" y="90330"/>
                    <a:pt x="45431" y="87879"/>
                  </a:cubicBezTo>
                  <a:lnTo>
                    <a:pt x="45431" y="87879"/>
                  </a:lnTo>
                  <a:cubicBezTo>
                    <a:pt x="47538" y="88313"/>
                    <a:pt x="49624" y="88661"/>
                    <a:pt x="51661" y="88928"/>
                  </a:cubicBezTo>
                  <a:cubicBezTo>
                    <a:pt x="55052" y="89374"/>
                    <a:pt x="58632" y="89622"/>
                    <a:pt x="62284" y="89622"/>
                  </a:cubicBezTo>
                  <a:cubicBezTo>
                    <a:pt x="66848" y="89622"/>
                    <a:pt x="71524" y="89235"/>
                    <a:pt x="76082" y="88364"/>
                  </a:cubicBezTo>
                  <a:lnTo>
                    <a:pt x="76082" y="88364"/>
                  </a:lnTo>
                  <a:cubicBezTo>
                    <a:pt x="78945" y="88994"/>
                    <a:pt x="81890" y="89272"/>
                    <a:pt x="84852" y="89272"/>
                  </a:cubicBezTo>
                  <a:cubicBezTo>
                    <a:pt x="90247" y="89272"/>
                    <a:pt x="95693" y="88351"/>
                    <a:pt x="100780" y="86969"/>
                  </a:cubicBezTo>
                  <a:close/>
                  <a:moveTo>
                    <a:pt x="4594" y="54450"/>
                  </a:moveTo>
                  <a:cubicBezTo>
                    <a:pt x="4853" y="55876"/>
                    <a:pt x="5194" y="57283"/>
                    <a:pt x="5614" y="58655"/>
                  </a:cubicBezTo>
                  <a:cubicBezTo>
                    <a:pt x="9381" y="70920"/>
                    <a:pt x="19817" y="78938"/>
                    <a:pt x="31611" y="83734"/>
                  </a:cubicBezTo>
                  <a:lnTo>
                    <a:pt x="31611" y="83734"/>
                  </a:lnTo>
                  <a:cubicBezTo>
                    <a:pt x="33610" y="86735"/>
                    <a:pt x="35965" y="89289"/>
                    <a:pt x="38599" y="91453"/>
                  </a:cubicBezTo>
                  <a:lnTo>
                    <a:pt x="38599" y="91453"/>
                  </a:lnTo>
                  <a:cubicBezTo>
                    <a:pt x="38414" y="95004"/>
                    <a:pt x="38934" y="98584"/>
                    <a:pt x="40303" y="102064"/>
                  </a:cubicBezTo>
                  <a:lnTo>
                    <a:pt x="40303" y="102064"/>
                  </a:lnTo>
                  <a:cubicBezTo>
                    <a:pt x="39437" y="101975"/>
                    <a:pt x="38574" y="101876"/>
                    <a:pt x="37713" y="101767"/>
                  </a:cubicBezTo>
                  <a:cubicBezTo>
                    <a:pt x="28362" y="100657"/>
                    <a:pt x="18693" y="97880"/>
                    <a:pt x="11402" y="91781"/>
                  </a:cubicBezTo>
                  <a:cubicBezTo>
                    <a:pt x="4187" y="85758"/>
                    <a:pt x="1258" y="76958"/>
                    <a:pt x="1651" y="67765"/>
                  </a:cubicBezTo>
                  <a:cubicBezTo>
                    <a:pt x="1868" y="62930"/>
                    <a:pt x="2904" y="58495"/>
                    <a:pt x="4594" y="54450"/>
                  </a:cubicBezTo>
                  <a:close/>
                  <a:moveTo>
                    <a:pt x="39939" y="92502"/>
                  </a:moveTo>
                  <a:cubicBezTo>
                    <a:pt x="41592" y="93736"/>
                    <a:pt x="43344" y="94829"/>
                    <a:pt x="45177" y="95795"/>
                  </a:cubicBezTo>
                  <a:lnTo>
                    <a:pt x="45177" y="95795"/>
                  </a:lnTo>
                  <a:cubicBezTo>
                    <a:pt x="45776" y="98107"/>
                    <a:pt x="46566" y="100368"/>
                    <a:pt x="47529" y="102558"/>
                  </a:cubicBezTo>
                  <a:lnTo>
                    <a:pt x="47529" y="102558"/>
                  </a:lnTo>
                  <a:cubicBezTo>
                    <a:pt x="45661" y="102492"/>
                    <a:pt x="43802" y="102379"/>
                    <a:pt x="41953" y="102219"/>
                  </a:cubicBezTo>
                  <a:lnTo>
                    <a:pt x="41953" y="102219"/>
                  </a:lnTo>
                  <a:cubicBezTo>
                    <a:pt x="40677" y="99151"/>
                    <a:pt x="39994" y="95856"/>
                    <a:pt x="39939" y="92502"/>
                  </a:cubicBezTo>
                  <a:close/>
                  <a:moveTo>
                    <a:pt x="47021" y="96711"/>
                  </a:moveTo>
                  <a:lnTo>
                    <a:pt x="47021" y="96711"/>
                  </a:lnTo>
                  <a:cubicBezTo>
                    <a:pt x="50008" y="98109"/>
                    <a:pt x="53187" y="99197"/>
                    <a:pt x="56492" y="100023"/>
                  </a:cubicBezTo>
                  <a:cubicBezTo>
                    <a:pt x="59488" y="100780"/>
                    <a:pt x="63131" y="101367"/>
                    <a:pt x="67049" y="101644"/>
                  </a:cubicBezTo>
                  <a:lnTo>
                    <a:pt x="67049" y="101644"/>
                  </a:lnTo>
                  <a:cubicBezTo>
                    <a:pt x="61918" y="102295"/>
                    <a:pt x="56757" y="102631"/>
                    <a:pt x="51635" y="102631"/>
                  </a:cubicBezTo>
                  <a:cubicBezTo>
                    <a:pt x="50846" y="102631"/>
                    <a:pt x="50059" y="102623"/>
                    <a:pt x="49272" y="102607"/>
                  </a:cubicBezTo>
                  <a:lnTo>
                    <a:pt x="49272" y="102607"/>
                  </a:lnTo>
                  <a:cubicBezTo>
                    <a:pt x="48378" y="100705"/>
                    <a:pt x="47623" y="98737"/>
                    <a:pt x="47021" y="96711"/>
                  </a:cubicBezTo>
                  <a:close/>
                  <a:moveTo>
                    <a:pt x="42655" y="103761"/>
                  </a:moveTo>
                  <a:cubicBezTo>
                    <a:pt x="44506" y="103918"/>
                    <a:pt x="46365" y="104023"/>
                    <a:pt x="48230" y="104079"/>
                  </a:cubicBezTo>
                  <a:lnTo>
                    <a:pt x="48230" y="104079"/>
                  </a:lnTo>
                  <a:cubicBezTo>
                    <a:pt x="49999" y="107736"/>
                    <a:pt x="52254" y="111174"/>
                    <a:pt x="54907" y="114288"/>
                  </a:cubicBezTo>
                  <a:cubicBezTo>
                    <a:pt x="55855" y="115400"/>
                    <a:pt x="56842" y="116457"/>
                    <a:pt x="57863" y="117458"/>
                  </a:cubicBezTo>
                  <a:lnTo>
                    <a:pt x="57863" y="117458"/>
                  </a:lnTo>
                  <a:cubicBezTo>
                    <a:pt x="55327" y="116329"/>
                    <a:pt x="52903" y="114937"/>
                    <a:pt x="50628" y="113255"/>
                  </a:cubicBezTo>
                  <a:cubicBezTo>
                    <a:pt x="47136" y="110671"/>
                    <a:pt x="44457" y="107406"/>
                    <a:pt x="42655" y="103761"/>
                  </a:cubicBezTo>
                  <a:close/>
                  <a:moveTo>
                    <a:pt x="137321" y="63100"/>
                  </a:moveTo>
                  <a:cubicBezTo>
                    <a:pt x="141253" y="70214"/>
                    <a:pt x="141444" y="79097"/>
                    <a:pt x="138678" y="86785"/>
                  </a:cubicBezTo>
                  <a:cubicBezTo>
                    <a:pt x="134874" y="97405"/>
                    <a:pt x="125598" y="105254"/>
                    <a:pt x="116171" y="110719"/>
                  </a:cubicBezTo>
                  <a:cubicBezTo>
                    <a:pt x="105431" y="116917"/>
                    <a:pt x="91367" y="121386"/>
                    <a:pt x="77829" y="121386"/>
                  </a:cubicBezTo>
                  <a:cubicBezTo>
                    <a:pt x="72573" y="121386"/>
                    <a:pt x="67395" y="120712"/>
                    <a:pt x="62523" y="119204"/>
                  </a:cubicBezTo>
                  <a:lnTo>
                    <a:pt x="62523" y="119204"/>
                  </a:lnTo>
                  <a:cubicBezTo>
                    <a:pt x="57328" y="115032"/>
                    <a:pt x="53021" y="109908"/>
                    <a:pt x="50019" y="104117"/>
                  </a:cubicBezTo>
                  <a:lnTo>
                    <a:pt x="50019" y="104117"/>
                  </a:lnTo>
                  <a:cubicBezTo>
                    <a:pt x="50507" y="104124"/>
                    <a:pt x="50996" y="104127"/>
                    <a:pt x="51485" y="104127"/>
                  </a:cubicBezTo>
                  <a:cubicBezTo>
                    <a:pt x="59390" y="104127"/>
                    <a:pt x="67355" y="103277"/>
                    <a:pt x="75150" y="101746"/>
                  </a:cubicBezTo>
                  <a:lnTo>
                    <a:pt x="75150" y="101746"/>
                  </a:lnTo>
                  <a:cubicBezTo>
                    <a:pt x="82379" y="101403"/>
                    <a:pt x="89694" y="99826"/>
                    <a:pt x="95094" y="96272"/>
                  </a:cubicBezTo>
                  <a:lnTo>
                    <a:pt x="95094" y="96272"/>
                  </a:lnTo>
                  <a:cubicBezTo>
                    <a:pt x="95730" y="96047"/>
                    <a:pt x="96362" y="95818"/>
                    <a:pt x="96992" y="95585"/>
                  </a:cubicBezTo>
                  <a:cubicBezTo>
                    <a:pt x="105152" y="92574"/>
                    <a:pt x="113235" y="88687"/>
                    <a:pt x="119892" y="82981"/>
                  </a:cubicBezTo>
                  <a:cubicBezTo>
                    <a:pt x="125168" y="78494"/>
                    <a:pt x="130154" y="72757"/>
                    <a:pt x="133389" y="66315"/>
                  </a:cubicBezTo>
                  <a:lnTo>
                    <a:pt x="133389" y="66315"/>
                  </a:lnTo>
                  <a:cubicBezTo>
                    <a:pt x="134761" y="65321"/>
                    <a:pt x="136075" y="64249"/>
                    <a:pt x="137321" y="63100"/>
                  </a:cubicBezTo>
                  <a:close/>
                  <a:moveTo>
                    <a:pt x="149226" y="35024"/>
                  </a:moveTo>
                  <a:lnTo>
                    <a:pt x="149226" y="35024"/>
                  </a:lnTo>
                  <a:cubicBezTo>
                    <a:pt x="159885" y="49223"/>
                    <a:pt x="164356" y="67892"/>
                    <a:pt x="159834" y="85600"/>
                  </a:cubicBezTo>
                  <a:cubicBezTo>
                    <a:pt x="152632" y="113729"/>
                    <a:pt x="124552" y="130854"/>
                    <a:pt x="96567" y="130854"/>
                  </a:cubicBezTo>
                  <a:cubicBezTo>
                    <a:pt x="94989" y="130854"/>
                    <a:pt x="93411" y="130800"/>
                    <a:pt x="91838" y="130690"/>
                  </a:cubicBezTo>
                  <a:cubicBezTo>
                    <a:pt x="82312" y="130023"/>
                    <a:pt x="73226" y="126724"/>
                    <a:pt x="65654" y="121529"/>
                  </a:cubicBezTo>
                  <a:lnTo>
                    <a:pt x="65654" y="121529"/>
                  </a:lnTo>
                  <a:cubicBezTo>
                    <a:pt x="69346" y="122296"/>
                    <a:pt x="73188" y="122638"/>
                    <a:pt x="77063" y="122638"/>
                  </a:cubicBezTo>
                  <a:cubicBezTo>
                    <a:pt x="87154" y="122638"/>
                    <a:pt x="97467" y="120319"/>
                    <a:pt x="105944" y="117141"/>
                  </a:cubicBezTo>
                  <a:cubicBezTo>
                    <a:pt x="124413" y="110085"/>
                    <a:pt x="144460" y="94076"/>
                    <a:pt x="141689" y="72045"/>
                  </a:cubicBezTo>
                  <a:cubicBezTo>
                    <a:pt x="141202" y="68261"/>
                    <a:pt x="140051" y="64957"/>
                    <a:pt x="138384" y="62085"/>
                  </a:cubicBezTo>
                  <a:lnTo>
                    <a:pt x="138384" y="62085"/>
                  </a:lnTo>
                  <a:cubicBezTo>
                    <a:pt x="139405" y="61075"/>
                    <a:pt x="140375" y="60010"/>
                    <a:pt x="141290" y="58889"/>
                  </a:cubicBezTo>
                  <a:cubicBezTo>
                    <a:pt x="146779" y="52218"/>
                    <a:pt x="149617" y="43578"/>
                    <a:pt x="149226" y="35024"/>
                  </a:cubicBezTo>
                  <a:close/>
                  <a:moveTo>
                    <a:pt x="107933" y="1"/>
                  </a:moveTo>
                  <a:cubicBezTo>
                    <a:pt x="104598" y="1"/>
                    <a:pt x="101265" y="390"/>
                    <a:pt x="98019" y="1195"/>
                  </a:cubicBezTo>
                  <a:cubicBezTo>
                    <a:pt x="93850" y="2210"/>
                    <a:pt x="90136" y="3985"/>
                    <a:pt x="86857" y="6333"/>
                  </a:cubicBezTo>
                  <a:lnTo>
                    <a:pt x="86857" y="6333"/>
                  </a:lnTo>
                  <a:cubicBezTo>
                    <a:pt x="81713" y="6676"/>
                    <a:pt x="76758" y="7781"/>
                    <a:pt x="72431" y="9960"/>
                  </a:cubicBezTo>
                  <a:lnTo>
                    <a:pt x="72431" y="9960"/>
                  </a:lnTo>
                  <a:cubicBezTo>
                    <a:pt x="68615" y="9526"/>
                    <a:pt x="64757" y="9302"/>
                    <a:pt x="60902" y="9302"/>
                  </a:cubicBezTo>
                  <a:cubicBezTo>
                    <a:pt x="49689" y="9302"/>
                    <a:pt x="38500" y="11195"/>
                    <a:pt x="28438" y="15302"/>
                  </a:cubicBezTo>
                  <a:cubicBezTo>
                    <a:pt x="20278" y="18630"/>
                    <a:pt x="12746" y="23943"/>
                    <a:pt x="8150" y="31710"/>
                  </a:cubicBezTo>
                  <a:cubicBezTo>
                    <a:pt x="4705" y="37553"/>
                    <a:pt x="3497" y="44644"/>
                    <a:pt x="4179" y="51493"/>
                  </a:cubicBezTo>
                  <a:lnTo>
                    <a:pt x="4179" y="51493"/>
                  </a:lnTo>
                  <a:cubicBezTo>
                    <a:pt x="1282" y="57624"/>
                    <a:pt x="1" y="64500"/>
                    <a:pt x="225" y="71335"/>
                  </a:cubicBezTo>
                  <a:cubicBezTo>
                    <a:pt x="859" y="90355"/>
                    <a:pt x="17584" y="99865"/>
                    <a:pt x="34461" y="102718"/>
                  </a:cubicBezTo>
                  <a:cubicBezTo>
                    <a:pt x="36614" y="103088"/>
                    <a:pt x="38785" y="103383"/>
                    <a:pt x="40969" y="103605"/>
                  </a:cubicBezTo>
                  <a:lnTo>
                    <a:pt x="40969" y="103605"/>
                  </a:lnTo>
                  <a:cubicBezTo>
                    <a:pt x="42136" y="106081"/>
                    <a:pt x="43753" y="108496"/>
                    <a:pt x="45873" y="110801"/>
                  </a:cubicBezTo>
                  <a:cubicBezTo>
                    <a:pt x="50084" y="115419"/>
                    <a:pt x="55313" y="118476"/>
                    <a:pt x="61064" y="120325"/>
                  </a:cubicBezTo>
                  <a:lnTo>
                    <a:pt x="61064" y="120325"/>
                  </a:lnTo>
                  <a:cubicBezTo>
                    <a:pt x="71082" y="128520"/>
                    <a:pt x="83805" y="132164"/>
                    <a:pt x="96732" y="132164"/>
                  </a:cubicBezTo>
                  <a:cubicBezTo>
                    <a:pt x="108721" y="132164"/>
                    <a:pt x="120885" y="129029"/>
                    <a:pt x="131228" y="123481"/>
                  </a:cubicBezTo>
                  <a:cubicBezTo>
                    <a:pt x="154445" y="111118"/>
                    <a:pt x="167049" y="84807"/>
                    <a:pt x="161736" y="58972"/>
                  </a:cubicBezTo>
                  <a:cubicBezTo>
                    <a:pt x="159828" y="49530"/>
                    <a:pt x="155336" y="40133"/>
                    <a:pt x="149160" y="32387"/>
                  </a:cubicBezTo>
                  <a:lnTo>
                    <a:pt x="149160" y="32387"/>
                  </a:lnTo>
                  <a:cubicBezTo>
                    <a:pt x="149946" y="30577"/>
                    <a:pt x="150626" y="28729"/>
                    <a:pt x="151199" y="26872"/>
                  </a:cubicBezTo>
                  <a:cubicBezTo>
                    <a:pt x="153101" y="21090"/>
                    <a:pt x="154287" y="13324"/>
                    <a:pt x="150324" y="8093"/>
                  </a:cubicBezTo>
                  <a:cubicBezTo>
                    <a:pt x="148133" y="5222"/>
                    <a:pt x="144897" y="4241"/>
                    <a:pt x="141467" y="4241"/>
                  </a:cubicBezTo>
                  <a:cubicBezTo>
                    <a:pt x="137831" y="4241"/>
                    <a:pt x="133975" y="5344"/>
                    <a:pt x="130915" y="6466"/>
                  </a:cubicBezTo>
                  <a:lnTo>
                    <a:pt x="130915" y="6466"/>
                  </a:lnTo>
                  <a:cubicBezTo>
                    <a:pt x="130158" y="6007"/>
                    <a:pt x="129388" y="5571"/>
                    <a:pt x="128610" y="5158"/>
                  </a:cubicBezTo>
                  <a:cubicBezTo>
                    <a:pt x="122283" y="1804"/>
                    <a:pt x="115105" y="1"/>
                    <a:pt x="1079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" name="Google Shape;597;p40"/>
          <p:cNvSpPr txBox="1"/>
          <p:nvPr/>
        </p:nvSpPr>
        <p:spPr>
          <a:xfrm>
            <a:off x="2025269" y="2934354"/>
            <a:ext cx="4977573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indent="0"/>
            <a:r>
              <a:rPr lang="en-IN" dirty="0"/>
              <a:t>Limited Model Robustness</a:t>
            </a:r>
            <a:endParaRPr lang="en-IN" dirty="0"/>
          </a:p>
        </p:txBody>
      </p:sp>
      <p:sp>
        <p:nvSpPr>
          <p:cNvPr id="2" name="Google Shape;592;p40"/>
          <p:cNvSpPr txBox="1"/>
          <p:nvPr/>
        </p:nvSpPr>
        <p:spPr>
          <a:xfrm>
            <a:off x="1152969" y="3925217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r>
              <a:rPr lang="en-GB" dirty="0"/>
              <a:t>04</a:t>
            </a:r>
            <a:endParaRPr lang="en-GB" dirty="0"/>
          </a:p>
        </p:txBody>
      </p:sp>
      <p:sp>
        <p:nvSpPr>
          <p:cNvPr id="3" name="Google Shape;597;p40"/>
          <p:cNvSpPr txBox="1"/>
          <p:nvPr/>
        </p:nvSpPr>
        <p:spPr>
          <a:xfrm>
            <a:off x="2025269" y="3923168"/>
            <a:ext cx="4977573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indent="0"/>
            <a:r>
              <a:rPr lang="en-IN" dirty="0"/>
              <a:t>Lack of Practical Features</a:t>
            </a:r>
            <a:endParaRPr lang="en-IN" dirty="0"/>
          </a:p>
        </p:txBody>
      </p:sp>
      <p:sp>
        <p:nvSpPr>
          <p:cNvPr id="6" name="Google Shape;587;p40"/>
          <p:cNvSpPr txBox="1"/>
          <p:nvPr/>
        </p:nvSpPr>
        <p:spPr>
          <a:xfrm>
            <a:off x="1646700" y="2236634"/>
            <a:ext cx="6850526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Prediction accuracy relies on ASR quality. </a:t>
            </a: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Transcription errors affect classification.</a:t>
            </a:r>
            <a:endParaRPr lang="en-IN" dirty="0"/>
          </a:p>
        </p:txBody>
      </p:sp>
      <p:sp>
        <p:nvSpPr>
          <p:cNvPr id="8" name="Google Shape;587;p40"/>
          <p:cNvSpPr txBox="1"/>
          <p:nvPr/>
        </p:nvSpPr>
        <p:spPr>
          <a:xfrm>
            <a:off x="1594091" y="3287568"/>
            <a:ext cx="6850526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Prompt engineering is required for good performance. </a:t>
            </a: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Reduces consistency across different datasets.</a:t>
            </a:r>
            <a:endParaRPr lang="en-IN" dirty="0"/>
          </a:p>
        </p:txBody>
      </p:sp>
      <p:sp>
        <p:nvSpPr>
          <p:cNvPr id="10" name="Google Shape;587;p40"/>
          <p:cNvSpPr txBox="1"/>
          <p:nvPr/>
        </p:nvSpPr>
        <p:spPr>
          <a:xfrm>
            <a:off x="1646700" y="4279585"/>
            <a:ext cx="6850526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Most studies compare only one model. </a:t>
            </a: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Limited explainability and user-friendly reporting.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1"/>
          <p:cNvSpPr txBox="1">
            <a:spLocks noGrp="1"/>
          </p:cNvSpPr>
          <p:nvPr>
            <p:ph type="title"/>
          </p:nvPr>
        </p:nvSpPr>
        <p:spPr>
          <a:xfrm>
            <a:off x="379961" y="245816"/>
            <a:ext cx="5106370" cy="7768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400" dirty="0"/>
              <a:t>Innovation &amp; Novelty</a:t>
            </a:r>
            <a:endParaRPr sz="3400" dirty="0"/>
          </a:p>
        </p:txBody>
      </p:sp>
      <p:sp>
        <p:nvSpPr>
          <p:cNvPr id="612" name="Google Shape;612;p41"/>
          <p:cNvSpPr txBox="1">
            <a:spLocks noGrp="1"/>
          </p:cNvSpPr>
          <p:nvPr>
            <p:ph type="subTitle" idx="1"/>
          </p:nvPr>
        </p:nvSpPr>
        <p:spPr>
          <a:xfrm>
            <a:off x="-62068" y="1129159"/>
            <a:ext cx="5557289" cy="5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NLP-based early Alzheimer's screening using speech transcripts. </a:t>
            </a: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Comparative analysis of </a:t>
            </a:r>
            <a:r>
              <a:rPr lang="en-IN" sz="1600" b="1" dirty="0"/>
              <a:t>DeBERTa-v3 + Attention</a:t>
            </a:r>
            <a:r>
              <a:rPr lang="en-IN" sz="1600" dirty="0"/>
              <a:t>. </a:t>
            </a: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AI-powered chatbot for prediction explanation. </a:t>
            </a: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Automatic report generation with confidence scores and linguistic insights. </a:t>
            </a: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End-to-end web application with analysis history and downloadable PDF reports. </a:t>
            </a:r>
            <a:endParaRPr lang="en-IN" sz="1600" dirty="0"/>
          </a:p>
        </p:txBody>
      </p:sp>
      <p:sp>
        <p:nvSpPr>
          <p:cNvPr id="613" name="Google Shape;613;p41"/>
          <p:cNvSpPr/>
          <p:nvPr/>
        </p:nvSpPr>
        <p:spPr>
          <a:xfrm>
            <a:off x="5572050" y="1043300"/>
            <a:ext cx="2904600" cy="41712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14" name="Google Shape;614;p41"/>
          <p:cNvGrpSpPr/>
          <p:nvPr/>
        </p:nvGrpSpPr>
        <p:grpSpPr>
          <a:xfrm>
            <a:off x="5953157" y="617876"/>
            <a:ext cx="1930974" cy="4417649"/>
            <a:chOff x="5953157" y="617876"/>
            <a:chExt cx="1930974" cy="4417649"/>
          </a:xfrm>
        </p:grpSpPr>
        <p:grpSp>
          <p:nvGrpSpPr>
            <p:cNvPr id="615" name="Google Shape;615;p41"/>
            <p:cNvGrpSpPr/>
            <p:nvPr/>
          </p:nvGrpSpPr>
          <p:grpSpPr>
            <a:xfrm flipH="1">
              <a:off x="6464103" y="4583729"/>
              <a:ext cx="1033267" cy="312112"/>
              <a:chOff x="2429832" y="5184850"/>
              <a:chExt cx="826217" cy="249550"/>
            </a:xfrm>
          </p:grpSpPr>
          <p:sp>
            <p:nvSpPr>
              <p:cNvPr id="616" name="Google Shape;616;p41"/>
              <p:cNvSpPr/>
              <p:nvPr/>
            </p:nvSpPr>
            <p:spPr>
              <a:xfrm>
                <a:off x="2865749" y="5184850"/>
                <a:ext cx="213300" cy="182825"/>
              </a:xfrm>
              <a:custGeom>
                <a:avLst/>
                <a:gdLst/>
                <a:ahLst/>
                <a:cxnLst/>
                <a:rect l="l" t="t" r="r" b="b"/>
                <a:pathLst>
                  <a:path w="8532" h="7313" extrusionOk="0">
                    <a:moveTo>
                      <a:pt x="4492" y="1"/>
                    </a:moveTo>
                    <a:cubicBezTo>
                      <a:pt x="3730" y="80"/>
                      <a:pt x="3047" y="153"/>
                      <a:pt x="2286" y="305"/>
                    </a:cubicBezTo>
                    <a:cubicBezTo>
                      <a:pt x="1829" y="458"/>
                      <a:pt x="1372" y="689"/>
                      <a:pt x="1067" y="1146"/>
                    </a:cubicBezTo>
                    <a:cubicBezTo>
                      <a:pt x="683" y="1676"/>
                      <a:pt x="683" y="2365"/>
                      <a:pt x="683" y="3047"/>
                    </a:cubicBezTo>
                    <a:cubicBezTo>
                      <a:pt x="683" y="3504"/>
                      <a:pt x="683" y="3961"/>
                      <a:pt x="610" y="4418"/>
                    </a:cubicBezTo>
                    <a:cubicBezTo>
                      <a:pt x="610" y="4650"/>
                      <a:pt x="531" y="4875"/>
                      <a:pt x="531" y="5180"/>
                    </a:cubicBezTo>
                    <a:cubicBezTo>
                      <a:pt x="458" y="5411"/>
                      <a:pt x="1" y="6551"/>
                      <a:pt x="226" y="6703"/>
                    </a:cubicBezTo>
                    <a:lnTo>
                      <a:pt x="458" y="6703"/>
                    </a:lnTo>
                    <a:cubicBezTo>
                      <a:pt x="1597" y="6782"/>
                      <a:pt x="2590" y="7008"/>
                      <a:pt x="3730" y="7160"/>
                    </a:cubicBezTo>
                    <a:cubicBezTo>
                      <a:pt x="4948" y="7312"/>
                      <a:pt x="6167" y="7312"/>
                      <a:pt x="7386" y="7312"/>
                    </a:cubicBezTo>
                    <a:cubicBezTo>
                      <a:pt x="7690" y="7312"/>
                      <a:pt x="8074" y="7239"/>
                      <a:pt x="8226" y="6935"/>
                    </a:cubicBezTo>
                    <a:cubicBezTo>
                      <a:pt x="8531" y="6398"/>
                      <a:pt x="7922" y="6173"/>
                      <a:pt x="7617" y="5941"/>
                    </a:cubicBezTo>
                    <a:cubicBezTo>
                      <a:pt x="6776" y="5411"/>
                      <a:pt x="6399" y="4345"/>
                      <a:pt x="6167" y="3431"/>
                    </a:cubicBezTo>
                    <a:cubicBezTo>
                      <a:pt x="5942" y="2669"/>
                      <a:pt x="6094" y="537"/>
                      <a:pt x="5332" y="153"/>
                    </a:cubicBezTo>
                    <a:cubicBezTo>
                      <a:pt x="5101" y="1"/>
                      <a:pt x="4796" y="1"/>
                      <a:pt x="4492" y="1"/>
                    </a:cubicBezTo>
                    <a:close/>
                  </a:path>
                </a:pathLst>
              </a:custGeom>
              <a:solidFill>
                <a:srgbClr val="DE8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7" name="Google Shape;617;p41"/>
              <p:cNvSpPr/>
              <p:nvPr/>
            </p:nvSpPr>
            <p:spPr>
              <a:xfrm>
                <a:off x="2846724" y="5296600"/>
                <a:ext cx="409325" cy="137800"/>
              </a:xfrm>
              <a:custGeom>
                <a:avLst/>
                <a:gdLst/>
                <a:ahLst/>
                <a:cxnLst/>
                <a:rect l="l" t="t" r="r" b="b"/>
                <a:pathLst>
                  <a:path w="16373" h="5512" extrusionOk="0">
                    <a:moveTo>
                      <a:pt x="7576" y="0"/>
                    </a:moveTo>
                    <a:cubicBezTo>
                      <a:pt x="7425" y="0"/>
                      <a:pt x="7286" y="37"/>
                      <a:pt x="7160" y="100"/>
                    </a:cubicBezTo>
                    <a:cubicBezTo>
                      <a:pt x="6855" y="332"/>
                      <a:pt x="6703" y="637"/>
                      <a:pt x="6703" y="1014"/>
                    </a:cubicBezTo>
                    <a:cubicBezTo>
                      <a:pt x="6703" y="1624"/>
                      <a:pt x="7007" y="2081"/>
                      <a:pt x="7312" y="2538"/>
                    </a:cubicBezTo>
                    <a:cubicBezTo>
                      <a:pt x="5405" y="2081"/>
                      <a:pt x="3425" y="1551"/>
                      <a:pt x="1524" y="1094"/>
                    </a:cubicBezTo>
                    <a:cubicBezTo>
                      <a:pt x="1292" y="1094"/>
                      <a:pt x="1140" y="1094"/>
                      <a:pt x="987" y="1167"/>
                    </a:cubicBezTo>
                    <a:cubicBezTo>
                      <a:pt x="305" y="1551"/>
                      <a:pt x="73" y="2922"/>
                      <a:pt x="0" y="3531"/>
                    </a:cubicBezTo>
                    <a:lnTo>
                      <a:pt x="0" y="3988"/>
                    </a:lnTo>
                    <a:cubicBezTo>
                      <a:pt x="73" y="4140"/>
                      <a:pt x="73" y="4213"/>
                      <a:pt x="153" y="4366"/>
                    </a:cubicBezTo>
                    <a:cubicBezTo>
                      <a:pt x="226" y="4518"/>
                      <a:pt x="226" y="4670"/>
                      <a:pt x="226" y="4823"/>
                    </a:cubicBezTo>
                    <a:cubicBezTo>
                      <a:pt x="226" y="5054"/>
                      <a:pt x="226" y="5359"/>
                      <a:pt x="305" y="5511"/>
                    </a:cubicBezTo>
                    <a:lnTo>
                      <a:pt x="3199" y="5511"/>
                    </a:lnTo>
                    <a:lnTo>
                      <a:pt x="3351" y="5359"/>
                    </a:lnTo>
                    <a:cubicBezTo>
                      <a:pt x="3485" y="5221"/>
                      <a:pt x="3675" y="5193"/>
                      <a:pt x="3886" y="5193"/>
                    </a:cubicBezTo>
                    <a:cubicBezTo>
                      <a:pt x="4031" y="5193"/>
                      <a:pt x="4185" y="5206"/>
                      <a:pt x="4339" y="5206"/>
                    </a:cubicBezTo>
                    <a:cubicBezTo>
                      <a:pt x="5100" y="5359"/>
                      <a:pt x="5862" y="5432"/>
                      <a:pt x="6623" y="5511"/>
                    </a:cubicBezTo>
                    <a:lnTo>
                      <a:pt x="16299" y="5511"/>
                    </a:lnTo>
                    <a:cubicBezTo>
                      <a:pt x="16372" y="5280"/>
                      <a:pt x="16372" y="5054"/>
                      <a:pt x="16299" y="4823"/>
                    </a:cubicBezTo>
                    <a:cubicBezTo>
                      <a:pt x="16220" y="4518"/>
                      <a:pt x="15994" y="4366"/>
                      <a:pt x="15763" y="4213"/>
                    </a:cubicBezTo>
                    <a:cubicBezTo>
                      <a:pt x="14319" y="3379"/>
                      <a:pt x="12716" y="3147"/>
                      <a:pt x="11272" y="2312"/>
                    </a:cubicBezTo>
                    <a:cubicBezTo>
                      <a:pt x="10206" y="1776"/>
                      <a:pt x="9292" y="862"/>
                      <a:pt x="8299" y="253"/>
                    </a:cubicBezTo>
                    <a:cubicBezTo>
                      <a:pt x="8031" y="74"/>
                      <a:pt x="7791" y="0"/>
                      <a:pt x="75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8" name="Google Shape;618;p41"/>
              <p:cNvSpPr/>
              <p:nvPr/>
            </p:nvSpPr>
            <p:spPr>
              <a:xfrm>
                <a:off x="2608807" y="5184850"/>
                <a:ext cx="213275" cy="182825"/>
              </a:xfrm>
              <a:custGeom>
                <a:avLst/>
                <a:gdLst/>
                <a:ahLst/>
                <a:cxnLst/>
                <a:rect l="l" t="t" r="r" b="b"/>
                <a:pathLst>
                  <a:path w="8531" h="7313" extrusionOk="0">
                    <a:moveTo>
                      <a:pt x="4034" y="1"/>
                    </a:moveTo>
                    <a:cubicBezTo>
                      <a:pt x="3730" y="1"/>
                      <a:pt x="3425" y="1"/>
                      <a:pt x="3200" y="153"/>
                    </a:cubicBezTo>
                    <a:cubicBezTo>
                      <a:pt x="2359" y="537"/>
                      <a:pt x="2511" y="2669"/>
                      <a:pt x="2359" y="3431"/>
                    </a:cubicBezTo>
                    <a:cubicBezTo>
                      <a:pt x="2133" y="4345"/>
                      <a:pt x="1676" y="5411"/>
                      <a:pt x="915" y="5941"/>
                    </a:cubicBezTo>
                    <a:cubicBezTo>
                      <a:pt x="531" y="6173"/>
                      <a:pt x="1" y="6398"/>
                      <a:pt x="305" y="6935"/>
                    </a:cubicBezTo>
                    <a:cubicBezTo>
                      <a:pt x="458" y="7239"/>
                      <a:pt x="836" y="7312"/>
                      <a:pt x="1140" y="7312"/>
                    </a:cubicBezTo>
                    <a:cubicBezTo>
                      <a:pt x="2359" y="7312"/>
                      <a:pt x="3577" y="7312"/>
                      <a:pt x="4723" y="7160"/>
                    </a:cubicBezTo>
                    <a:cubicBezTo>
                      <a:pt x="5862" y="7008"/>
                      <a:pt x="6928" y="6782"/>
                      <a:pt x="8074" y="6703"/>
                    </a:cubicBezTo>
                    <a:lnTo>
                      <a:pt x="8226" y="6703"/>
                    </a:lnTo>
                    <a:cubicBezTo>
                      <a:pt x="8531" y="6551"/>
                      <a:pt x="7995" y="5411"/>
                      <a:pt x="7995" y="5180"/>
                    </a:cubicBezTo>
                    <a:cubicBezTo>
                      <a:pt x="7922" y="4875"/>
                      <a:pt x="7922" y="4650"/>
                      <a:pt x="7842" y="4418"/>
                    </a:cubicBezTo>
                    <a:lnTo>
                      <a:pt x="7842" y="3047"/>
                    </a:lnTo>
                    <a:cubicBezTo>
                      <a:pt x="7842" y="2365"/>
                      <a:pt x="7842" y="1676"/>
                      <a:pt x="7465" y="1146"/>
                    </a:cubicBezTo>
                    <a:cubicBezTo>
                      <a:pt x="7160" y="689"/>
                      <a:pt x="6624" y="458"/>
                      <a:pt x="6167" y="305"/>
                    </a:cubicBezTo>
                    <a:cubicBezTo>
                      <a:pt x="5484" y="153"/>
                      <a:pt x="4723" y="80"/>
                      <a:pt x="4034" y="1"/>
                    </a:cubicBezTo>
                    <a:close/>
                  </a:path>
                </a:pathLst>
              </a:custGeom>
              <a:solidFill>
                <a:srgbClr val="DE8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9" name="Google Shape;619;p41"/>
              <p:cNvSpPr/>
              <p:nvPr/>
            </p:nvSpPr>
            <p:spPr>
              <a:xfrm>
                <a:off x="2429832" y="5296600"/>
                <a:ext cx="411300" cy="137800"/>
              </a:xfrm>
              <a:custGeom>
                <a:avLst/>
                <a:gdLst/>
                <a:ahLst/>
                <a:cxnLst/>
                <a:rect l="l" t="t" r="r" b="b"/>
                <a:pathLst>
                  <a:path w="16452" h="5512" extrusionOk="0">
                    <a:moveTo>
                      <a:pt x="8851" y="0"/>
                    </a:moveTo>
                    <a:cubicBezTo>
                      <a:pt x="8622" y="0"/>
                      <a:pt x="8372" y="74"/>
                      <a:pt x="8147" y="253"/>
                    </a:cubicBezTo>
                    <a:cubicBezTo>
                      <a:pt x="7081" y="862"/>
                      <a:pt x="6167" y="1776"/>
                      <a:pt x="5100" y="2312"/>
                    </a:cubicBezTo>
                    <a:cubicBezTo>
                      <a:pt x="3729" y="3147"/>
                      <a:pt x="2054" y="3379"/>
                      <a:pt x="683" y="4213"/>
                    </a:cubicBezTo>
                    <a:cubicBezTo>
                      <a:pt x="457" y="4366"/>
                      <a:pt x="226" y="4518"/>
                      <a:pt x="153" y="4823"/>
                    </a:cubicBezTo>
                    <a:cubicBezTo>
                      <a:pt x="1" y="5054"/>
                      <a:pt x="1" y="5280"/>
                      <a:pt x="153" y="5511"/>
                    </a:cubicBezTo>
                    <a:lnTo>
                      <a:pt x="9749" y="5511"/>
                    </a:lnTo>
                    <a:cubicBezTo>
                      <a:pt x="10511" y="5432"/>
                      <a:pt x="11346" y="5359"/>
                      <a:pt x="12107" y="5206"/>
                    </a:cubicBezTo>
                    <a:cubicBezTo>
                      <a:pt x="12231" y="5206"/>
                      <a:pt x="12368" y="5193"/>
                      <a:pt x="12507" y="5193"/>
                    </a:cubicBezTo>
                    <a:cubicBezTo>
                      <a:pt x="12711" y="5193"/>
                      <a:pt x="12920" y="5221"/>
                      <a:pt x="13100" y="5359"/>
                    </a:cubicBezTo>
                    <a:cubicBezTo>
                      <a:pt x="13174" y="5432"/>
                      <a:pt x="13174" y="5511"/>
                      <a:pt x="13253" y="5511"/>
                    </a:cubicBezTo>
                    <a:lnTo>
                      <a:pt x="16147" y="5511"/>
                    </a:lnTo>
                    <a:cubicBezTo>
                      <a:pt x="16220" y="5359"/>
                      <a:pt x="16220" y="5054"/>
                      <a:pt x="16220" y="4823"/>
                    </a:cubicBezTo>
                    <a:lnTo>
                      <a:pt x="16220" y="4366"/>
                    </a:lnTo>
                    <a:cubicBezTo>
                      <a:pt x="16299" y="4213"/>
                      <a:pt x="16372" y="4140"/>
                      <a:pt x="16372" y="3988"/>
                    </a:cubicBezTo>
                    <a:cubicBezTo>
                      <a:pt x="16452" y="3835"/>
                      <a:pt x="16452" y="3683"/>
                      <a:pt x="16452" y="3531"/>
                    </a:cubicBezTo>
                    <a:cubicBezTo>
                      <a:pt x="16372" y="2922"/>
                      <a:pt x="16068" y="1551"/>
                      <a:pt x="15458" y="1167"/>
                    </a:cubicBezTo>
                    <a:cubicBezTo>
                      <a:pt x="15306" y="1094"/>
                      <a:pt x="15081" y="1094"/>
                      <a:pt x="14928" y="1094"/>
                    </a:cubicBezTo>
                    <a:cubicBezTo>
                      <a:pt x="12948" y="1551"/>
                      <a:pt x="11041" y="2081"/>
                      <a:pt x="9061" y="2538"/>
                    </a:cubicBezTo>
                    <a:cubicBezTo>
                      <a:pt x="9445" y="2081"/>
                      <a:pt x="9670" y="1624"/>
                      <a:pt x="9670" y="1014"/>
                    </a:cubicBezTo>
                    <a:cubicBezTo>
                      <a:pt x="9670" y="637"/>
                      <a:pt x="9518" y="332"/>
                      <a:pt x="9292" y="100"/>
                    </a:cubicBezTo>
                    <a:cubicBezTo>
                      <a:pt x="9166" y="37"/>
                      <a:pt x="9014" y="0"/>
                      <a:pt x="88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20" name="Google Shape;620;p41"/>
            <p:cNvSpPr/>
            <p:nvPr/>
          </p:nvSpPr>
          <p:spPr>
            <a:xfrm>
              <a:off x="7585659" y="3247807"/>
              <a:ext cx="90792" cy="193275"/>
            </a:xfrm>
            <a:custGeom>
              <a:avLst/>
              <a:gdLst/>
              <a:ahLst/>
              <a:cxnLst/>
              <a:rect l="l" t="t" r="r" b="b"/>
              <a:pathLst>
                <a:path w="3681" h="7836" extrusionOk="0">
                  <a:moveTo>
                    <a:pt x="2850" y="0"/>
                  </a:moveTo>
                  <a:cubicBezTo>
                    <a:pt x="2256" y="1900"/>
                    <a:pt x="1962" y="2313"/>
                    <a:pt x="1781" y="2968"/>
                  </a:cubicBezTo>
                  <a:cubicBezTo>
                    <a:pt x="1605" y="3681"/>
                    <a:pt x="1306" y="4274"/>
                    <a:pt x="1187" y="4749"/>
                  </a:cubicBezTo>
                  <a:cubicBezTo>
                    <a:pt x="1130" y="5162"/>
                    <a:pt x="0" y="6649"/>
                    <a:pt x="0" y="7005"/>
                  </a:cubicBezTo>
                  <a:cubicBezTo>
                    <a:pt x="0" y="7181"/>
                    <a:pt x="62" y="7361"/>
                    <a:pt x="181" y="7537"/>
                  </a:cubicBezTo>
                  <a:cubicBezTo>
                    <a:pt x="238" y="7656"/>
                    <a:pt x="299" y="7717"/>
                    <a:pt x="418" y="7774"/>
                  </a:cubicBezTo>
                  <a:cubicBezTo>
                    <a:pt x="537" y="7836"/>
                    <a:pt x="656" y="7836"/>
                    <a:pt x="774" y="7836"/>
                  </a:cubicBezTo>
                  <a:lnTo>
                    <a:pt x="1069" y="7836"/>
                  </a:lnTo>
                  <a:lnTo>
                    <a:pt x="1130" y="7774"/>
                  </a:lnTo>
                  <a:lnTo>
                    <a:pt x="1187" y="7774"/>
                  </a:lnTo>
                  <a:lnTo>
                    <a:pt x="1187" y="7717"/>
                  </a:lnTo>
                  <a:cubicBezTo>
                    <a:pt x="1306" y="7717"/>
                    <a:pt x="1368" y="7656"/>
                    <a:pt x="1425" y="7599"/>
                  </a:cubicBezTo>
                  <a:lnTo>
                    <a:pt x="1605" y="7418"/>
                  </a:lnTo>
                  <a:cubicBezTo>
                    <a:pt x="1605" y="7418"/>
                    <a:pt x="1662" y="7418"/>
                    <a:pt x="1662" y="7361"/>
                  </a:cubicBezTo>
                  <a:cubicBezTo>
                    <a:pt x="1662" y="7361"/>
                    <a:pt x="1724" y="7361"/>
                    <a:pt x="1724" y="7299"/>
                  </a:cubicBezTo>
                  <a:cubicBezTo>
                    <a:pt x="1724" y="7242"/>
                    <a:pt x="1781" y="7181"/>
                    <a:pt x="1781" y="7181"/>
                  </a:cubicBezTo>
                  <a:cubicBezTo>
                    <a:pt x="1843" y="7124"/>
                    <a:pt x="1843" y="7005"/>
                    <a:pt x="1900" y="6943"/>
                  </a:cubicBezTo>
                  <a:cubicBezTo>
                    <a:pt x="1900" y="6886"/>
                    <a:pt x="1962" y="6824"/>
                    <a:pt x="2019" y="6706"/>
                  </a:cubicBezTo>
                  <a:cubicBezTo>
                    <a:pt x="2019" y="6649"/>
                    <a:pt x="2080" y="6587"/>
                    <a:pt x="2137" y="6530"/>
                  </a:cubicBezTo>
                  <a:lnTo>
                    <a:pt x="2137" y="6468"/>
                  </a:lnTo>
                  <a:cubicBezTo>
                    <a:pt x="2375" y="5993"/>
                    <a:pt x="2612" y="5580"/>
                    <a:pt x="2793" y="5162"/>
                  </a:cubicBezTo>
                  <a:cubicBezTo>
                    <a:pt x="2793" y="5105"/>
                    <a:pt x="2850" y="4987"/>
                    <a:pt x="2911" y="4987"/>
                  </a:cubicBezTo>
                  <a:cubicBezTo>
                    <a:pt x="2911" y="4925"/>
                    <a:pt x="2911" y="4925"/>
                    <a:pt x="2968" y="4868"/>
                  </a:cubicBezTo>
                  <a:cubicBezTo>
                    <a:pt x="3030" y="4749"/>
                    <a:pt x="3087" y="4687"/>
                    <a:pt x="3087" y="4569"/>
                  </a:cubicBezTo>
                  <a:cubicBezTo>
                    <a:pt x="3149" y="4450"/>
                    <a:pt x="3206" y="4331"/>
                    <a:pt x="3206" y="4213"/>
                  </a:cubicBezTo>
                  <a:cubicBezTo>
                    <a:pt x="3268" y="4094"/>
                    <a:pt x="3325" y="3918"/>
                    <a:pt x="3386" y="3799"/>
                  </a:cubicBezTo>
                  <a:cubicBezTo>
                    <a:pt x="3386" y="3738"/>
                    <a:pt x="3562" y="3619"/>
                    <a:pt x="3562" y="3619"/>
                  </a:cubicBezTo>
                  <a:cubicBezTo>
                    <a:pt x="3562" y="3619"/>
                    <a:pt x="3624" y="3562"/>
                    <a:pt x="3681" y="3562"/>
                  </a:cubicBezTo>
                  <a:lnTo>
                    <a:pt x="3681" y="0"/>
                  </a:lnTo>
                  <a:close/>
                </a:path>
              </a:pathLst>
            </a:custGeom>
            <a:solidFill>
              <a:srgbClr val="FAAB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7585659" y="3363412"/>
              <a:ext cx="32237" cy="58579"/>
            </a:xfrm>
            <a:custGeom>
              <a:avLst/>
              <a:gdLst/>
              <a:ahLst/>
              <a:cxnLst/>
              <a:rect l="l" t="t" r="r" b="b"/>
              <a:pathLst>
                <a:path w="1307" h="2375" extrusionOk="0">
                  <a:moveTo>
                    <a:pt x="1249" y="0"/>
                  </a:moveTo>
                  <a:cubicBezTo>
                    <a:pt x="1187" y="0"/>
                    <a:pt x="1187" y="0"/>
                    <a:pt x="1187" y="62"/>
                  </a:cubicBezTo>
                  <a:cubicBezTo>
                    <a:pt x="1130" y="475"/>
                    <a:pt x="0" y="1962"/>
                    <a:pt x="0" y="2318"/>
                  </a:cubicBezTo>
                  <a:lnTo>
                    <a:pt x="0" y="2375"/>
                  </a:lnTo>
                  <a:cubicBezTo>
                    <a:pt x="1249" y="1544"/>
                    <a:pt x="1306" y="537"/>
                    <a:pt x="1249" y="0"/>
                  </a:cubicBezTo>
                  <a:close/>
                </a:path>
              </a:pathLst>
            </a:custGeom>
            <a:solidFill>
              <a:srgbClr val="F5D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7601815" y="3296052"/>
              <a:ext cx="74636" cy="145030"/>
            </a:xfrm>
            <a:custGeom>
              <a:avLst/>
              <a:gdLst/>
              <a:ahLst/>
              <a:cxnLst/>
              <a:rect l="l" t="t" r="r" b="b"/>
              <a:pathLst>
                <a:path w="3026" h="5880" extrusionOk="0">
                  <a:moveTo>
                    <a:pt x="3026" y="1"/>
                  </a:moveTo>
                  <a:lnTo>
                    <a:pt x="2907" y="119"/>
                  </a:lnTo>
                  <a:cubicBezTo>
                    <a:pt x="2731" y="476"/>
                    <a:pt x="2551" y="832"/>
                    <a:pt x="2551" y="1188"/>
                  </a:cubicBezTo>
                  <a:cubicBezTo>
                    <a:pt x="2551" y="2257"/>
                    <a:pt x="2313" y="2375"/>
                    <a:pt x="1838" y="3562"/>
                  </a:cubicBezTo>
                  <a:cubicBezTo>
                    <a:pt x="1245" y="5106"/>
                    <a:pt x="414" y="5643"/>
                    <a:pt x="1" y="5880"/>
                  </a:cubicBezTo>
                  <a:lnTo>
                    <a:pt x="414" y="5880"/>
                  </a:lnTo>
                  <a:lnTo>
                    <a:pt x="475" y="5818"/>
                  </a:lnTo>
                  <a:lnTo>
                    <a:pt x="532" y="5818"/>
                  </a:lnTo>
                  <a:lnTo>
                    <a:pt x="532" y="5761"/>
                  </a:lnTo>
                  <a:cubicBezTo>
                    <a:pt x="651" y="5761"/>
                    <a:pt x="713" y="5700"/>
                    <a:pt x="770" y="5643"/>
                  </a:cubicBezTo>
                  <a:lnTo>
                    <a:pt x="950" y="5462"/>
                  </a:lnTo>
                  <a:cubicBezTo>
                    <a:pt x="950" y="5462"/>
                    <a:pt x="1007" y="5462"/>
                    <a:pt x="1007" y="5405"/>
                  </a:cubicBezTo>
                  <a:cubicBezTo>
                    <a:pt x="1007" y="5405"/>
                    <a:pt x="1069" y="5405"/>
                    <a:pt x="1069" y="5343"/>
                  </a:cubicBezTo>
                  <a:cubicBezTo>
                    <a:pt x="1069" y="5286"/>
                    <a:pt x="1126" y="5225"/>
                    <a:pt x="1126" y="5225"/>
                  </a:cubicBezTo>
                  <a:lnTo>
                    <a:pt x="1126" y="5168"/>
                  </a:lnTo>
                  <a:cubicBezTo>
                    <a:pt x="1245" y="4930"/>
                    <a:pt x="1425" y="4693"/>
                    <a:pt x="1482" y="4512"/>
                  </a:cubicBezTo>
                  <a:cubicBezTo>
                    <a:pt x="1720" y="4037"/>
                    <a:pt x="1957" y="3624"/>
                    <a:pt x="2138" y="3206"/>
                  </a:cubicBezTo>
                  <a:cubicBezTo>
                    <a:pt x="2138" y="3149"/>
                    <a:pt x="2195" y="3031"/>
                    <a:pt x="2256" y="3031"/>
                  </a:cubicBezTo>
                  <a:cubicBezTo>
                    <a:pt x="2256" y="2969"/>
                    <a:pt x="2256" y="2969"/>
                    <a:pt x="2313" y="2912"/>
                  </a:cubicBezTo>
                  <a:cubicBezTo>
                    <a:pt x="2375" y="2793"/>
                    <a:pt x="2432" y="2731"/>
                    <a:pt x="2432" y="2613"/>
                  </a:cubicBezTo>
                  <a:cubicBezTo>
                    <a:pt x="2494" y="2494"/>
                    <a:pt x="2551" y="2375"/>
                    <a:pt x="2551" y="2257"/>
                  </a:cubicBezTo>
                  <a:cubicBezTo>
                    <a:pt x="2613" y="2138"/>
                    <a:pt x="2670" y="1962"/>
                    <a:pt x="2731" y="1843"/>
                  </a:cubicBezTo>
                  <a:cubicBezTo>
                    <a:pt x="2731" y="1843"/>
                    <a:pt x="2788" y="1725"/>
                    <a:pt x="2850" y="1663"/>
                  </a:cubicBezTo>
                  <a:lnTo>
                    <a:pt x="2907" y="1663"/>
                  </a:lnTo>
                  <a:cubicBezTo>
                    <a:pt x="2907" y="1663"/>
                    <a:pt x="2969" y="1606"/>
                    <a:pt x="3026" y="1606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6470225" y="2729475"/>
              <a:ext cx="1002457" cy="1972213"/>
            </a:xfrm>
            <a:custGeom>
              <a:avLst/>
              <a:gdLst/>
              <a:ahLst/>
              <a:cxnLst/>
              <a:rect l="l" t="t" r="r" b="b"/>
              <a:pathLst>
                <a:path w="45530" h="79960" extrusionOk="0">
                  <a:moveTo>
                    <a:pt x="4987" y="1"/>
                  </a:moveTo>
                  <a:cubicBezTo>
                    <a:pt x="4156" y="5581"/>
                    <a:pt x="475" y="5519"/>
                    <a:pt x="176" y="11099"/>
                  </a:cubicBezTo>
                  <a:cubicBezTo>
                    <a:pt x="57" y="13654"/>
                    <a:pt x="0" y="25527"/>
                    <a:pt x="1306" y="41374"/>
                  </a:cubicBezTo>
                  <a:cubicBezTo>
                    <a:pt x="2669" y="58295"/>
                    <a:pt x="8724" y="79960"/>
                    <a:pt x="8487" y="79960"/>
                  </a:cubicBezTo>
                  <a:lnTo>
                    <a:pt x="21252" y="79960"/>
                  </a:lnTo>
                  <a:cubicBezTo>
                    <a:pt x="21608" y="74204"/>
                    <a:pt x="22259" y="39356"/>
                    <a:pt x="22378" y="34906"/>
                  </a:cubicBezTo>
                  <a:cubicBezTo>
                    <a:pt x="22496" y="33182"/>
                    <a:pt x="22615" y="22734"/>
                    <a:pt x="22734" y="17928"/>
                  </a:cubicBezTo>
                  <a:cubicBezTo>
                    <a:pt x="22914" y="22734"/>
                    <a:pt x="23033" y="33182"/>
                    <a:pt x="23152" y="34906"/>
                  </a:cubicBezTo>
                  <a:cubicBezTo>
                    <a:pt x="23271" y="39356"/>
                    <a:pt x="23921" y="74204"/>
                    <a:pt x="24277" y="79960"/>
                  </a:cubicBezTo>
                  <a:lnTo>
                    <a:pt x="37043" y="79960"/>
                  </a:lnTo>
                  <a:cubicBezTo>
                    <a:pt x="36805" y="79960"/>
                    <a:pt x="42860" y="58295"/>
                    <a:pt x="44223" y="41374"/>
                  </a:cubicBezTo>
                  <a:cubicBezTo>
                    <a:pt x="45529" y="25527"/>
                    <a:pt x="45472" y="13654"/>
                    <a:pt x="45353" y="11099"/>
                  </a:cubicBezTo>
                  <a:cubicBezTo>
                    <a:pt x="45054" y="5519"/>
                    <a:pt x="41374" y="5581"/>
                    <a:pt x="40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7583489" y="3348218"/>
              <a:ext cx="300642" cy="1687308"/>
            </a:xfrm>
            <a:custGeom>
              <a:avLst/>
              <a:gdLst/>
              <a:ahLst/>
              <a:cxnLst/>
              <a:rect l="l" t="t" r="r" b="b"/>
              <a:pathLst>
                <a:path w="12189" h="68409" extrusionOk="0">
                  <a:moveTo>
                    <a:pt x="9173" y="1"/>
                  </a:moveTo>
                  <a:cubicBezTo>
                    <a:pt x="9034" y="1"/>
                    <a:pt x="8894" y="8"/>
                    <a:pt x="8755" y="23"/>
                  </a:cubicBezTo>
                  <a:cubicBezTo>
                    <a:pt x="7155" y="203"/>
                    <a:pt x="4600" y="973"/>
                    <a:pt x="3830" y="1329"/>
                  </a:cubicBezTo>
                  <a:cubicBezTo>
                    <a:pt x="3745" y="1365"/>
                    <a:pt x="3645" y="1381"/>
                    <a:pt x="3535" y="1381"/>
                  </a:cubicBezTo>
                  <a:cubicBezTo>
                    <a:pt x="2733" y="1381"/>
                    <a:pt x="1384" y="517"/>
                    <a:pt x="862" y="203"/>
                  </a:cubicBezTo>
                  <a:cubicBezTo>
                    <a:pt x="811" y="177"/>
                    <a:pt x="762" y="165"/>
                    <a:pt x="716" y="165"/>
                  </a:cubicBezTo>
                  <a:cubicBezTo>
                    <a:pt x="222" y="165"/>
                    <a:pt x="0" y="1524"/>
                    <a:pt x="326" y="2340"/>
                  </a:cubicBezTo>
                  <a:cubicBezTo>
                    <a:pt x="682" y="3228"/>
                    <a:pt x="2107" y="3585"/>
                    <a:pt x="2581" y="4240"/>
                  </a:cubicBezTo>
                  <a:cubicBezTo>
                    <a:pt x="2881" y="4596"/>
                    <a:pt x="2938" y="5365"/>
                    <a:pt x="2938" y="5840"/>
                  </a:cubicBezTo>
                  <a:lnTo>
                    <a:pt x="2938" y="6377"/>
                  </a:lnTo>
                  <a:lnTo>
                    <a:pt x="2938" y="6434"/>
                  </a:lnTo>
                  <a:lnTo>
                    <a:pt x="2938" y="40451"/>
                  </a:lnTo>
                  <a:lnTo>
                    <a:pt x="2999" y="40451"/>
                  </a:lnTo>
                  <a:lnTo>
                    <a:pt x="2999" y="68114"/>
                  </a:lnTo>
                  <a:cubicBezTo>
                    <a:pt x="2999" y="68114"/>
                    <a:pt x="2999" y="68233"/>
                    <a:pt x="3056" y="68290"/>
                  </a:cubicBezTo>
                  <a:cubicBezTo>
                    <a:pt x="3056" y="68290"/>
                    <a:pt x="3118" y="68352"/>
                    <a:pt x="3175" y="68352"/>
                  </a:cubicBezTo>
                  <a:cubicBezTo>
                    <a:pt x="3356" y="68409"/>
                    <a:pt x="3650" y="68409"/>
                    <a:pt x="3887" y="68409"/>
                  </a:cubicBezTo>
                  <a:cubicBezTo>
                    <a:pt x="4068" y="68409"/>
                    <a:pt x="4362" y="68409"/>
                    <a:pt x="4600" y="68352"/>
                  </a:cubicBezTo>
                  <a:cubicBezTo>
                    <a:pt x="4662" y="68352"/>
                    <a:pt x="4662" y="68290"/>
                    <a:pt x="4719" y="68290"/>
                  </a:cubicBezTo>
                  <a:cubicBezTo>
                    <a:pt x="4780" y="68233"/>
                    <a:pt x="4780" y="68114"/>
                    <a:pt x="4780" y="68114"/>
                  </a:cubicBezTo>
                  <a:lnTo>
                    <a:pt x="4780" y="40451"/>
                  </a:lnTo>
                  <a:lnTo>
                    <a:pt x="4780" y="38670"/>
                  </a:lnTo>
                  <a:lnTo>
                    <a:pt x="4780" y="5902"/>
                  </a:lnTo>
                  <a:cubicBezTo>
                    <a:pt x="4837" y="5190"/>
                    <a:pt x="5018" y="3884"/>
                    <a:pt x="5906" y="2991"/>
                  </a:cubicBezTo>
                  <a:cubicBezTo>
                    <a:pt x="6700" y="2160"/>
                    <a:pt x="7759" y="1883"/>
                    <a:pt x="8621" y="1883"/>
                  </a:cubicBezTo>
                  <a:cubicBezTo>
                    <a:pt x="9115" y="1883"/>
                    <a:pt x="9544" y="1973"/>
                    <a:pt x="9824" y="2103"/>
                  </a:cubicBezTo>
                  <a:cubicBezTo>
                    <a:pt x="10598" y="2459"/>
                    <a:pt x="10417" y="3585"/>
                    <a:pt x="10892" y="3822"/>
                  </a:cubicBezTo>
                  <a:cubicBezTo>
                    <a:pt x="11025" y="3906"/>
                    <a:pt x="11167" y="3961"/>
                    <a:pt x="11306" y="3961"/>
                  </a:cubicBezTo>
                  <a:cubicBezTo>
                    <a:pt x="11662" y="3961"/>
                    <a:pt x="11994" y="3594"/>
                    <a:pt x="12079" y="2397"/>
                  </a:cubicBezTo>
                  <a:cubicBezTo>
                    <a:pt x="12188" y="874"/>
                    <a:pt x="10702" y="1"/>
                    <a:pt x="9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7603221" y="2861257"/>
              <a:ext cx="235822" cy="616378"/>
            </a:xfrm>
            <a:custGeom>
              <a:avLst/>
              <a:gdLst/>
              <a:ahLst/>
              <a:cxnLst/>
              <a:rect l="l" t="t" r="r" b="b"/>
              <a:pathLst>
                <a:path w="9561" h="24990" extrusionOk="0">
                  <a:moveTo>
                    <a:pt x="6592" y="0"/>
                  </a:moveTo>
                  <a:lnTo>
                    <a:pt x="1" y="1069"/>
                  </a:lnTo>
                  <a:cubicBezTo>
                    <a:pt x="418" y="3500"/>
                    <a:pt x="1663" y="9736"/>
                    <a:pt x="1900" y="10686"/>
                  </a:cubicBezTo>
                  <a:cubicBezTo>
                    <a:pt x="2199" y="11811"/>
                    <a:pt x="2318" y="13473"/>
                    <a:pt x="1663" y="15373"/>
                  </a:cubicBezTo>
                  <a:cubicBezTo>
                    <a:pt x="1069" y="17273"/>
                    <a:pt x="713" y="18104"/>
                    <a:pt x="594" y="18996"/>
                  </a:cubicBezTo>
                  <a:cubicBezTo>
                    <a:pt x="537" y="19410"/>
                    <a:pt x="418" y="19766"/>
                    <a:pt x="300" y="20122"/>
                  </a:cubicBezTo>
                  <a:cubicBezTo>
                    <a:pt x="1012" y="20540"/>
                    <a:pt x="1843" y="20896"/>
                    <a:pt x="1900" y="20896"/>
                  </a:cubicBezTo>
                  <a:lnTo>
                    <a:pt x="1900" y="20834"/>
                  </a:lnTo>
                  <a:cubicBezTo>
                    <a:pt x="1900" y="20834"/>
                    <a:pt x="1962" y="20834"/>
                    <a:pt x="1962" y="20777"/>
                  </a:cubicBezTo>
                  <a:cubicBezTo>
                    <a:pt x="1962" y="20777"/>
                    <a:pt x="2019" y="20777"/>
                    <a:pt x="2019" y="20716"/>
                  </a:cubicBezTo>
                  <a:lnTo>
                    <a:pt x="2494" y="20716"/>
                  </a:lnTo>
                  <a:cubicBezTo>
                    <a:pt x="2556" y="20716"/>
                    <a:pt x="2613" y="20716"/>
                    <a:pt x="2674" y="20777"/>
                  </a:cubicBezTo>
                  <a:cubicBezTo>
                    <a:pt x="2793" y="20777"/>
                    <a:pt x="2912" y="20834"/>
                    <a:pt x="2969" y="20896"/>
                  </a:cubicBezTo>
                  <a:cubicBezTo>
                    <a:pt x="3030" y="20953"/>
                    <a:pt x="3087" y="20953"/>
                    <a:pt x="3087" y="21015"/>
                  </a:cubicBezTo>
                  <a:cubicBezTo>
                    <a:pt x="3800" y="21608"/>
                    <a:pt x="3862" y="22378"/>
                    <a:pt x="3919" y="23271"/>
                  </a:cubicBezTo>
                  <a:cubicBezTo>
                    <a:pt x="3980" y="23627"/>
                    <a:pt x="3980" y="23921"/>
                    <a:pt x="4037" y="24277"/>
                  </a:cubicBezTo>
                  <a:lnTo>
                    <a:pt x="4037" y="24990"/>
                  </a:lnTo>
                  <a:cubicBezTo>
                    <a:pt x="4099" y="24990"/>
                    <a:pt x="4156" y="24933"/>
                    <a:pt x="4156" y="24933"/>
                  </a:cubicBezTo>
                  <a:cubicBezTo>
                    <a:pt x="4693" y="24814"/>
                    <a:pt x="5286" y="23446"/>
                    <a:pt x="5642" y="23090"/>
                  </a:cubicBezTo>
                  <a:cubicBezTo>
                    <a:pt x="5699" y="22971"/>
                    <a:pt x="5818" y="22853"/>
                    <a:pt x="5937" y="22734"/>
                  </a:cubicBezTo>
                  <a:cubicBezTo>
                    <a:pt x="5976" y="22694"/>
                    <a:pt x="6029" y="22681"/>
                    <a:pt x="6089" y="22681"/>
                  </a:cubicBezTo>
                  <a:cubicBezTo>
                    <a:pt x="6208" y="22681"/>
                    <a:pt x="6353" y="22734"/>
                    <a:pt x="6473" y="22734"/>
                  </a:cubicBezTo>
                  <a:cubicBezTo>
                    <a:pt x="6711" y="22734"/>
                    <a:pt x="6887" y="22677"/>
                    <a:pt x="7243" y="22496"/>
                  </a:cubicBezTo>
                  <a:cubicBezTo>
                    <a:pt x="7542" y="22321"/>
                    <a:pt x="7661" y="21727"/>
                    <a:pt x="7718" y="21490"/>
                  </a:cubicBezTo>
                  <a:cubicBezTo>
                    <a:pt x="7718" y="21252"/>
                    <a:pt x="7898" y="21309"/>
                    <a:pt x="8136" y="21252"/>
                  </a:cubicBezTo>
                  <a:cubicBezTo>
                    <a:pt x="8373" y="21190"/>
                    <a:pt x="8905" y="20659"/>
                    <a:pt x="8905" y="20421"/>
                  </a:cubicBezTo>
                  <a:cubicBezTo>
                    <a:pt x="8848" y="20184"/>
                    <a:pt x="8848" y="20122"/>
                    <a:pt x="9024" y="20003"/>
                  </a:cubicBezTo>
                  <a:cubicBezTo>
                    <a:pt x="9204" y="19885"/>
                    <a:pt x="9560" y="19471"/>
                    <a:pt x="9323" y="18878"/>
                  </a:cubicBezTo>
                  <a:cubicBezTo>
                    <a:pt x="9085" y="18222"/>
                    <a:pt x="8017" y="16204"/>
                    <a:pt x="7836" y="15553"/>
                  </a:cubicBezTo>
                  <a:cubicBezTo>
                    <a:pt x="7599" y="14898"/>
                    <a:pt x="7305" y="14304"/>
                    <a:pt x="7423" y="13592"/>
                  </a:cubicBezTo>
                  <a:cubicBezTo>
                    <a:pt x="7480" y="12880"/>
                    <a:pt x="7480" y="12761"/>
                    <a:pt x="7661" y="12585"/>
                  </a:cubicBezTo>
                  <a:cubicBezTo>
                    <a:pt x="7779" y="12405"/>
                    <a:pt x="7955" y="11754"/>
                    <a:pt x="7718" y="11161"/>
                  </a:cubicBezTo>
                  <a:cubicBezTo>
                    <a:pt x="7480" y="10624"/>
                    <a:pt x="6830" y="2907"/>
                    <a:pt x="6592" y="0"/>
                  </a:cubicBezTo>
                  <a:close/>
                </a:path>
              </a:pathLst>
            </a:custGeom>
            <a:solidFill>
              <a:srgbClr val="FAAB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7692607" y="3395624"/>
              <a:ext cx="30708" cy="82011"/>
            </a:xfrm>
            <a:custGeom>
              <a:avLst/>
              <a:gdLst/>
              <a:ahLst/>
              <a:cxnLst/>
              <a:rect l="l" t="t" r="r" b="b"/>
              <a:pathLst>
                <a:path w="1245" h="3325" extrusionOk="0">
                  <a:moveTo>
                    <a:pt x="0" y="0"/>
                  </a:moveTo>
                  <a:cubicBezTo>
                    <a:pt x="238" y="475"/>
                    <a:pt x="238" y="1012"/>
                    <a:pt x="295" y="1606"/>
                  </a:cubicBezTo>
                  <a:cubicBezTo>
                    <a:pt x="356" y="1962"/>
                    <a:pt x="356" y="2256"/>
                    <a:pt x="413" y="2612"/>
                  </a:cubicBezTo>
                  <a:lnTo>
                    <a:pt x="413" y="3325"/>
                  </a:lnTo>
                  <a:cubicBezTo>
                    <a:pt x="475" y="3325"/>
                    <a:pt x="532" y="3268"/>
                    <a:pt x="532" y="3268"/>
                  </a:cubicBezTo>
                  <a:cubicBezTo>
                    <a:pt x="769" y="3268"/>
                    <a:pt x="1007" y="2912"/>
                    <a:pt x="1244" y="2612"/>
                  </a:cubicBezTo>
                  <a:cubicBezTo>
                    <a:pt x="950" y="2375"/>
                    <a:pt x="769" y="2080"/>
                    <a:pt x="651" y="1663"/>
                  </a:cubicBezTo>
                  <a:cubicBezTo>
                    <a:pt x="532" y="1306"/>
                    <a:pt x="651" y="831"/>
                    <a:pt x="413" y="475"/>
                  </a:cubicBezTo>
                  <a:cubicBezTo>
                    <a:pt x="295" y="357"/>
                    <a:pt x="176" y="181"/>
                    <a:pt x="0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7702794" y="3442463"/>
              <a:ext cx="30831" cy="35172"/>
            </a:xfrm>
            <a:custGeom>
              <a:avLst/>
              <a:gdLst/>
              <a:ahLst/>
              <a:cxnLst/>
              <a:rect l="l" t="t" r="r" b="b"/>
              <a:pathLst>
                <a:path w="1250" h="1426" extrusionOk="0">
                  <a:moveTo>
                    <a:pt x="1249" y="1"/>
                  </a:moveTo>
                  <a:lnTo>
                    <a:pt x="1249" y="1"/>
                  </a:lnTo>
                  <a:cubicBezTo>
                    <a:pt x="1052" y="249"/>
                    <a:pt x="813" y="373"/>
                    <a:pt x="534" y="373"/>
                  </a:cubicBezTo>
                  <a:cubicBezTo>
                    <a:pt x="477" y="373"/>
                    <a:pt x="417" y="368"/>
                    <a:pt x="356" y="357"/>
                  </a:cubicBezTo>
                  <a:cubicBezTo>
                    <a:pt x="299" y="595"/>
                    <a:pt x="119" y="894"/>
                    <a:pt x="0" y="1131"/>
                  </a:cubicBezTo>
                  <a:lnTo>
                    <a:pt x="0" y="1426"/>
                  </a:lnTo>
                  <a:cubicBezTo>
                    <a:pt x="62" y="1426"/>
                    <a:pt x="119" y="1369"/>
                    <a:pt x="119" y="1369"/>
                  </a:cubicBezTo>
                  <a:cubicBezTo>
                    <a:pt x="537" y="1307"/>
                    <a:pt x="950" y="595"/>
                    <a:pt x="1249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7789368" y="3351498"/>
              <a:ext cx="17463" cy="42744"/>
            </a:xfrm>
            <a:custGeom>
              <a:avLst/>
              <a:gdLst/>
              <a:ahLst/>
              <a:cxnLst/>
              <a:rect l="l" t="t" r="r" b="b"/>
              <a:pathLst>
                <a:path w="708" h="1733" extrusionOk="0">
                  <a:moveTo>
                    <a:pt x="96" y="0"/>
                  </a:moveTo>
                  <a:cubicBezTo>
                    <a:pt x="42" y="0"/>
                    <a:pt x="1" y="235"/>
                    <a:pt x="52" y="664"/>
                  </a:cubicBezTo>
                  <a:cubicBezTo>
                    <a:pt x="114" y="1020"/>
                    <a:pt x="114" y="1376"/>
                    <a:pt x="171" y="1732"/>
                  </a:cubicBezTo>
                  <a:lnTo>
                    <a:pt x="171" y="1614"/>
                  </a:lnTo>
                  <a:cubicBezTo>
                    <a:pt x="171" y="1376"/>
                    <a:pt x="351" y="1433"/>
                    <a:pt x="589" y="1376"/>
                  </a:cubicBezTo>
                  <a:lnTo>
                    <a:pt x="707" y="1376"/>
                  </a:lnTo>
                  <a:cubicBezTo>
                    <a:pt x="589" y="1196"/>
                    <a:pt x="470" y="1020"/>
                    <a:pt x="408" y="840"/>
                  </a:cubicBezTo>
                  <a:cubicBezTo>
                    <a:pt x="289" y="483"/>
                    <a:pt x="171" y="70"/>
                    <a:pt x="114" y="9"/>
                  </a:cubicBezTo>
                  <a:cubicBezTo>
                    <a:pt x="108" y="3"/>
                    <a:pt x="102" y="0"/>
                    <a:pt x="96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7740852" y="3363658"/>
              <a:ext cx="13270" cy="68643"/>
            </a:xfrm>
            <a:custGeom>
              <a:avLst/>
              <a:gdLst/>
              <a:ahLst/>
              <a:cxnLst/>
              <a:rect l="l" t="t" r="r" b="b"/>
              <a:pathLst>
                <a:path w="538" h="2783" extrusionOk="0">
                  <a:moveTo>
                    <a:pt x="381" y="0"/>
                  </a:moveTo>
                  <a:cubicBezTo>
                    <a:pt x="291" y="0"/>
                    <a:pt x="111" y="573"/>
                    <a:pt x="62" y="1534"/>
                  </a:cubicBezTo>
                  <a:cubicBezTo>
                    <a:pt x="62" y="1934"/>
                    <a:pt x="62" y="2329"/>
                    <a:pt x="8" y="2729"/>
                  </a:cubicBezTo>
                  <a:lnTo>
                    <a:pt x="8" y="2729"/>
                  </a:lnTo>
                  <a:cubicBezTo>
                    <a:pt x="16" y="2721"/>
                    <a:pt x="31" y="2721"/>
                    <a:pt x="62" y="2721"/>
                  </a:cubicBezTo>
                  <a:cubicBezTo>
                    <a:pt x="119" y="2602"/>
                    <a:pt x="238" y="2484"/>
                    <a:pt x="357" y="2365"/>
                  </a:cubicBezTo>
                  <a:cubicBezTo>
                    <a:pt x="419" y="2308"/>
                    <a:pt x="476" y="2308"/>
                    <a:pt x="537" y="2308"/>
                  </a:cubicBezTo>
                  <a:lnTo>
                    <a:pt x="537" y="1653"/>
                  </a:lnTo>
                  <a:cubicBezTo>
                    <a:pt x="476" y="940"/>
                    <a:pt x="476" y="228"/>
                    <a:pt x="419" y="52"/>
                  </a:cubicBezTo>
                  <a:cubicBezTo>
                    <a:pt x="410" y="17"/>
                    <a:pt x="397" y="0"/>
                    <a:pt x="381" y="0"/>
                  </a:cubicBezTo>
                  <a:close/>
                  <a:moveTo>
                    <a:pt x="8" y="2729"/>
                  </a:moveTo>
                  <a:cubicBezTo>
                    <a:pt x="1" y="2737"/>
                    <a:pt x="1" y="2752"/>
                    <a:pt x="1" y="2783"/>
                  </a:cubicBezTo>
                  <a:cubicBezTo>
                    <a:pt x="3" y="2765"/>
                    <a:pt x="6" y="2747"/>
                    <a:pt x="8" y="2729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7813169" y="3334060"/>
              <a:ext cx="15564" cy="25035"/>
            </a:xfrm>
            <a:custGeom>
              <a:avLst/>
              <a:gdLst/>
              <a:ahLst/>
              <a:cxnLst/>
              <a:rect l="l" t="t" r="r" b="b"/>
              <a:pathLst>
                <a:path w="631" h="1015" extrusionOk="0">
                  <a:moveTo>
                    <a:pt x="32" y="0"/>
                  </a:moveTo>
                  <a:cubicBezTo>
                    <a:pt x="0" y="0"/>
                    <a:pt x="276" y="726"/>
                    <a:pt x="336" y="1015"/>
                  </a:cubicBezTo>
                  <a:cubicBezTo>
                    <a:pt x="393" y="953"/>
                    <a:pt x="393" y="896"/>
                    <a:pt x="512" y="834"/>
                  </a:cubicBezTo>
                  <a:lnTo>
                    <a:pt x="630" y="716"/>
                  </a:lnTo>
                  <a:cubicBezTo>
                    <a:pt x="573" y="597"/>
                    <a:pt x="99" y="3"/>
                    <a:pt x="37" y="3"/>
                  </a:cubicBezTo>
                  <a:cubicBezTo>
                    <a:pt x="35" y="1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7597375" y="3255058"/>
              <a:ext cx="90792" cy="196235"/>
            </a:xfrm>
            <a:custGeom>
              <a:avLst/>
              <a:gdLst/>
              <a:ahLst/>
              <a:cxnLst/>
              <a:rect l="l" t="t" r="r" b="b"/>
              <a:pathLst>
                <a:path w="3681" h="7956" extrusionOk="0">
                  <a:moveTo>
                    <a:pt x="2850" y="1"/>
                  </a:moveTo>
                  <a:cubicBezTo>
                    <a:pt x="2256" y="1962"/>
                    <a:pt x="1961" y="2375"/>
                    <a:pt x="1781" y="3030"/>
                  </a:cubicBezTo>
                  <a:cubicBezTo>
                    <a:pt x="1605" y="3743"/>
                    <a:pt x="1249" y="4336"/>
                    <a:pt x="1187" y="4811"/>
                  </a:cubicBezTo>
                  <a:cubicBezTo>
                    <a:pt x="1130" y="5224"/>
                    <a:pt x="0" y="6768"/>
                    <a:pt x="0" y="7124"/>
                  </a:cubicBezTo>
                  <a:cubicBezTo>
                    <a:pt x="0" y="7305"/>
                    <a:pt x="62" y="7480"/>
                    <a:pt x="119" y="7661"/>
                  </a:cubicBezTo>
                  <a:lnTo>
                    <a:pt x="356" y="7898"/>
                  </a:lnTo>
                  <a:cubicBezTo>
                    <a:pt x="475" y="7955"/>
                    <a:pt x="655" y="7955"/>
                    <a:pt x="774" y="7955"/>
                  </a:cubicBezTo>
                  <a:cubicBezTo>
                    <a:pt x="831" y="7955"/>
                    <a:pt x="950" y="7955"/>
                    <a:pt x="1012" y="7898"/>
                  </a:cubicBezTo>
                  <a:lnTo>
                    <a:pt x="1130" y="7898"/>
                  </a:lnTo>
                  <a:lnTo>
                    <a:pt x="1187" y="7836"/>
                  </a:lnTo>
                  <a:cubicBezTo>
                    <a:pt x="1249" y="7779"/>
                    <a:pt x="1368" y="7779"/>
                    <a:pt x="1425" y="7718"/>
                  </a:cubicBezTo>
                  <a:lnTo>
                    <a:pt x="1605" y="7542"/>
                  </a:lnTo>
                  <a:lnTo>
                    <a:pt x="1662" y="7480"/>
                  </a:lnTo>
                  <a:cubicBezTo>
                    <a:pt x="1662" y="7480"/>
                    <a:pt x="1662" y="7423"/>
                    <a:pt x="1724" y="7362"/>
                  </a:cubicBezTo>
                  <a:cubicBezTo>
                    <a:pt x="1724" y="7362"/>
                    <a:pt x="1781" y="7305"/>
                    <a:pt x="1781" y="7243"/>
                  </a:cubicBezTo>
                  <a:cubicBezTo>
                    <a:pt x="1781" y="7186"/>
                    <a:pt x="1843" y="7124"/>
                    <a:pt x="1900" y="7067"/>
                  </a:cubicBezTo>
                  <a:cubicBezTo>
                    <a:pt x="1900" y="7005"/>
                    <a:pt x="1961" y="6887"/>
                    <a:pt x="2018" y="6830"/>
                  </a:cubicBezTo>
                  <a:cubicBezTo>
                    <a:pt x="2018" y="6768"/>
                    <a:pt x="2080" y="6711"/>
                    <a:pt x="2080" y="6649"/>
                  </a:cubicBezTo>
                  <a:cubicBezTo>
                    <a:pt x="2137" y="6592"/>
                    <a:pt x="2137" y="6592"/>
                    <a:pt x="2137" y="6530"/>
                  </a:cubicBezTo>
                  <a:cubicBezTo>
                    <a:pt x="2375" y="6117"/>
                    <a:pt x="2612" y="5699"/>
                    <a:pt x="2793" y="5224"/>
                  </a:cubicBezTo>
                  <a:cubicBezTo>
                    <a:pt x="2793" y="5167"/>
                    <a:pt x="2850" y="5106"/>
                    <a:pt x="2911" y="5049"/>
                  </a:cubicBezTo>
                  <a:cubicBezTo>
                    <a:pt x="2911" y="4987"/>
                    <a:pt x="2911" y="4987"/>
                    <a:pt x="2968" y="4930"/>
                  </a:cubicBezTo>
                  <a:cubicBezTo>
                    <a:pt x="3030" y="4868"/>
                    <a:pt x="3087" y="4750"/>
                    <a:pt x="3087" y="4631"/>
                  </a:cubicBezTo>
                  <a:lnTo>
                    <a:pt x="3267" y="4275"/>
                  </a:lnTo>
                  <a:cubicBezTo>
                    <a:pt x="3267" y="4156"/>
                    <a:pt x="3324" y="4037"/>
                    <a:pt x="3386" y="3862"/>
                  </a:cubicBezTo>
                  <a:cubicBezTo>
                    <a:pt x="3386" y="3800"/>
                    <a:pt x="3562" y="3681"/>
                    <a:pt x="3562" y="3681"/>
                  </a:cubicBezTo>
                  <a:cubicBezTo>
                    <a:pt x="3562" y="3681"/>
                    <a:pt x="3624" y="3624"/>
                    <a:pt x="3681" y="3624"/>
                  </a:cubicBezTo>
                  <a:lnTo>
                    <a:pt x="3681" y="1"/>
                  </a:lnTo>
                  <a:close/>
                </a:path>
              </a:pathLst>
            </a:custGeom>
            <a:solidFill>
              <a:srgbClr val="FAAB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6197612" y="1577123"/>
              <a:ext cx="439284" cy="814093"/>
            </a:xfrm>
            <a:custGeom>
              <a:avLst/>
              <a:gdLst/>
              <a:ahLst/>
              <a:cxnLst/>
              <a:rect l="l" t="t" r="r" b="b"/>
              <a:pathLst>
                <a:path w="17810" h="33006" extrusionOk="0">
                  <a:moveTo>
                    <a:pt x="17396" y="0"/>
                  </a:moveTo>
                  <a:cubicBezTo>
                    <a:pt x="17396" y="0"/>
                    <a:pt x="8311" y="594"/>
                    <a:pt x="6174" y="6354"/>
                  </a:cubicBezTo>
                  <a:cubicBezTo>
                    <a:pt x="4275" y="11398"/>
                    <a:pt x="1544" y="24519"/>
                    <a:pt x="0" y="33006"/>
                  </a:cubicBezTo>
                  <a:lnTo>
                    <a:pt x="15259" y="26063"/>
                  </a:lnTo>
                  <a:lnTo>
                    <a:pt x="15259" y="3624"/>
                  </a:lnTo>
                  <a:cubicBezTo>
                    <a:pt x="14665" y="2493"/>
                    <a:pt x="17809" y="299"/>
                    <a:pt x="17396" y="0"/>
                  </a:cubicBezTo>
                  <a:close/>
                </a:path>
              </a:pathLst>
            </a:custGeom>
            <a:solidFill>
              <a:srgbClr val="BA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6420164" y="1502487"/>
              <a:ext cx="1120186" cy="831679"/>
            </a:xfrm>
            <a:custGeom>
              <a:avLst/>
              <a:gdLst/>
              <a:ahLst/>
              <a:cxnLst/>
              <a:rect l="l" t="t" r="r" b="b"/>
              <a:pathLst>
                <a:path w="45416" h="33719" extrusionOk="0">
                  <a:moveTo>
                    <a:pt x="16328" y="1"/>
                  </a:moveTo>
                  <a:lnTo>
                    <a:pt x="16328" y="1"/>
                  </a:lnTo>
                  <a:cubicBezTo>
                    <a:pt x="14010" y="238"/>
                    <a:pt x="8311" y="2613"/>
                    <a:pt x="5462" y="3382"/>
                  </a:cubicBezTo>
                  <a:cubicBezTo>
                    <a:pt x="3030" y="4095"/>
                    <a:pt x="1" y="22260"/>
                    <a:pt x="1" y="33719"/>
                  </a:cubicBezTo>
                  <a:lnTo>
                    <a:pt x="45415" y="33719"/>
                  </a:lnTo>
                  <a:cubicBezTo>
                    <a:pt x="45354" y="22260"/>
                    <a:pt x="42860" y="5225"/>
                    <a:pt x="40548" y="4156"/>
                  </a:cubicBezTo>
                  <a:cubicBezTo>
                    <a:pt x="38054" y="3026"/>
                    <a:pt x="31406" y="238"/>
                    <a:pt x="29088" y="1"/>
                  </a:cubicBezTo>
                  <a:lnTo>
                    <a:pt x="29088" y="1"/>
                  </a:lnTo>
                  <a:cubicBezTo>
                    <a:pt x="29088" y="238"/>
                    <a:pt x="29150" y="476"/>
                    <a:pt x="29150" y="652"/>
                  </a:cubicBezTo>
                  <a:cubicBezTo>
                    <a:pt x="29150" y="3738"/>
                    <a:pt x="26239" y="6232"/>
                    <a:pt x="22677" y="6232"/>
                  </a:cubicBezTo>
                  <a:cubicBezTo>
                    <a:pt x="19115" y="6232"/>
                    <a:pt x="16266" y="3738"/>
                    <a:pt x="16266" y="652"/>
                  </a:cubicBezTo>
                  <a:cubicBezTo>
                    <a:pt x="16266" y="476"/>
                    <a:pt x="16266" y="238"/>
                    <a:pt x="163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6218109" y="1739690"/>
              <a:ext cx="1534484" cy="1388911"/>
            </a:xfrm>
            <a:custGeom>
              <a:avLst/>
              <a:gdLst/>
              <a:ahLst/>
              <a:cxnLst/>
              <a:rect l="l" t="t" r="r" b="b"/>
              <a:pathLst>
                <a:path w="62213" h="56311" extrusionOk="0">
                  <a:moveTo>
                    <a:pt x="10985" y="1"/>
                  </a:moveTo>
                  <a:cubicBezTo>
                    <a:pt x="8193" y="9499"/>
                    <a:pt x="1" y="31639"/>
                    <a:pt x="8074" y="52178"/>
                  </a:cubicBezTo>
                  <a:cubicBezTo>
                    <a:pt x="8074" y="52178"/>
                    <a:pt x="16172" y="56286"/>
                    <a:pt x="29961" y="56286"/>
                  </a:cubicBezTo>
                  <a:cubicBezTo>
                    <a:pt x="30339" y="56286"/>
                    <a:pt x="30721" y="56283"/>
                    <a:pt x="31107" y="56276"/>
                  </a:cubicBezTo>
                  <a:cubicBezTo>
                    <a:pt x="31754" y="56300"/>
                    <a:pt x="32394" y="56311"/>
                    <a:pt x="33025" y="56311"/>
                  </a:cubicBezTo>
                  <a:cubicBezTo>
                    <a:pt x="45182" y="56311"/>
                    <a:pt x="54139" y="52178"/>
                    <a:pt x="54139" y="52178"/>
                  </a:cubicBezTo>
                  <a:cubicBezTo>
                    <a:pt x="62213" y="31639"/>
                    <a:pt x="54021" y="9499"/>
                    <a:pt x="51233" y="1"/>
                  </a:cubicBezTo>
                  <a:lnTo>
                    <a:pt x="31107" y="2613"/>
                  </a:lnTo>
                  <a:lnTo>
                    <a:pt x="109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7553447" y="2072002"/>
              <a:ext cx="84946" cy="954659"/>
            </a:xfrm>
            <a:custGeom>
              <a:avLst/>
              <a:gdLst/>
              <a:ahLst/>
              <a:cxnLst/>
              <a:rect l="l" t="t" r="r" b="b"/>
              <a:pathLst>
                <a:path w="3444" h="38705" extrusionOk="0">
                  <a:moveTo>
                    <a:pt x="950" y="1"/>
                  </a:moveTo>
                  <a:cubicBezTo>
                    <a:pt x="1196" y="976"/>
                    <a:pt x="1439" y="1952"/>
                    <a:pt x="1649" y="2962"/>
                  </a:cubicBezTo>
                  <a:lnTo>
                    <a:pt x="1649" y="2962"/>
                  </a:lnTo>
                  <a:cubicBezTo>
                    <a:pt x="1452" y="1978"/>
                    <a:pt x="1241" y="969"/>
                    <a:pt x="950" y="1"/>
                  </a:cubicBezTo>
                  <a:close/>
                  <a:moveTo>
                    <a:pt x="1649" y="2962"/>
                  </a:moveTo>
                  <a:lnTo>
                    <a:pt x="1649" y="2962"/>
                  </a:lnTo>
                  <a:cubicBezTo>
                    <a:pt x="1694" y="3184"/>
                    <a:pt x="1737" y="3405"/>
                    <a:pt x="1781" y="3624"/>
                  </a:cubicBezTo>
                  <a:cubicBezTo>
                    <a:pt x="1739" y="3401"/>
                    <a:pt x="1695" y="3181"/>
                    <a:pt x="1649" y="2962"/>
                  </a:cubicBezTo>
                  <a:close/>
                  <a:moveTo>
                    <a:pt x="2850" y="9917"/>
                  </a:moveTo>
                  <a:lnTo>
                    <a:pt x="2850" y="9917"/>
                  </a:lnTo>
                  <a:cubicBezTo>
                    <a:pt x="3087" y="11697"/>
                    <a:pt x="3268" y="13535"/>
                    <a:pt x="3325" y="15435"/>
                  </a:cubicBezTo>
                  <a:cubicBezTo>
                    <a:pt x="3325" y="14960"/>
                    <a:pt x="3325" y="14485"/>
                    <a:pt x="3386" y="14072"/>
                  </a:cubicBezTo>
                  <a:cubicBezTo>
                    <a:pt x="3443" y="13654"/>
                    <a:pt x="3443" y="13241"/>
                    <a:pt x="3443" y="12823"/>
                  </a:cubicBezTo>
                  <a:lnTo>
                    <a:pt x="3443" y="12410"/>
                  </a:lnTo>
                  <a:cubicBezTo>
                    <a:pt x="3325" y="11579"/>
                    <a:pt x="3030" y="10748"/>
                    <a:pt x="2850" y="9917"/>
                  </a:cubicBezTo>
                  <a:close/>
                  <a:moveTo>
                    <a:pt x="418" y="37461"/>
                  </a:moveTo>
                  <a:cubicBezTo>
                    <a:pt x="394" y="37530"/>
                    <a:pt x="370" y="37610"/>
                    <a:pt x="346" y="37692"/>
                  </a:cubicBezTo>
                  <a:lnTo>
                    <a:pt x="346" y="37692"/>
                  </a:lnTo>
                  <a:cubicBezTo>
                    <a:pt x="372" y="37615"/>
                    <a:pt x="396" y="37538"/>
                    <a:pt x="418" y="37461"/>
                  </a:cubicBezTo>
                  <a:close/>
                  <a:moveTo>
                    <a:pt x="346" y="37692"/>
                  </a:moveTo>
                  <a:cubicBezTo>
                    <a:pt x="234" y="38029"/>
                    <a:pt x="97" y="38369"/>
                    <a:pt x="0" y="38705"/>
                  </a:cubicBezTo>
                  <a:cubicBezTo>
                    <a:pt x="62" y="38648"/>
                    <a:pt x="181" y="38173"/>
                    <a:pt x="238" y="38054"/>
                  </a:cubicBezTo>
                  <a:cubicBezTo>
                    <a:pt x="275" y="37946"/>
                    <a:pt x="310" y="37816"/>
                    <a:pt x="346" y="37692"/>
                  </a:cubicBezTo>
                  <a:close/>
                </a:path>
              </a:pathLst>
            </a:custGeom>
            <a:solidFill>
              <a:srgbClr val="E6D7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6414319" y="3017855"/>
              <a:ext cx="1114315" cy="111313"/>
            </a:xfrm>
            <a:custGeom>
              <a:avLst/>
              <a:gdLst/>
              <a:ahLst/>
              <a:cxnLst/>
              <a:rect l="l" t="t" r="r" b="b"/>
              <a:pathLst>
                <a:path w="45178" h="4513" extrusionOk="0">
                  <a:moveTo>
                    <a:pt x="45177" y="713"/>
                  </a:moveTo>
                  <a:cubicBezTo>
                    <a:pt x="42565" y="1782"/>
                    <a:pt x="34905" y="4512"/>
                    <a:pt x="25113" y="4512"/>
                  </a:cubicBezTo>
                  <a:lnTo>
                    <a:pt x="25113" y="4512"/>
                  </a:lnTo>
                  <a:cubicBezTo>
                    <a:pt x="34905" y="4512"/>
                    <a:pt x="42565" y="1782"/>
                    <a:pt x="45177" y="713"/>
                  </a:cubicBezTo>
                  <a:lnTo>
                    <a:pt x="45177" y="713"/>
                  </a:lnTo>
                  <a:close/>
                  <a:moveTo>
                    <a:pt x="119" y="300"/>
                  </a:moveTo>
                  <a:lnTo>
                    <a:pt x="119" y="300"/>
                  </a:lnTo>
                  <a:lnTo>
                    <a:pt x="119" y="300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62" y="181"/>
                  </a:moveTo>
                  <a:lnTo>
                    <a:pt x="62" y="181"/>
                  </a:lnTo>
                  <a:lnTo>
                    <a:pt x="62" y="181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4345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6289908" y="1992950"/>
              <a:ext cx="1351395" cy="1136218"/>
            </a:xfrm>
            <a:custGeom>
              <a:avLst/>
              <a:gdLst/>
              <a:ahLst/>
              <a:cxnLst/>
              <a:rect l="l" t="t" r="r" b="b"/>
              <a:pathLst>
                <a:path w="54790" h="46066" extrusionOk="0">
                  <a:moveTo>
                    <a:pt x="50872" y="0"/>
                  </a:moveTo>
                  <a:cubicBezTo>
                    <a:pt x="50873" y="2"/>
                    <a:pt x="50874" y="4"/>
                    <a:pt x="50875" y="6"/>
                  </a:cubicBezTo>
                  <a:lnTo>
                    <a:pt x="50875" y="6"/>
                  </a:lnTo>
                  <a:cubicBezTo>
                    <a:pt x="50875" y="3"/>
                    <a:pt x="50874" y="2"/>
                    <a:pt x="50872" y="0"/>
                  </a:cubicBezTo>
                  <a:close/>
                  <a:moveTo>
                    <a:pt x="50875" y="6"/>
                  </a:moveTo>
                  <a:lnTo>
                    <a:pt x="50875" y="6"/>
                  </a:lnTo>
                  <a:cubicBezTo>
                    <a:pt x="50902" y="102"/>
                    <a:pt x="50277" y="894"/>
                    <a:pt x="50221" y="950"/>
                  </a:cubicBezTo>
                  <a:cubicBezTo>
                    <a:pt x="49984" y="1306"/>
                    <a:pt x="49804" y="1662"/>
                    <a:pt x="49628" y="2018"/>
                  </a:cubicBezTo>
                  <a:cubicBezTo>
                    <a:pt x="49210" y="2731"/>
                    <a:pt x="48915" y="3505"/>
                    <a:pt x="48616" y="4217"/>
                  </a:cubicBezTo>
                  <a:cubicBezTo>
                    <a:pt x="48023" y="5761"/>
                    <a:pt x="47666" y="7361"/>
                    <a:pt x="47372" y="8966"/>
                  </a:cubicBezTo>
                  <a:cubicBezTo>
                    <a:pt x="47073" y="10804"/>
                    <a:pt x="46778" y="12647"/>
                    <a:pt x="46778" y="14546"/>
                  </a:cubicBezTo>
                  <a:cubicBezTo>
                    <a:pt x="46778" y="15553"/>
                    <a:pt x="46717" y="16503"/>
                    <a:pt x="46717" y="17514"/>
                  </a:cubicBezTo>
                  <a:cubicBezTo>
                    <a:pt x="46598" y="19533"/>
                    <a:pt x="46422" y="21489"/>
                    <a:pt x="46004" y="23451"/>
                  </a:cubicBezTo>
                  <a:cubicBezTo>
                    <a:pt x="45292" y="26894"/>
                    <a:pt x="43810" y="30337"/>
                    <a:pt x="41255" y="32768"/>
                  </a:cubicBezTo>
                  <a:cubicBezTo>
                    <a:pt x="40424" y="33599"/>
                    <a:pt x="39417" y="34255"/>
                    <a:pt x="38406" y="34848"/>
                  </a:cubicBezTo>
                  <a:cubicBezTo>
                    <a:pt x="36981" y="35618"/>
                    <a:pt x="35262" y="36392"/>
                    <a:pt x="33600" y="36510"/>
                  </a:cubicBezTo>
                  <a:cubicBezTo>
                    <a:pt x="31876" y="36629"/>
                    <a:pt x="30157" y="36805"/>
                    <a:pt x="28433" y="36805"/>
                  </a:cubicBezTo>
                  <a:lnTo>
                    <a:pt x="27483" y="36805"/>
                  </a:lnTo>
                  <a:cubicBezTo>
                    <a:pt x="25527" y="36748"/>
                    <a:pt x="23565" y="36510"/>
                    <a:pt x="21666" y="36092"/>
                  </a:cubicBezTo>
                  <a:cubicBezTo>
                    <a:pt x="20716" y="35917"/>
                    <a:pt x="19766" y="35679"/>
                    <a:pt x="18816" y="35442"/>
                  </a:cubicBezTo>
                  <a:cubicBezTo>
                    <a:pt x="18341" y="35323"/>
                    <a:pt x="17866" y="35143"/>
                    <a:pt x="17392" y="35024"/>
                  </a:cubicBezTo>
                  <a:cubicBezTo>
                    <a:pt x="16323" y="34668"/>
                    <a:pt x="15373" y="33898"/>
                    <a:pt x="14423" y="33186"/>
                  </a:cubicBezTo>
                  <a:cubicBezTo>
                    <a:pt x="12586" y="31643"/>
                    <a:pt x="11042" y="29624"/>
                    <a:pt x="10031" y="27426"/>
                  </a:cubicBezTo>
                  <a:cubicBezTo>
                    <a:pt x="9318" y="25944"/>
                    <a:pt x="8843" y="24339"/>
                    <a:pt x="8606" y="22677"/>
                  </a:cubicBezTo>
                  <a:cubicBezTo>
                    <a:pt x="8549" y="22320"/>
                    <a:pt x="8487" y="21907"/>
                    <a:pt x="8430" y="21489"/>
                  </a:cubicBezTo>
                  <a:cubicBezTo>
                    <a:pt x="8430" y="21076"/>
                    <a:pt x="8487" y="20658"/>
                    <a:pt x="8368" y="20302"/>
                  </a:cubicBezTo>
                  <a:cubicBezTo>
                    <a:pt x="7243" y="16683"/>
                    <a:pt x="7419" y="12704"/>
                    <a:pt x="6113" y="9142"/>
                  </a:cubicBezTo>
                  <a:cubicBezTo>
                    <a:pt x="5462" y="7361"/>
                    <a:pt x="4688" y="5642"/>
                    <a:pt x="4037" y="3861"/>
                  </a:cubicBezTo>
                  <a:lnTo>
                    <a:pt x="4037" y="3861"/>
                  </a:lnTo>
                  <a:cubicBezTo>
                    <a:pt x="1601" y="14366"/>
                    <a:pt x="1" y="27962"/>
                    <a:pt x="4868" y="41022"/>
                  </a:cubicBezTo>
                  <a:cubicBezTo>
                    <a:pt x="4868" y="41079"/>
                    <a:pt x="4868" y="41079"/>
                    <a:pt x="4925" y="41141"/>
                  </a:cubicBezTo>
                  <a:lnTo>
                    <a:pt x="4925" y="41198"/>
                  </a:lnTo>
                  <a:cubicBezTo>
                    <a:pt x="4925" y="41198"/>
                    <a:pt x="4925" y="41259"/>
                    <a:pt x="4987" y="41316"/>
                  </a:cubicBezTo>
                  <a:lnTo>
                    <a:pt x="4987" y="41435"/>
                  </a:lnTo>
                  <a:lnTo>
                    <a:pt x="5044" y="41435"/>
                  </a:lnTo>
                  <a:lnTo>
                    <a:pt x="5044" y="41554"/>
                  </a:lnTo>
                  <a:cubicBezTo>
                    <a:pt x="5106" y="41616"/>
                    <a:pt x="5106" y="41616"/>
                    <a:pt x="5106" y="41673"/>
                  </a:cubicBezTo>
                  <a:lnTo>
                    <a:pt x="5106" y="41734"/>
                  </a:lnTo>
                  <a:cubicBezTo>
                    <a:pt x="5163" y="41734"/>
                    <a:pt x="5163" y="41734"/>
                    <a:pt x="5163" y="41791"/>
                  </a:cubicBezTo>
                  <a:lnTo>
                    <a:pt x="5163" y="41853"/>
                  </a:lnTo>
                  <a:lnTo>
                    <a:pt x="5163" y="41910"/>
                  </a:lnTo>
                  <a:cubicBezTo>
                    <a:pt x="5163" y="41910"/>
                    <a:pt x="13298" y="46008"/>
                    <a:pt x="27189" y="46008"/>
                  </a:cubicBezTo>
                  <a:lnTo>
                    <a:pt x="28196" y="46008"/>
                  </a:lnTo>
                  <a:cubicBezTo>
                    <a:pt x="28851" y="46008"/>
                    <a:pt x="29502" y="46065"/>
                    <a:pt x="30157" y="46065"/>
                  </a:cubicBezTo>
                  <a:cubicBezTo>
                    <a:pt x="39949" y="46065"/>
                    <a:pt x="47609" y="43335"/>
                    <a:pt x="50221" y="42266"/>
                  </a:cubicBezTo>
                  <a:cubicBezTo>
                    <a:pt x="50815" y="42090"/>
                    <a:pt x="51110" y="41910"/>
                    <a:pt x="51171" y="41910"/>
                  </a:cubicBezTo>
                  <a:lnTo>
                    <a:pt x="51228" y="41910"/>
                  </a:lnTo>
                  <a:cubicBezTo>
                    <a:pt x="51347" y="41497"/>
                    <a:pt x="51527" y="41079"/>
                    <a:pt x="51646" y="40666"/>
                  </a:cubicBezTo>
                  <a:cubicBezTo>
                    <a:pt x="51703" y="40604"/>
                    <a:pt x="51703" y="40604"/>
                    <a:pt x="51703" y="40547"/>
                  </a:cubicBezTo>
                  <a:cubicBezTo>
                    <a:pt x="51765" y="40485"/>
                    <a:pt x="51765" y="40367"/>
                    <a:pt x="51822" y="40248"/>
                  </a:cubicBezTo>
                  <a:cubicBezTo>
                    <a:pt x="51884" y="40010"/>
                    <a:pt x="52002" y="39773"/>
                    <a:pt x="52059" y="39479"/>
                  </a:cubicBezTo>
                  <a:cubicBezTo>
                    <a:pt x="52121" y="39360"/>
                    <a:pt x="52121" y="39298"/>
                    <a:pt x="52178" y="39179"/>
                  </a:cubicBezTo>
                  <a:cubicBezTo>
                    <a:pt x="52477" y="38291"/>
                    <a:pt x="52715" y="37398"/>
                    <a:pt x="52952" y="36510"/>
                  </a:cubicBezTo>
                  <a:cubicBezTo>
                    <a:pt x="53427" y="34730"/>
                    <a:pt x="53783" y="32887"/>
                    <a:pt x="54078" y="31049"/>
                  </a:cubicBezTo>
                  <a:cubicBezTo>
                    <a:pt x="54614" y="27307"/>
                    <a:pt x="54790" y="23508"/>
                    <a:pt x="54614" y="19770"/>
                  </a:cubicBezTo>
                  <a:cubicBezTo>
                    <a:pt x="54614" y="19352"/>
                    <a:pt x="54614" y="18996"/>
                    <a:pt x="54553" y="18640"/>
                  </a:cubicBezTo>
                  <a:cubicBezTo>
                    <a:pt x="54496" y="16740"/>
                    <a:pt x="54315" y="14902"/>
                    <a:pt x="54078" y="13122"/>
                  </a:cubicBezTo>
                  <a:cubicBezTo>
                    <a:pt x="54078" y="13060"/>
                    <a:pt x="54021" y="13060"/>
                    <a:pt x="54021" y="13003"/>
                  </a:cubicBezTo>
                  <a:cubicBezTo>
                    <a:pt x="53840" y="12110"/>
                    <a:pt x="53664" y="11279"/>
                    <a:pt x="53546" y="10391"/>
                  </a:cubicBezTo>
                  <a:lnTo>
                    <a:pt x="53009" y="6829"/>
                  </a:lnTo>
                  <a:cubicBezTo>
                    <a:pt x="52772" y="5580"/>
                    <a:pt x="52477" y="4393"/>
                    <a:pt x="52178" y="3206"/>
                  </a:cubicBezTo>
                  <a:cubicBezTo>
                    <a:pt x="51884" y="2139"/>
                    <a:pt x="51467" y="1072"/>
                    <a:pt x="50875" y="6"/>
                  </a:cubicBezTo>
                  <a:close/>
                </a:path>
              </a:pathLst>
            </a:custGeom>
            <a:solidFill>
              <a:srgbClr val="20324F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7342611" y="1603465"/>
              <a:ext cx="524181" cy="1584258"/>
            </a:xfrm>
            <a:custGeom>
              <a:avLst/>
              <a:gdLst/>
              <a:ahLst/>
              <a:cxnLst/>
              <a:rect l="l" t="t" r="r" b="b"/>
              <a:pathLst>
                <a:path w="21252" h="64231" extrusionOk="0">
                  <a:moveTo>
                    <a:pt x="2911" y="1"/>
                  </a:moveTo>
                  <a:lnTo>
                    <a:pt x="2911" y="1"/>
                  </a:lnTo>
                  <a:cubicBezTo>
                    <a:pt x="0" y="6592"/>
                    <a:pt x="9441" y="48502"/>
                    <a:pt x="10035" y="53071"/>
                  </a:cubicBezTo>
                  <a:cubicBezTo>
                    <a:pt x="10391" y="55445"/>
                    <a:pt x="10685" y="56694"/>
                    <a:pt x="10984" y="59069"/>
                  </a:cubicBezTo>
                  <a:cubicBezTo>
                    <a:pt x="11222" y="60788"/>
                    <a:pt x="11459" y="62512"/>
                    <a:pt x="11578" y="64231"/>
                  </a:cubicBezTo>
                  <a:lnTo>
                    <a:pt x="21133" y="64055"/>
                  </a:lnTo>
                  <a:cubicBezTo>
                    <a:pt x="21252" y="60550"/>
                    <a:pt x="20720" y="37461"/>
                    <a:pt x="18996" y="28732"/>
                  </a:cubicBezTo>
                  <a:cubicBezTo>
                    <a:pt x="16503" y="16028"/>
                    <a:pt x="15971" y="14841"/>
                    <a:pt x="14784" y="10748"/>
                  </a:cubicBezTo>
                  <a:cubicBezTo>
                    <a:pt x="13953" y="7955"/>
                    <a:pt x="12290" y="5880"/>
                    <a:pt x="10448" y="4037"/>
                  </a:cubicBezTo>
                  <a:cubicBezTo>
                    <a:pt x="8135" y="1781"/>
                    <a:pt x="2911" y="1"/>
                    <a:pt x="29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41"/>
            <p:cNvSpPr/>
            <p:nvPr/>
          </p:nvSpPr>
          <p:spPr>
            <a:xfrm>
              <a:off x="7361701" y="617876"/>
              <a:ext cx="317685" cy="370888"/>
            </a:xfrm>
            <a:custGeom>
              <a:avLst/>
              <a:gdLst/>
              <a:ahLst/>
              <a:cxnLst/>
              <a:rect l="l" t="t" r="r" b="b"/>
              <a:pathLst>
                <a:path w="12880" h="15037" extrusionOk="0">
                  <a:moveTo>
                    <a:pt x="6462" y="0"/>
                  </a:moveTo>
                  <a:cubicBezTo>
                    <a:pt x="4777" y="0"/>
                    <a:pt x="3273" y="950"/>
                    <a:pt x="2194" y="2799"/>
                  </a:cubicBezTo>
                  <a:lnTo>
                    <a:pt x="4925" y="4342"/>
                  </a:lnTo>
                  <a:cubicBezTo>
                    <a:pt x="5369" y="3578"/>
                    <a:pt x="5895" y="3195"/>
                    <a:pt x="6501" y="3195"/>
                  </a:cubicBezTo>
                  <a:cubicBezTo>
                    <a:pt x="6789" y="3195"/>
                    <a:pt x="7094" y="3281"/>
                    <a:pt x="7418" y="3454"/>
                  </a:cubicBezTo>
                  <a:cubicBezTo>
                    <a:pt x="8249" y="3929"/>
                    <a:pt x="8548" y="4641"/>
                    <a:pt x="8073" y="5411"/>
                  </a:cubicBezTo>
                  <a:cubicBezTo>
                    <a:pt x="7005" y="7310"/>
                    <a:pt x="4512" y="6123"/>
                    <a:pt x="2788" y="9153"/>
                  </a:cubicBezTo>
                  <a:lnTo>
                    <a:pt x="5400" y="10634"/>
                  </a:lnTo>
                  <a:cubicBezTo>
                    <a:pt x="6706" y="8322"/>
                    <a:pt x="9911" y="9685"/>
                    <a:pt x="11635" y="6716"/>
                  </a:cubicBezTo>
                  <a:cubicBezTo>
                    <a:pt x="12879" y="4522"/>
                    <a:pt x="11930" y="2324"/>
                    <a:pt x="9318" y="842"/>
                  </a:cubicBezTo>
                  <a:cubicBezTo>
                    <a:pt x="8339" y="278"/>
                    <a:pt x="7374" y="0"/>
                    <a:pt x="6462" y="0"/>
                  </a:cubicBezTo>
                  <a:close/>
                  <a:moveTo>
                    <a:pt x="2195" y="11084"/>
                  </a:moveTo>
                  <a:cubicBezTo>
                    <a:pt x="1535" y="11084"/>
                    <a:pt x="928" y="11426"/>
                    <a:pt x="532" y="12059"/>
                  </a:cubicBezTo>
                  <a:cubicBezTo>
                    <a:pt x="0" y="13071"/>
                    <a:pt x="238" y="14196"/>
                    <a:pt x="1244" y="14733"/>
                  </a:cubicBezTo>
                  <a:cubicBezTo>
                    <a:pt x="1593" y="14937"/>
                    <a:pt x="1949" y="15036"/>
                    <a:pt x="2289" y="15036"/>
                  </a:cubicBezTo>
                  <a:cubicBezTo>
                    <a:pt x="2936" y="15036"/>
                    <a:pt x="3529" y="14680"/>
                    <a:pt x="3918" y="14020"/>
                  </a:cubicBezTo>
                  <a:cubicBezTo>
                    <a:pt x="4450" y="13009"/>
                    <a:pt x="4155" y="11883"/>
                    <a:pt x="3206" y="11347"/>
                  </a:cubicBezTo>
                  <a:cubicBezTo>
                    <a:pt x="2869" y="11169"/>
                    <a:pt x="2525" y="11084"/>
                    <a:pt x="2195" y="110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41"/>
            <p:cNvSpPr/>
            <p:nvPr/>
          </p:nvSpPr>
          <p:spPr>
            <a:xfrm>
              <a:off x="7411475" y="1175133"/>
              <a:ext cx="158152" cy="205114"/>
            </a:xfrm>
            <a:custGeom>
              <a:avLst/>
              <a:gdLst/>
              <a:ahLst/>
              <a:cxnLst/>
              <a:rect l="l" t="t" r="r" b="b"/>
              <a:pathLst>
                <a:path w="6412" h="8316" extrusionOk="0">
                  <a:moveTo>
                    <a:pt x="3006" y="1"/>
                  </a:moveTo>
                  <a:cubicBezTo>
                    <a:pt x="1965" y="1"/>
                    <a:pt x="1109" y="611"/>
                    <a:pt x="594" y="1814"/>
                  </a:cubicBezTo>
                  <a:lnTo>
                    <a:pt x="2137" y="2469"/>
                  </a:lnTo>
                  <a:cubicBezTo>
                    <a:pt x="2351" y="1952"/>
                    <a:pt x="2630" y="1715"/>
                    <a:pt x="2971" y="1715"/>
                  </a:cubicBezTo>
                  <a:cubicBezTo>
                    <a:pt x="3099" y="1715"/>
                    <a:pt x="3236" y="1749"/>
                    <a:pt x="3382" y="1814"/>
                  </a:cubicBezTo>
                  <a:cubicBezTo>
                    <a:pt x="3918" y="2051"/>
                    <a:pt x="4094" y="2350"/>
                    <a:pt x="3918" y="2825"/>
                  </a:cubicBezTo>
                  <a:cubicBezTo>
                    <a:pt x="3443" y="3894"/>
                    <a:pt x="2019" y="3419"/>
                    <a:pt x="1306" y="5138"/>
                  </a:cubicBezTo>
                  <a:lnTo>
                    <a:pt x="2788" y="5793"/>
                  </a:lnTo>
                  <a:cubicBezTo>
                    <a:pt x="3325" y="4487"/>
                    <a:pt x="5163" y="4962"/>
                    <a:pt x="5875" y="3300"/>
                  </a:cubicBezTo>
                  <a:cubicBezTo>
                    <a:pt x="6412" y="2051"/>
                    <a:pt x="5756" y="925"/>
                    <a:pt x="4275" y="270"/>
                  </a:cubicBezTo>
                  <a:cubicBezTo>
                    <a:pt x="3830" y="90"/>
                    <a:pt x="3405" y="1"/>
                    <a:pt x="3006" y="1"/>
                  </a:cubicBezTo>
                  <a:close/>
                  <a:moveTo>
                    <a:pt x="1193" y="6177"/>
                  </a:moveTo>
                  <a:cubicBezTo>
                    <a:pt x="812" y="6177"/>
                    <a:pt x="471" y="6421"/>
                    <a:pt x="295" y="6862"/>
                  </a:cubicBezTo>
                  <a:cubicBezTo>
                    <a:pt x="0" y="7394"/>
                    <a:pt x="238" y="7987"/>
                    <a:pt x="832" y="8225"/>
                  </a:cubicBezTo>
                  <a:cubicBezTo>
                    <a:pt x="969" y="8286"/>
                    <a:pt x="1110" y="8316"/>
                    <a:pt x="1249" y="8316"/>
                  </a:cubicBezTo>
                  <a:cubicBezTo>
                    <a:pt x="1646" y="8316"/>
                    <a:pt x="2018" y="8071"/>
                    <a:pt x="2194" y="7631"/>
                  </a:cubicBezTo>
                  <a:cubicBezTo>
                    <a:pt x="2432" y="7099"/>
                    <a:pt x="2194" y="6506"/>
                    <a:pt x="1601" y="6268"/>
                  </a:cubicBezTo>
                  <a:cubicBezTo>
                    <a:pt x="1463" y="6207"/>
                    <a:pt x="1326" y="6177"/>
                    <a:pt x="1193" y="61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6125935" y="721100"/>
              <a:ext cx="298718" cy="402311"/>
            </a:xfrm>
            <a:custGeom>
              <a:avLst/>
              <a:gdLst/>
              <a:ahLst/>
              <a:cxnLst/>
              <a:rect l="l" t="t" r="r" b="b"/>
              <a:pathLst>
                <a:path w="12111" h="16311" extrusionOk="0">
                  <a:moveTo>
                    <a:pt x="6894" y="0"/>
                  </a:moveTo>
                  <a:cubicBezTo>
                    <a:pt x="6062" y="0"/>
                    <a:pt x="5139" y="211"/>
                    <a:pt x="4155" y="632"/>
                  </a:cubicBezTo>
                  <a:cubicBezTo>
                    <a:pt x="1069" y="1938"/>
                    <a:pt x="0" y="4612"/>
                    <a:pt x="1306" y="7817"/>
                  </a:cubicBezTo>
                  <a:lnTo>
                    <a:pt x="4274" y="6511"/>
                  </a:lnTo>
                  <a:cubicBezTo>
                    <a:pt x="3738" y="5205"/>
                    <a:pt x="4037" y="4374"/>
                    <a:pt x="5105" y="3899"/>
                  </a:cubicBezTo>
                  <a:cubicBezTo>
                    <a:pt x="5427" y="3758"/>
                    <a:pt x="5728" y="3685"/>
                    <a:pt x="5999" y="3685"/>
                  </a:cubicBezTo>
                  <a:cubicBezTo>
                    <a:pt x="6529" y="3685"/>
                    <a:pt x="6945" y="3963"/>
                    <a:pt x="7181" y="4550"/>
                  </a:cubicBezTo>
                  <a:cubicBezTo>
                    <a:pt x="8073" y="6630"/>
                    <a:pt x="5518" y="7993"/>
                    <a:pt x="6943" y="11317"/>
                  </a:cubicBezTo>
                  <a:lnTo>
                    <a:pt x="9793" y="10073"/>
                  </a:lnTo>
                  <a:cubicBezTo>
                    <a:pt x="8724" y="7580"/>
                    <a:pt x="11873" y="5680"/>
                    <a:pt x="10505" y="2413"/>
                  </a:cubicBezTo>
                  <a:cubicBezTo>
                    <a:pt x="9798" y="804"/>
                    <a:pt x="8520" y="0"/>
                    <a:pt x="6894" y="0"/>
                  </a:cubicBezTo>
                  <a:close/>
                  <a:moveTo>
                    <a:pt x="9899" y="12193"/>
                  </a:moveTo>
                  <a:cubicBezTo>
                    <a:pt x="9612" y="12193"/>
                    <a:pt x="9316" y="12256"/>
                    <a:pt x="9023" y="12386"/>
                  </a:cubicBezTo>
                  <a:cubicBezTo>
                    <a:pt x="7955" y="12804"/>
                    <a:pt x="7480" y="13929"/>
                    <a:pt x="7955" y="14998"/>
                  </a:cubicBezTo>
                  <a:cubicBezTo>
                    <a:pt x="8306" y="15833"/>
                    <a:pt x="8982" y="16311"/>
                    <a:pt x="9765" y="16311"/>
                  </a:cubicBezTo>
                  <a:cubicBezTo>
                    <a:pt x="10041" y="16311"/>
                    <a:pt x="10330" y="16252"/>
                    <a:pt x="10624" y="16128"/>
                  </a:cubicBezTo>
                  <a:cubicBezTo>
                    <a:pt x="11692" y="15653"/>
                    <a:pt x="12110" y="14523"/>
                    <a:pt x="11692" y="13454"/>
                  </a:cubicBezTo>
                  <a:cubicBezTo>
                    <a:pt x="11347" y="12637"/>
                    <a:pt x="10659" y="12193"/>
                    <a:pt x="9899" y="12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6464093" y="653517"/>
              <a:ext cx="149371" cy="209702"/>
            </a:xfrm>
            <a:custGeom>
              <a:avLst/>
              <a:gdLst/>
              <a:ahLst/>
              <a:cxnLst/>
              <a:rect l="l" t="t" r="r" b="b"/>
              <a:pathLst>
                <a:path w="6056" h="8502" extrusionOk="0">
                  <a:moveTo>
                    <a:pt x="3537" y="0"/>
                  </a:moveTo>
                  <a:cubicBezTo>
                    <a:pt x="3166" y="0"/>
                    <a:pt x="2756" y="76"/>
                    <a:pt x="2318" y="228"/>
                  </a:cubicBezTo>
                  <a:cubicBezTo>
                    <a:pt x="656" y="760"/>
                    <a:pt x="0" y="2066"/>
                    <a:pt x="537" y="3790"/>
                  </a:cubicBezTo>
                  <a:lnTo>
                    <a:pt x="2138" y="3253"/>
                  </a:lnTo>
                  <a:cubicBezTo>
                    <a:pt x="1900" y="2541"/>
                    <a:pt x="2081" y="2128"/>
                    <a:pt x="2674" y="1947"/>
                  </a:cubicBezTo>
                  <a:cubicBezTo>
                    <a:pt x="2812" y="1896"/>
                    <a:pt x="2939" y="1870"/>
                    <a:pt x="3055" y="1870"/>
                  </a:cubicBezTo>
                  <a:cubicBezTo>
                    <a:pt x="3340" y="1870"/>
                    <a:pt x="3556" y="2028"/>
                    <a:pt x="3681" y="2365"/>
                  </a:cubicBezTo>
                  <a:cubicBezTo>
                    <a:pt x="4037" y="3491"/>
                    <a:pt x="2674" y="4027"/>
                    <a:pt x="3268" y="5808"/>
                  </a:cubicBezTo>
                  <a:lnTo>
                    <a:pt x="4811" y="5333"/>
                  </a:lnTo>
                  <a:cubicBezTo>
                    <a:pt x="4336" y="3966"/>
                    <a:pt x="6055" y="3134"/>
                    <a:pt x="5462" y="1415"/>
                  </a:cubicBezTo>
                  <a:cubicBezTo>
                    <a:pt x="5166" y="480"/>
                    <a:pt x="4473" y="0"/>
                    <a:pt x="3537" y="0"/>
                  </a:cubicBezTo>
                  <a:close/>
                  <a:moveTo>
                    <a:pt x="4649" y="6402"/>
                  </a:moveTo>
                  <a:cubicBezTo>
                    <a:pt x="4528" y="6402"/>
                    <a:pt x="4403" y="6421"/>
                    <a:pt x="4275" y="6459"/>
                  </a:cubicBezTo>
                  <a:cubicBezTo>
                    <a:pt x="3743" y="6639"/>
                    <a:pt x="3444" y="7171"/>
                    <a:pt x="3681" y="7765"/>
                  </a:cubicBezTo>
                  <a:cubicBezTo>
                    <a:pt x="3819" y="8220"/>
                    <a:pt x="4164" y="8502"/>
                    <a:pt x="4585" y="8502"/>
                  </a:cubicBezTo>
                  <a:cubicBezTo>
                    <a:pt x="4713" y="8502"/>
                    <a:pt x="4848" y="8476"/>
                    <a:pt x="4987" y="8420"/>
                  </a:cubicBezTo>
                  <a:cubicBezTo>
                    <a:pt x="5524" y="8240"/>
                    <a:pt x="5818" y="7708"/>
                    <a:pt x="5642" y="7114"/>
                  </a:cubicBezTo>
                  <a:cubicBezTo>
                    <a:pt x="5456" y="6649"/>
                    <a:pt x="5086" y="6402"/>
                    <a:pt x="4649" y="64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6797925" y="1482700"/>
              <a:ext cx="360801" cy="171825"/>
            </a:xfrm>
            <a:custGeom>
              <a:avLst/>
              <a:gdLst/>
              <a:ahLst/>
              <a:cxnLst/>
              <a:rect l="l" t="t" r="r" b="b"/>
              <a:pathLst>
                <a:path w="13637" h="10354" extrusionOk="0">
                  <a:moveTo>
                    <a:pt x="3961" y="1"/>
                  </a:moveTo>
                  <a:cubicBezTo>
                    <a:pt x="3735" y="1"/>
                    <a:pt x="3504" y="1"/>
                    <a:pt x="3278" y="80"/>
                  </a:cubicBezTo>
                  <a:cubicBezTo>
                    <a:pt x="3126" y="80"/>
                    <a:pt x="2974" y="153"/>
                    <a:pt x="2821" y="153"/>
                  </a:cubicBezTo>
                  <a:cubicBezTo>
                    <a:pt x="2437" y="232"/>
                    <a:pt x="2133" y="232"/>
                    <a:pt x="1755" y="385"/>
                  </a:cubicBezTo>
                  <a:cubicBezTo>
                    <a:pt x="1146" y="610"/>
                    <a:pt x="610" y="915"/>
                    <a:pt x="0" y="1219"/>
                  </a:cubicBezTo>
                  <a:cubicBezTo>
                    <a:pt x="762" y="3047"/>
                    <a:pt x="1603" y="4802"/>
                    <a:pt x="2742" y="6325"/>
                  </a:cubicBezTo>
                  <a:cubicBezTo>
                    <a:pt x="3278" y="7160"/>
                    <a:pt x="3888" y="7922"/>
                    <a:pt x="4570" y="8531"/>
                  </a:cubicBezTo>
                  <a:cubicBezTo>
                    <a:pt x="4875" y="8915"/>
                    <a:pt x="5258" y="9220"/>
                    <a:pt x="5636" y="9524"/>
                  </a:cubicBezTo>
                  <a:cubicBezTo>
                    <a:pt x="6020" y="9829"/>
                    <a:pt x="6325" y="10207"/>
                    <a:pt x="6782" y="10286"/>
                  </a:cubicBezTo>
                  <a:cubicBezTo>
                    <a:pt x="6892" y="10333"/>
                    <a:pt x="7003" y="10354"/>
                    <a:pt x="7112" y="10354"/>
                  </a:cubicBezTo>
                  <a:cubicBezTo>
                    <a:pt x="7528" y="10354"/>
                    <a:pt x="7927" y="10053"/>
                    <a:pt x="8226" y="9750"/>
                  </a:cubicBezTo>
                  <a:cubicBezTo>
                    <a:pt x="8762" y="9220"/>
                    <a:pt x="9292" y="8610"/>
                    <a:pt x="9749" y="7922"/>
                  </a:cubicBezTo>
                  <a:cubicBezTo>
                    <a:pt x="10206" y="7392"/>
                    <a:pt x="10663" y="6782"/>
                    <a:pt x="11047" y="6173"/>
                  </a:cubicBezTo>
                  <a:cubicBezTo>
                    <a:pt x="11272" y="5789"/>
                    <a:pt x="13636" y="1603"/>
                    <a:pt x="13405" y="1524"/>
                  </a:cubicBezTo>
                  <a:cubicBezTo>
                    <a:pt x="13332" y="1451"/>
                    <a:pt x="13252" y="1451"/>
                    <a:pt x="13179" y="1372"/>
                  </a:cubicBezTo>
                  <a:cubicBezTo>
                    <a:pt x="12491" y="994"/>
                    <a:pt x="11882" y="610"/>
                    <a:pt x="11199" y="385"/>
                  </a:cubicBezTo>
                  <a:cubicBezTo>
                    <a:pt x="10815" y="232"/>
                    <a:pt x="10437" y="232"/>
                    <a:pt x="10054" y="153"/>
                  </a:cubicBezTo>
                  <a:cubicBezTo>
                    <a:pt x="9901" y="153"/>
                    <a:pt x="9749" y="80"/>
                    <a:pt x="9597" y="80"/>
                  </a:cubicBezTo>
                  <a:cubicBezTo>
                    <a:pt x="9444" y="1"/>
                    <a:pt x="9219" y="1"/>
                    <a:pt x="8987" y="1"/>
                  </a:cubicBezTo>
                  <a:cubicBezTo>
                    <a:pt x="8762" y="1"/>
                    <a:pt x="8457" y="1"/>
                    <a:pt x="8226" y="80"/>
                  </a:cubicBezTo>
                  <a:cubicBezTo>
                    <a:pt x="8000" y="80"/>
                    <a:pt x="7769" y="80"/>
                    <a:pt x="7543" y="153"/>
                  </a:cubicBezTo>
                  <a:lnTo>
                    <a:pt x="5411" y="153"/>
                  </a:lnTo>
                  <a:cubicBezTo>
                    <a:pt x="5179" y="80"/>
                    <a:pt x="4875" y="80"/>
                    <a:pt x="4649" y="80"/>
                  </a:cubicBezTo>
                  <a:cubicBezTo>
                    <a:pt x="4418" y="1"/>
                    <a:pt x="4192" y="1"/>
                    <a:pt x="3961" y="1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6804229" y="1265309"/>
              <a:ext cx="348171" cy="341592"/>
            </a:xfrm>
            <a:custGeom>
              <a:avLst/>
              <a:gdLst/>
              <a:ahLst/>
              <a:cxnLst/>
              <a:rect l="l" t="t" r="r" b="b"/>
              <a:pathLst>
                <a:path w="12869" h="12627" extrusionOk="0">
                  <a:moveTo>
                    <a:pt x="3495" y="1"/>
                  </a:moveTo>
                  <a:cubicBezTo>
                    <a:pt x="3116" y="1"/>
                    <a:pt x="2737" y="67"/>
                    <a:pt x="2358" y="162"/>
                  </a:cubicBezTo>
                  <a:cubicBezTo>
                    <a:pt x="1980" y="235"/>
                    <a:pt x="1523" y="314"/>
                    <a:pt x="1292" y="619"/>
                  </a:cubicBezTo>
                  <a:cubicBezTo>
                    <a:pt x="1219" y="844"/>
                    <a:pt x="1139" y="1076"/>
                    <a:pt x="1139" y="1228"/>
                  </a:cubicBezTo>
                  <a:cubicBezTo>
                    <a:pt x="987" y="2367"/>
                    <a:pt x="835" y="3434"/>
                    <a:pt x="762" y="4579"/>
                  </a:cubicBezTo>
                  <a:cubicBezTo>
                    <a:pt x="682" y="5871"/>
                    <a:pt x="305" y="7169"/>
                    <a:pt x="152" y="8460"/>
                  </a:cubicBezTo>
                  <a:cubicBezTo>
                    <a:pt x="73" y="8917"/>
                    <a:pt x="0" y="9374"/>
                    <a:pt x="152" y="9831"/>
                  </a:cubicBezTo>
                  <a:cubicBezTo>
                    <a:pt x="378" y="10977"/>
                    <a:pt x="1444" y="11659"/>
                    <a:pt x="2510" y="12043"/>
                  </a:cubicBezTo>
                  <a:cubicBezTo>
                    <a:pt x="3685" y="12463"/>
                    <a:pt x="4929" y="12627"/>
                    <a:pt x="6192" y="12627"/>
                  </a:cubicBezTo>
                  <a:cubicBezTo>
                    <a:pt x="7223" y="12627"/>
                    <a:pt x="8265" y="12518"/>
                    <a:pt x="9292" y="12348"/>
                  </a:cubicBezTo>
                  <a:cubicBezTo>
                    <a:pt x="9822" y="12269"/>
                    <a:pt x="10358" y="12116"/>
                    <a:pt x="10888" y="11891"/>
                  </a:cubicBezTo>
                  <a:cubicBezTo>
                    <a:pt x="11120" y="11812"/>
                    <a:pt x="11345" y="11659"/>
                    <a:pt x="11577" y="11434"/>
                  </a:cubicBezTo>
                  <a:cubicBezTo>
                    <a:pt x="12868" y="10288"/>
                    <a:pt x="11729" y="8613"/>
                    <a:pt x="11881" y="7169"/>
                  </a:cubicBezTo>
                  <a:cubicBezTo>
                    <a:pt x="11881" y="6255"/>
                    <a:pt x="11954" y="5341"/>
                    <a:pt x="12034" y="4500"/>
                  </a:cubicBezTo>
                  <a:cubicBezTo>
                    <a:pt x="12034" y="4195"/>
                    <a:pt x="12034" y="3970"/>
                    <a:pt x="11954" y="3665"/>
                  </a:cubicBezTo>
                  <a:cubicBezTo>
                    <a:pt x="11881" y="3281"/>
                    <a:pt x="11650" y="2977"/>
                    <a:pt x="11345" y="2751"/>
                  </a:cubicBezTo>
                  <a:cubicBezTo>
                    <a:pt x="10510" y="1911"/>
                    <a:pt x="9365" y="1685"/>
                    <a:pt x="8299" y="1380"/>
                  </a:cubicBezTo>
                  <a:cubicBezTo>
                    <a:pt x="8146" y="1301"/>
                    <a:pt x="8073" y="1301"/>
                    <a:pt x="7921" y="1228"/>
                  </a:cubicBezTo>
                  <a:cubicBezTo>
                    <a:pt x="7232" y="1076"/>
                    <a:pt x="6471" y="1228"/>
                    <a:pt x="5862" y="923"/>
                  </a:cubicBezTo>
                  <a:cubicBezTo>
                    <a:pt x="5252" y="692"/>
                    <a:pt x="4795" y="314"/>
                    <a:pt x="4186" y="83"/>
                  </a:cubicBezTo>
                  <a:cubicBezTo>
                    <a:pt x="3956" y="25"/>
                    <a:pt x="3726" y="1"/>
                    <a:pt x="3495" y="1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6872135" y="1298531"/>
              <a:ext cx="257672" cy="203462"/>
            </a:xfrm>
            <a:custGeom>
              <a:avLst/>
              <a:gdLst/>
              <a:ahLst/>
              <a:cxnLst/>
              <a:rect l="l" t="t" r="r" b="b"/>
              <a:pathLst>
                <a:path w="9524" h="7521" extrusionOk="0">
                  <a:moveTo>
                    <a:pt x="5411" y="0"/>
                  </a:moveTo>
                  <a:cubicBezTo>
                    <a:pt x="4802" y="0"/>
                    <a:pt x="4113" y="73"/>
                    <a:pt x="3431" y="152"/>
                  </a:cubicBezTo>
                  <a:cubicBezTo>
                    <a:pt x="2590" y="226"/>
                    <a:pt x="1219" y="378"/>
                    <a:pt x="762" y="1292"/>
                  </a:cubicBezTo>
                  <a:cubicBezTo>
                    <a:pt x="762" y="1292"/>
                    <a:pt x="689" y="1292"/>
                    <a:pt x="689" y="1371"/>
                  </a:cubicBezTo>
                  <a:cubicBezTo>
                    <a:pt x="0" y="2894"/>
                    <a:pt x="457" y="4795"/>
                    <a:pt x="1603" y="5941"/>
                  </a:cubicBezTo>
                  <a:cubicBezTo>
                    <a:pt x="2662" y="7000"/>
                    <a:pt x="4001" y="7521"/>
                    <a:pt x="5384" y="7521"/>
                  </a:cubicBezTo>
                  <a:cubicBezTo>
                    <a:pt x="6389" y="7521"/>
                    <a:pt x="7417" y="7246"/>
                    <a:pt x="8378" y="6702"/>
                  </a:cubicBezTo>
                  <a:cubicBezTo>
                    <a:pt x="8762" y="6550"/>
                    <a:pt x="9067" y="6245"/>
                    <a:pt x="9371" y="5941"/>
                  </a:cubicBezTo>
                  <a:cubicBezTo>
                    <a:pt x="9371" y="5027"/>
                    <a:pt x="9444" y="4113"/>
                    <a:pt x="9524" y="3272"/>
                  </a:cubicBezTo>
                  <a:cubicBezTo>
                    <a:pt x="9524" y="2967"/>
                    <a:pt x="9524" y="2742"/>
                    <a:pt x="9444" y="2437"/>
                  </a:cubicBezTo>
                  <a:cubicBezTo>
                    <a:pt x="9371" y="2053"/>
                    <a:pt x="9140" y="1749"/>
                    <a:pt x="8835" y="1523"/>
                  </a:cubicBezTo>
                  <a:cubicBezTo>
                    <a:pt x="8000" y="683"/>
                    <a:pt x="6855" y="457"/>
                    <a:pt x="5789" y="152"/>
                  </a:cubicBezTo>
                  <a:cubicBezTo>
                    <a:pt x="5636" y="73"/>
                    <a:pt x="5563" y="73"/>
                    <a:pt x="5411" y="0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6787803" y="813772"/>
              <a:ext cx="440969" cy="646014"/>
            </a:xfrm>
            <a:custGeom>
              <a:avLst/>
              <a:gdLst/>
              <a:ahLst/>
              <a:cxnLst/>
              <a:rect l="l" t="t" r="r" b="b"/>
              <a:pathLst>
                <a:path w="16299" h="23880" extrusionOk="0">
                  <a:moveTo>
                    <a:pt x="6928" y="0"/>
                  </a:moveTo>
                  <a:cubicBezTo>
                    <a:pt x="6428" y="0"/>
                    <a:pt x="5939" y="59"/>
                    <a:pt x="5484" y="211"/>
                  </a:cubicBezTo>
                  <a:cubicBezTo>
                    <a:pt x="4265" y="595"/>
                    <a:pt x="3199" y="1357"/>
                    <a:pt x="2358" y="2271"/>
                  </a:cubicBezTo>
                  <a:cubicBezTo>
                    <a:pt x="2285" y="2423"/>
                    <a:pt x="2206" y="2575"/>
                    <a:pt x="2053" y="2648"/>
                  </a:cubicBezTo>
                  <a:cubicBezTo>
                    <a:pt x="1066" y="4099"/>
                    <a:pt x="152" y="6000"/>
                    <a:pt x="152" y="7754"/>
                  </a:cubicBezTo>
                  <a:cubicBezTo>
                    <a:pt x="152" y="8741"/>
                    <a:pt x="0" y="9808"/>
                    <a:pt x="73" y="10801"/>
                  </a:cubicBezTo>
                  <a:lnTo>
                    <a:pt x="73" y="10953"/>
                  </a:lnTo>
                  <a:cubicBezTo>
                    <a:pt x="152" y="12093"/>
                    <a:pt x="305" y="13159"/>
                    <a:pt x="530" y="14225"/>
                  </a:cubicBezTo>
                  <a:cubicBezTo>
                    <a:pt x="609" y="14834"/>
                    <a:pt x="914" y="15444"/>
                    <a:pt x="1066" y="16053"/>
                  </a:cubicBezTo>
                  <a:cubicBezTo>
                    <a:pt x="1292" y="16815"/>
                    <a:pt x="1523" y="17503"/>
                    <a:pt x="1828" y="18186"/>
                  </a:cubicBezTo>
                  <a:cubicBezTo>
                    <a:pt x="2358" y="19556"/>
                    <a:pt x="3199" y="20854"/>
                    <a:pt x="4113" y="21921"/>
                  </a:cubicBezTo>
                  <a:cubicBezTo>
                    <a:pt x="4418" y="22298"/>
                    <a:pt x="4722" y="22603"/>
                    <a:pt x="5027" y="22908"/>
                  </a:cubicBezTo>
                  <a:cubicBezTo>
                    <a:pt x="5973" y="23539"/>
                    <a:pt x="7283" y="23879"/>
                    <a:pt x="8528" y="23879"/>
                  </a:cubicBezTo>
                  <a:cubicBezTo>
                    <a:pt x="9087" y="23879"/>
                    <a:pt x="9632" y="23811"/>
                    <a:pt x="10127" y="23669"/>
                  </a:cubicBezTo>
                  <a:cubicBezTo>
                    <a:pt x="11272" y="23291"/>
                    <a:pt x="12716" y="22603"/>
                    <a:pt x="13478" y="21689"/>
                  </a:cubicBezTo>
                  <a:cubicBezTo>
                    <a:pt x="14239" y="20702"/>
                    <a:pt x="14776" y="19861"/>
                    <a:pt x="15080" y="18642"/>
                  </a:cubicBezTo>
                  <a:cubicBezTo>
                    <a:pt x="15763" y="16437"/>
                    <a:pt x="15842" y="14000"/>
                    <a:pt x="16146" y="11715"/>
                  </a:cubicBezTo>
                  <a:cubicBezTo>
                    <a:pt x="16146" y="11105"/>
                    <a:pt x="16299" y="10569"/>
                    <a:pt x="16299" y="10039"/>
                  </a:cubicBezTo>
                  <a:cubicBezTo>
                    <a:pt x="16299" y="9430"/>
                    <a:pt x="16220" y="8821"/>
                    <a:pt x="16220" y="8211"/>
                  </a:cubicBezTo>
                  <a:cubicBezTo>
                    <a:pt x="16220" y="7370"/>
                    <a:pt x="16146" y="6609"/>
                    <a:pt x="16067" y="5847"/>
                  </a:cubicBezTo>
                  <a:cubicBezTo>
                    <a:pt x="15915" y="5238"/>
                    <a:pt x="15763" y="4555"/>
                    <a:pt x="15458" y="3946"/>
                  </a:cubicBezTo>
                  <a:cubicBezTo>
                    <a:pt x="15001" y="2953"/>
                    <a:pt x="14087" y="2191"/>
                    <a:pt x="13100" y="1582"/>
                  </a:cubicBezTo>
                  <a:cubicBezTo>
                    <a:pt x="12107" y="1052"/>
                    <a:pt x="11041" y="747"/>
                    <a:pt x="9901" y="443"/>
                  </a:cubicBezTo>
                  <a:cubicBezTo>
                    <a:pt x="8986" y="239"/>
                    <a:pt x="7934" y="0"/>
                    <a:pt x="6928" y="0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6734209" y="793049"/>
              <a:ext cx="511069" cy="399809"/>
            </a:xfrm>
            <a:custGeom>
              <a:avLst/>
              <a:gdLst/>
              <a:ahLst/>
              <a:cxnLst/>
              <a:rect l="l" t="t" r="r" b="b"/>
              <a:pathLst>
                <a:path w="18890" h="14779" extrusionOk="0">
                  <a:moveTo>
                    <a:pt x="9921" y="1"/>
                  </a:moveTo>
                  <a:cubicBezTo>
                    <a:pt x="8605" y="1"/>
                    <a:pt x="7301" y="203"/>
                    <a:pt x="6167" y="825"/>
                  </a:cubicBezTo>
                  <a:cubicBezTo>
                    <a:pt x="5405" y="1282"/>
                    <a:pt x="4723" y="1891"/>
                    <a:pt x="4034" y="2427"/>
                  </a:cubicBezTo>
                  <a:cubicBezTo>
                    <a:pt x="2438" y="3798"/>
                    <a:pt x="836" y="5321"/>
                    <a:pt x="379" y="7375"/>
                  </a:cubicBezTo>
                  <a:cubicBezTo>
                    <a:pt x="226" y="7911"/>
                    <a:pt x="226" y="8441"/>
                    <a:pt x="153" y="8977"/>
                  </a:cubicBezTo>
                  <a:cubicBezTo>
                    <a:pt x="74" y="10421"/>
                    <a:pt x="1" y="12024"/>
                    <a:pt x="683" y="13395"/>
                  </a:cubicBezTo>
                  <a:cubicBezTo>
                    <a:pt x="988" y="13925"/>
                    <a:pt x="1372" y="14461"/>
                    <a:pt x="1981" y="14686"/>
                  </a:cubicBezTo>
                  <a:cubicBezTo>
                    <a:pt x="2149" y="14750"/>
                    <a:pt x="2300" y="14779"/>
                    <a:pt x="2441" y="14779"/>
                  </a:cubicBezTo>
                  <a:cubicBezTo>
                    <a:pt x="2811" y="14779"/>
                    <a:pt x="3116" y="14582"/>
                    <a:pt x="3504" y="14309"/>
                  </a:cubicBezTo>
                  <a:cubicBezTo>
                    <a:pt x="3961" y="14004"/>
                    <a:pt x="4571" y="13699"/>
                    <a:pt x="4796" y="13163"/>
                  </a:cubicBezTo>
                  <a:cubicBezTo>
                    <a:pt x="5028" y="12633"/>
                    <a:pt x="5028" y="12024"/>
                    <a:pt x="5028" y="11488"/>
                  </a:cubicBezTo>
                  <a:lnTo>
                    <a:pt x="5028" y="11031"/>
                  </a:lnTo>
                  <a:cubicBezTo>
                    <a:pt x="5028" y="10574"/>
                    <a:pt x="5101" y="10117"/>
                    <a:pt x="5253" y="9739"/>
                  </a:cubicBezTo>
                  <a:cubicBezTo>
                    <a:pt x="5558" y="8898"/>
                    <a:pt x="6319" y="8216"/>
                    <a:pt x="7233" y="8136"/>
                  </a:cubicBezTo>
                  <a:cubicBezTo>
                    <a:pt x="7690" y="8136"/>
                    <a:pt x="8147" y="8216"/>
                    <a:pt x="8531" y="8216"/>
                  </a:cubicBezTo>
                  <a:cubicBezTo>
                    <a:pt x="9293" y="8216"/>
                    <a:pt x="10054" y="7911"/>
                    <a:pt x="10664" y="7454"/>
                  </a:cubicBezTo>
                  <a:cubicBezTo>
                    <a:pt x="11121" y="7149"/>
                    <a:pt x="11425" y="6692"/>
                    <a:pt x="11882" y="6540"/>
                  </a:cubicBezTo>
                  <a:cubicBezTo>
                    <a:pt x="12260" y="6461"/>
                    <a:pt x="12644" y="6461"/>
                    <a:pt x="13022" y="6461"/>
                  </a:cubicBezTo>
                  <a:cubicBezTo>
                    <a:pt x="13479" y="6540"/>
                    <a:pt x="14015" y="6540"/>
                    <a:pt x="14472" y="6613"/>
                  </a:cubicBezTo>
                  <a:cubicBezTo>
                    <a:pt x="15154" y="6613"/>
                    <a:pt x="15843" y="6692"/>
                    <a:pt x="16452" y="6918"/>
                  </a:cubicBezTo>
                  <a:cubicBezTo>
                    <a:pt x="16909" y="7070"/>
                    <a:pt x="17366" y="7302"/>
                    <a:pt x="17744" y="7606"/>
                  </a:cubicBezTo>
                  <a:cubicBezTo>
                    <a:pt x="17927" y="7848"/>
                    <a:pt x="18061" y="8327"/>
                    <a:pt x="18336" y="8327"/>
                  </a:cubicBezTo>
                  <a:cubicBezTo>
                    <a:pt x="18408" y="8327"/>
                    <a:pt x="18490" y="8294"/>
                    <a:pt x="18584" y="8216"/>
                  </a:cubicBezTo>
                  <a:cubicBezTo>
                    <a:pt x="18810" y="7911"/>
                    <a:pt x="18810" y="7223"/>
                    <a:pt x="18810" y="6918"/>
                  </a:cubicBezTo>
                  <a:cubicBezTo>
                    <a:pt x="18889" y="6004"/>
                    <a:pt x="18584" y="5090"/>
                    <a:pt x="18127" y="4408"/>
                  </a:cubicBezTo>
                  <a:cubicBezTo>
                    <a:pt x="17671" y="3798"/>
                    <a:pt x="17061" y="3567"/>
                    <a:pt x="16452" y="3189"/>
                  </a:cubicBezTo>
                  <a:cubicBezTo>
                    <a:pt x="15843" y="2732"/>
                    <a:pt x="15233" y="2275"/>
                    <a:pt x="14624" y="1739"/>
                  </a:cubicBezTo>
                  <a:cubicBezTo>
                    <a:pt x="14240" y="1361"/>
                    <a:pt x="13862" y="904"/>
                    <a:pt x="13405" y="673"/>
                  </a:cubicBezTo>
                  <a:cubicBezTo>
                    <a:pt x="12796" y="295"/>
                    <a:pt x="12035" y="142"/>
                    <a:pt x="11273" y="63"/>
                  </a:cubicBezTo>
                  <a:cubicBezTo>
                    <a:pt x="10825" y="24"/>
                    <a:pt x="10372" y="1"/>
                    <a:pt x="9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6758125" y="1124971"/>
              <a:ext cx="114091" cy="163532"/>
            </a:xfrm>
            <a:custGeom>
              <a:avLst/>
              <a:gdLst/>
              <a:ahLst/>
              <a:cxnLst/>
              <a:rect l="l" t="t" r="r" b="b"/>
              <a:pathLst>
                <a:path w="4217" h="6045" extrusionOk="0">
                  <a:moveTo>
                    <a:pt x="1528" y="1"/>
                  </a:moveTo>
                  <a:cubicBezTo>
                    <a:pt x="488" y="1"/>
                    <a:pt x="0" y="1548"/>
                    <a:pt x="183" y="2570"/>
                  </a:cubicBezTo>
                  <a:cubicBezTo>
                    <a:pt x="409" y="3411"/>
                    <a:pt x="866" y="4172"/>
                    <a:pt x="1323" y="4855"/>
                  </a:cubicBezTo>
                  <a:cubicBezTo>
                    <a:pt x="1693" y="5349"/>
                    <a:pt x="2217" y="6044"/>
                    <a:pt x="2890" y="6044"/>
                  </a:cubicBezTo>
                  <a:cubicBezTo>
                    <a:pt x="3046" y="6044"/>
                    <a:pt x="3210" y="6007"/>
                    <a:pt x="3382" y="5921"/>
                  </a:cubicBezTo>
                  <a:cubicBezTo>
                    <a:pt x="3687" y="5695"/>
                    <a:pt x="3839" y="5391"/>
                    <a:pt x="3912" y="5007"/>
                  </a:cubicBezTo>
                  <a:cubicBezTo>
                    <a:pt x="4217" y="3788"/>
                    <a:pt x="3991" y="2192"/>
                    <a:pt x="3230" y="1126"/>
                  </a:cubicBezTo>
                  <a:cubicBezTo>
                    <a:pt x="2998" y="821"/>
                    <a:pt x="2773" y="516"/>
                    <a:pt x="2468" y="364"/>
                  </a:cubicBezTo>
                  <a:cubicBezTo>
                    <a:pt x="2118" y="109"/>
                    <a:pt x="1804" y="1"/>
                    <a:pt x="1528" y="1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7008012" y="1145898"/>
              <a:ext cx="57708" cy="171837"/>
            </a:xfrm>
            <a:custGeom>
              <a:avLst/>
              <a:gdLst/>
              <a:ahLst/>
              <a:cxnLst/>
              <a:rect l="l" t="t" r="r" b="b"/>
              <a:pathLst>
                <a:path w="2133" h="6352" extrusionOk="0">
                  <a:moveTo>
                    <a:pt x="1712" y="1"/>
                  </a:moveTo>
                  <a:cubicBezTo>
                    <a:pt x="1666" y="1"/>
                    <a:pt x="1624" y="10"/>
                    <a:pt x="1603" y="33"/>
                  </a:cubicBezTo>
                  <a:cubicBezTo>
                    <a:pt x="1298" y="564"/>
                    <a:pt x="1219" y="1100"/>
                    <a:pt x="1219" y="1709"/>
                  </a:cubicBezTo>
                  <a:cubicBezTo>
                    <a:pt x="1219" y="2318"/>
                    <a:pt x="1219" y="3001"/>
                    <a:pt x="1371" y="3610"/>
                  </a:cubicBezTo>
                  <a:cubicBezTo>
                    <a:pt x="1371" y="3915"/>
                    <a:pt x="1450" y="4219"/>
                    <a:pt x="1524" y="4524"/>
                  </a:cubicBezTo>
                  <a:cubicBezTo>
                    <a:pt x="1603" y="4756"/>
                    <a:pt x="1755" y="5060"/>
                    <a:pt x="1755" y="5286"/>
                  </a:cubicBezTo>
                  <a:cubicBezTo>
                    <a:pt x="1755" y="5669"/>
                    <a:pt x="1450" y="5743"/>
                    <a:pt x="1146" y="5822"/>
                  </a:cubicBezTo>
                  <a:cubicBezTo>
                    <a:pt x="841" y="5974"/>
                    <a:pt x="537" y="6047"/>
                    <a:pt x="232" y="6126"/>
                  </a:cubicBezTo>
                  <a:cubicBezTo>
                    <a:pt x="0" y="6200"/>
                    <a:pt x="232" y="6352"/>
                    <a:pt x="384" y="6352"/>
                  </a:cubicBezTo>
                  <a:cubicBezTo>
                    <a:pt x="689" y="6200"/>
                    <a:pt x="1067" y="6126"/>
                    <a:pt x="1371" y="5974"/>
                  </a:cubicBezTo>
                  <a:cubicBezTo>
                    <a:pt x="1603" y="5895"/>
                    <a:pt x="1907" y="5822"/>
                    <a:pt x="1981" y="5590"/>
                  </a:cubicBezTo>
                  <a:cubicBezTo>
                    <a:pt x="2133" y="5438"/>
                    <a:pt x="2060" y="5133"/>
                    <a:pt x="2060" y="4981"/>
                  </a:cubicBezTo>
                  <a:cubicBezTo>
                    <a:pt x="1981" y="4603"/>
                    <a:pt x="1828" y="4299"/>
                    <a:pt x="1755" y="3994"/>
                  </a:cubicBezTo>
                  <a:cubicBezTo>
                    <a:pt x="1603" y="3385"/>
                    <a:pt x="1524" y="2696"/>
                    <a:pt x="1524" y="2014"/>
                  </a:cubicBezTo>
                  <a:cubicBezTo>
                    <a:pt x="1524" y="1325"/>
                    <a:pt x="1603" y="716"/>
                    <a:pt x="1907" y="107"/>
                  </a:cubicBezTo>
                  <a:cubicBezTo>
                    <a:pt x="1959" y="55"/>
                    <a:pt x="1823" y="1"/>
                    <a:pt x="1712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6721100" y="1496375"/>
              <a:ext cx="250232" cy="257024"/>
            </a:xfrm>
            <a:custGeom>
              <a:avLst/>
              <a:gdLst/>
              <a:ahLst/>
              <a:cxnLst/>
              <a:rect l="l" t="t" r="r" b="b"/>
              <a:pathLst>
                <a:path w="9874" h="10877" extrusionOk="0">
                  <a:moveTo>
                    <a:pt x="3510" y="1"/>
                  </a:moveTo>
                  <a:cubicBezTo>
                    <a:pt x="2570" y="1"/>
                    <a:pt x="1681" y="781"/>
                    <a:pt x="1681" y="781"/>
                  </a:cubicBezTo>
                  <a:cubicBezTo>
                    <a:pt x="1" y="5981"/>
                    <a:pt x="3091" y="10877"/>
                    <a:pt x="4485" y="10877"/>
                  </a:cubicBezTo>
                  <a:cubicBezTo>
                    <a:pt x="4714" y="10877"/>
                    <a:pt x="4897" y="10744"/>
                    <a:pt x="5005" y="10460"/>
                  </a:cubicBezTo>
                  <a:cubicBezTo>
                    <a:pt x="5779" y="8441"/>
                    <a:pt x="9873" y="6599"/>
                    <a:pt x="9873" y="6599"/>
                  </a:cubicBezTo>
                  <a:cubicBezTo>
                    <a:pt x="4711" y="4167"/>
                    <a:pt x="3699" y="12"/>
                    <a:pt x="3699" y="12"/>
                  </a:cubicBezTo>
                  <a:cubicBezTo>
                    <a:pt x="3636" y="4"/>
                    <a:pt x="3573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6971317" y="1490747"/>
              <a:ext cx="243838" cy="268281"/>
            </a:xfrm>
            <a:custGeom>
              <a:avLst/>
              <a:gdLst/>
              <a:ahLst/>
              <a:cxnLst/>
              <a:rect l="l" t="t" r="r" b="b"/>
              <a:pathLst>
                <a:path w="9886" h="10877" extrusionOk="0">
                  <a:moveTo>
                    <a:pt x="6425" y="1"/>
                  </a:moveTo>
                  <a:cubicBezTo>
                    <a:pt x="6362" y="1"/>
                    <a:pt x="6299" y="4"/>
                    <a:pt x="6236" y="12"/>
                  </a:cubicBezTo>
                  <a:cubicBezTo>
                    <a:pt x="6236" y="12"/>
                    <a:pt x="5224" y="4167"/>
                    <a:pt x="0" y="6599"/>
                  </a:cubicBezTo>
                  <a:cubicBezTo>
                    <a:pt x="0" y="6599"/>
                    <a:pt x="4099" y="8441"/>
                    <a:pt x="4868" y="10460"/>
                  </a:cubicBezTo>
                  <a:cubicBezTo>
                    <a:pt x="4985" y="10744"/>
                    <a:pt x="5175" y="10877"/>
                    <a:pt x="5408" y="10877"/>
                  </a:cubicBezTo>
                  <a:cubicBezTo>
                    <a:pt x="6830" y="10877"/>
                    <a:pt x="9885" y="5981"/>
                    <a:pt x="8254" y="781"/>
                  </a:cubicBezTo>
                  <a:cubicBezTo>
                    <a:pt x="8254" y="781"/>
                    <a:pt x="7365" y="1"/>
                    <a:pt x="64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6322516" y="996386"/>
              <a:ext cx="484223" cy="591072"/>
            </a:xfrm>
            <a:custGeom>
              <a:avLst/>
              <a:gdLst/>
              <a:ahLst/>
              <a:cxnLst/>
              <a:rect l="l" t="t" r="r" b="b"/>
              <a:pathLst>
                <a:path w="19632" h="23964" extrusionOk="0">
                  <a:moveTo>
                    <a:pt x="16322" y="0"/>
                  </a:moveTo>
                  <a:cubicBezTo>
                    <a:pt x="15742" y="0"/>
                    <a:pt x="15104" y="70"/>
                    <a:pt x="14764" y="99"/>
                  </a:cubicBezTo>
                  <a:cubicBezTo>
                    <a:pt x="14113" y="218"/>
                    <a:pt x="11501" y="1286"/>
                    <a:pt x="11145" y="1581"/>
                  </a:cubicBezTo>
                  <a:cubicBezTo>
                    <a:pt x="10846" y="1937"/>
                    <a:pt x="8352" y="4074"/>
                    <a:pt x="7996" y="4312"/>
                  </a:cubicBezTo>
                  <a:cubicBezTo>
                    <a:pt x="7640" y="4549"/>
                    <a:pt x="6752" y="8111"/>
                    <a:pt x="6396" y="9597"/>
                  </a:cubicBezTo>
                  <a:cubicBezTo>
                    <a:pt x="6097" y="11022"/>
                    <a:pt x="3903" y="14403"/>
                    <a:pt x="3309" y="15415"/>
                  </a:cubicBezTo>
                  <a:cubicBezTo>
                    <a:pt x="2772" y="16422"/>
                    <a:pt x="160" y="20577"/>
                    <a:pt x="160" y="20577"/>
                  </a:cubicBezTo>
                  <a:cubicBezTo>
                    <a:pt x="0" y="23096"/>
                    <a:pt x="1754" y="23963"/>
                    <a:pt x="3453" y="23963"/>
                  </a:cubicBezTo>
                  <a:cubicBezTo>
                    <a:pt x="4878" y="23963"/>
                    <a:pt x="6264" y="23353"/>
                    <a:pt x="6453" y="22595"/>
                  </a:cubicBezTo>
                  <a:cubicBezTo>
                    <a:pt x="6928" y="20995"/>
                    <a:pt x="8414" y="15828"/>
                    <a:pt x="9483" y="15059"/>
                  </a:cubicBezTo>
                  <a:cubicBezTo>
                    <a:pt x="10489" y="14284"/>
                    <a:pt x="11439" y="13691"/>
                    <a:pt x="11976" y="12209"/>
                  </a:cubicBezTo>
                  <a:cubicBezTo>
                    <a:pt x="12508" y="10784"/>
                    <a:pt x="13401" y="7935"/>
                    <a:pt x="13576" y="7398"/>
                  </a:cubicBezTo>
                  <a:cubicBezTo>
                    <a:pt x="13757" y="6867"/>
                    <a:pt x="14526" y="5736"/>
                    <a:pt x="15238" y="5380"/>
                  </a:cubicBezTo>
                  <a:cubicBezTo>
                    <a:pt x="15894" y="5024"/>
                    <a:pt x="16426" y="4193"/>
                    <a:pt x="17376" y="4136"/>
                  </a:cubicBezTo>
                  <a:cubicBezTo>
                    <a:pt x="18325" y="4074"/>
                    <a:pt x="18150" y="3362"/>
                    <a:pt x="18150" y="3362"/>
                  </a:cubicBezTo>
                  <a:cubicBezTo>
                    <a:pt x="19631" y="3243"/>
                    <a:pt x="18862" y="2056"/>
                    <a:pt x="18862" y="2056"/>
                  </a:cubicBezTo>
                  <a:lnTo>
                    <a:pt x="18862" y="2056"/>
                  </a:lnTo>
                  <a:cubicBezTo>
                    <a:pt x="18874" y="2058"/>
                    <a:pt x="18886" y="2058"/>
                    <a:pt x="18898" y="2058"/>
                  </a:cubicBezTo>
                  <a:cubicBezTo>
                    <a:pt x="19278" y="2058"/>
                    <a:pt x="19316" y="1102"/>
                    <a:pt x="18625" y="987"/>
                  </a:cubicBezTo>
                  <a:cubicBezTo>
                    <a:pt x="18484" y="952"/>
                    <a:pt x="18294" y="939"/>
                    <a:pt x="18080" y="939"/>
                  </a:cubicBezTo>
                  <a:cubicBezTo>
                    <a:pt x="17824" y="939"/>
                    <a:pt x="17534" y="958"/>
                    <a:pt x="17253" y="987"/>
                  </a:cubicBezTo>
                  <a:lnTo>
                    <a:pt x="17253" y="987"/>
                  </a:lnTo>
                  <a:cubicBezTo>
                    <a:pt x="17507" y="890"/>
                    <a:pt x="17585" y="727"/>
                    <a:pt x="17556" y="394"/>
                  </a:cubicBezTo>
                  <a:cubicBezTo>
                    <a:pt x="17524" y="83"/>
                    <a:pt x="16957" y="0"/>
                    <a:pt x="16322" y="0"/>
                  </a:cubicBezTo>
                  <a:close/>
                </a:path>
              </a:pathLst>
            </a:custGeom>
            <a:solidFill>
              <a:srgbClr val="F495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6579821" y="1025170"/>
              <a:ext cx="136126" cy="54140"/>
            </a:xfrm>
            <a:custGeom>
              <a:avLst/>
              <a:gdLst/>
              <a:ahLst/>
              <a:cxnLst/>
              <a:rect l="l" t="t" r="r" b="b"/>
              <a:pathLst>
                <a:path w="5519" h="2195" extrusionOk="0">
                  <a:moveTo>
                    <a:pt x="5519" y="1"/>
                  </a:moveTo>
                  <a:cubicBezTo>
                    <a:pt x="5519" y="1"/>
                    <a:pt x="2432" y="357"/>
                    <a:pt x="2076" y="651"/>
                  </a:cubicBezTo>
                  <a:cubicBezTo>
                    <a:pt x="1720" y="950"/>
                    <a:pt x="0" y="2195"/>
                    <a:pt x="0" y="2195"/>
                  </a:cubicBezTo>
                  <a:cubicBezTo>
                    <a:pt x="475" y="1957"/>
                    <a:pt x="1900" y="1069"/>
                    <a:pt x="2375" y="770"/>
                  </a:cubicBezTo>
                  <a:cubicBezTo>
                    <a:pt x="2850" y="533"/>
                    <a:pt x="5519" y="1"/>
                    <a:pt x="5519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41"/>
            <p:cNvSpPr/>
            <p:nvPr/>
          </p:nvSpPr>
          <p:spPr>
            <a:xfrm>
              <a:off x="6603253" y="1044507"/>
              <a:ext cx="184494" cy="50983"/>
            </a:xfrm>
            <a:custGeom>
              <a:avLst/>
              <a:gdLst/>
              <a:ahLst/>
              <a:cxnLst/>
              <a:rect l="l" t="t" r="r" b="b"/>
              <a:pathLst>
                <a:path w="7480" h="2067" extrusionOk="0">
                  <a:moveTo>
                    <a:pt x="6264" y="1"/>
                  </a:moveTo>
                  <a:cubicBezTo>
                    <a:pt x="4734" y="1"/>
                    <a:pt x="2506" y="254"/>
                    <a:pt x="2194" y="342"/>
                  </a:cubicBezTo>
                  <a:cubicBezTo>
                    <a:pt x="1719" y="523"/>
                    <a:pt x="0" y="2066"/>
                    <a:pt x="0" y="2066"/>
                  </a:cubicBezTo>
                  <a:cubicBezTo>
                    <a:pt x="413" y="1710"/>
                    <a:pt x="2137" y="698"/>
                    <a:pt x="2375" y="580"/>
                  </a:cubicBezTo>
                  <a:cubicBezTo>
                    <a:pt x="2551" y="404"/>
                    <a:pt x="4806" y="285"/>
                    <a:pt x="5281" y="285"/>
                  </a:cubicBezTo>
                  <a:cubicBezTo>
                    <a:pt x="5756" y="285"/>
                    <a:pt x="7480" y="105"/>
                    <a:pt x="7480" y="105"/>
                  </a:cubicBezTo>
                  <a:cubicBezTo>
                    <a:pt x="7223" y="30"/>
                    <a:pt x="6784" y="1"/>
                    <a:pt x="6264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6617879" y="1067396"/>
              <a:ext cx="152306" cy="61712"/>
            </a:xfrm>
            <a:custGeom>
              <a:avLst/>
              <a:gdLst/>
              <a:ahLst/>
              <a:cxnLst/>
              <a:rect l="l" t="t" r="r" b="b"/>
              <a:pathLst>
                <a:path w="6175" h="2502" extrusionOk="0">
                  <a:moveTo>
                    <a:pt x="4892" y="1"/>
                  </a:moveTo>
                  <a:cubicBezTo>
                    <a:pt x="4843" y="1"/>
                    <a:pt x="4795" y="3"/>
                    <a:pt x="4750" y="8"/>
                  </a:cubicBezTo>
                  <a:cubicBezTo>
                    <a:pt x="4213" y="70"/>
                    <a:pt x="1958" y="720"/>
                    <a:pt x="1782" y="958"/>
                  </a:cubicBezTo>
                  <a:cubicBezTo>
                    <a:pt x="1544" y="1257"/>
                    <a:pt x="1" y="2501"/>
                    <a:pt x="1" y="2501"/>
                  </a:cubicBezTo>
                  <a:cubicBezTo>
                    <a:pt x="533" y="2382"/>
                    <a:pt x="1544" y="1433"/>
                    <a:pt x="1901" y="1076"/>
                  </a:cubicBezTo>
                  <a:cubicBezTo>
                    <a:pt x="2257" y="663"/>
                    <a:pt x="3800" y="426"/>
                    <a:pt x="4332" y="245"/>
                  </a:cubicBezTo>
                  <a:cubicBezTo>
                    <a:pt x="4426" y="214"/>
                    <a:pt x="4544" y="202"/>
                    <a:pt x="4674" y="202"/>
                  </a:cubicBezTo>
                  <a:cubicBezTo>
                    <a:pt x="5287" y="202"/>
                    <a:pt x="6175" y="483"/>
                    <a:pt x="6175" y="483"/>
                  </a:cubicBezTo>
                  <a:cubicBezTo>
                    <a:pt x="6118" y="266"/>
                    <a:pt x="5418" y="1"/>
                    <a:pt x="4892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5953157" y="1370726"/>
              <a:ext cx="609127" cy="1032699"/>
            </a:xfrm>
            <a:custGeom>
              <a:avLst/>
              <a:gdLst/>
              <a:ahLst/>
              <a:cxnLst/>
              <a:rect l="l" t="t" r="r" b="b"/>
              <a:pathLst>
                <a:path w="24696" h="41869" extrusionOk="0">
                  <a:moveTo>
                    <a:pt x="16147" y="0"/>
                  </a:moveTo>
                  <a:cubicBezTo>
                    <a:pt x="12880" y="5756"/>
                    <a:pt x="4512" y="21190"/>
                    <a:pt x="1482" y="29800"/>
                  </a:cubicBezTo>
                  <a:cubicBezTo>
                    <a:pt x="1069" y="30926"/>
                    <a:pt x="0" y="34193"/>
                    <a:pt x="651" y="36686"/>
                  </a:cubicBezTo>
                  <a:cubicBezTo>
                    <a:pt x="1069" y="38287"/>
                    <a:pt x="2076" y="40011"/>
                    <a:pt x="3975" y="41198"/>
                  </a:cubicBezTo>
                  <a:cubicBezTo>
                    <a:pt x="4696" y="41694"/>
                    <a:pt x="5780" y="41869"/>
                    <a:pt x="6836" y="41869"/>
                  </a:cubicBezTo>
                  <a:cubicBezTo>
                    <a:pt x="8305" y="41869"/>
                    <a:pt x="9721" y="41531"/>
                    <a:pt x="10030" y="41255"/>
                  </a:cubicBezTo>
                  <a:cubicBezTo>
                    <a:pt x="15672" y="36743"/>
                    <a:pt x="18935" y="20184"/>
                    <a:pt x="20478" y="15791"/>
                  </a:cubicBezTo>
                  <a:cubicBezTo>
                    <a:pt x="21252" y="13535"/>
                    <a:pt x="22021" y="11279"/>
                    <a:pt x="22853" y="9080"/>
                  </a:cubicBezTo>
                  <a:cubicBezTo>
                    <a:pt x="23446" y="7418"/>
                    <a:pt x="24040" y="5818"/>
                    <a:pt x="24695" y="4213"/>
                  </a:cubicBezTo>
                  <a:lnTo>
                    <a:pt x="16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6982992" y="1346472"/>
              <a:ext cx="82479" cy="24250"/>
            </a:xfrm>
            <a:custGeom>
              <a:avLst/>
              <a:gdLst/>
              <a:ahLst/>
              <a:cxnLst/>
              <a:rect l="l" t="t" r="r" b="b"/>
              <a:pathLst>
                <a:path w="5629" h="1655" extrusionOk="0">
                  <a:moveTo>
                    <a:pt x="2558" y="0"/>
                  </a:moveTo>
                  <a:cubicBezTo>
                    <a:pt x="1359" y="0"/>
                    <a:pt x="359" y="452"/>
                    <a:pt x="168" y="878"/>
                  </a:cubicBezTo>
                  <a:cubicBezTo>
                    <a:pt x="1" y="1317"/>
                    <a:pt x="1257" y="1655"/>
                    <a:pt x="2150" y="1655"/>
                  </a:cubicBezTo>
                  <a:cubicBezTo>
                    <a:pt x="2223" y="1655"/>
                    <a:pt x="2294" y="1652"/>
                    <a:pt x="2362" y="1648"/>
                  </a:cubicBezTo>
                  <a:cubicBezTo>
                    <a:pt x="3611" y="1591"/>
                    <a:pt x="5629" y="1353"/>
                    <a:pt x="5273" y="817"/>
                  </a:cubicBezTo>
                  <a:cubicBezTo>
                    <a:pt x="5092" y="641"/>
                    <a:pt x="4798" y="579"/>
                    <a:pt x="4560" y="461"/>
                  </a:cubicBezTo>
                  <a:cubicBezTo>
                    <a:pt x="3898" y="130"/>
                    <a:pt x="3200" y="0"/>
                    <a:pt x="2558" y="0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58" name="Google Shape;658;p41"/>
            <p:cNvGrpSpPr/>
            <p:nvPr/>
          </p:nvGrpSpPr>
          <p:grpSpPr>
            <a:xfrm rot="-371501">
              <a:off x="6865081" y="1030895"/>
              <a:ext cx="358984" cy="212721"/>
              <a:chOff x="1134147" y="670025"/>
              <a:chExt cx="487022" cy="288592"/>
            </a:xfrm>
          </p:grpSpPr>
          <p:sp>
            <p:nvSpPr>
              <p:cNvPr id="659" name="Google Shape;659;p41"/>
              <p:cNvSpPr/>
              <p:nvPr/>
            </p:nvSpPr>
            <p:spPr>
              <a:xfrm>
                <a:off x="1193175" y="715700"/>
                <a:ext cx="172175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6887" h="2553" extrusionOk="0">
                    <a:moveTo>
                      <a:pt x="2582" y="0"/>
                    </a:moveTo>
                    <a:cubicBezTo>
                      <a:pt x="1421" y="0"/>
                      <a:pt x="261" y="219"/>
                      <a:pt x="62" y="1048"/>
                    </a:cubicBezTo>
                    <a:cubicBezTo>
                      <a:pt x="1" y="1405"/>
                      <a:pt x="181" y="1818"/>
                      <a:pt x="537" y="1936"/>
                    </a:cubicBezTo>
                    <a:cubicBezTo>
                      <a:pt x="629" y="1973"/>
                      <a:pt x="721" y="1987"/>
                      <a:pt x="813" y="1987"/>
                    </a:cubicBezTo>
                    <a:cubicBezTo>
                      <a:pt x="1017" y="1987"/>
                      <a:pt x="1222" y="1919"/>
                      <a:pt x="1425" y="1879"/>
                    </a:cubicBezTo>
                    <a:cubicBezTo>
                      <a:pt x="1539" y="1860"/>
                      <a:pt x="1655" y="1852"/>
                      <a:pt x="1771" y="1852"/>
                    </a:cubicBezTo>
                    <a:cubicBezTo>
                      <a:pt x="2384" y="1852"/>
                      <a:pt x="3026" y="2084"/>
                      <a:pt x="3624" y="2236"/>
                    </a:cubicBezTo>
                    <a:cubicBezTo>
                      <a:pt x="4218" y="2354"/>
                      <a:pt x="4750" y="2473"/>
                      <a:pt x="5343" y="2530"/>
                    </a:cubicBezTo>
                    <a:cubicBezTo>
                      <a:pt x="5443" y="2545"/>
                      <a:pt x="5545" y="2552"/>
                      <a:pt x="5647" y="2552"/>
                    </a:cubicBezTo>
                    <a:cubicBezTo>
                      <a:pt x="5974" y="2552"/>
                      <a:pt x="6292" y="2474"/>
                      <a:pt x="6473" y="2293"/>
                    </a:cubicBezTo>
                    <a:cubicBezTo>
                      <a:pt x="6887" y="1879"/>
                      <a:pt x="6768" y="1224"/>
                      <a:pt x="6355" y="811"/>
                    </a:cubicBezTo>
                    <a:cubicBezTo>
                      <a:pt x="5999" y="455"/>
                      <a:pt x="5405" y="336"/>
                      <a:pt x="4868" y="217"/>
                    </a:cubicBezTo>
                    <a:cubicBezTo>
                      <a:pt x="4423" y="137"/>
                      <a:pt x="3502" y="0"/>
                      <a:pt x="25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0" name="Google Shape;660;p41"/>
              <p:cNvSpPr/>
              <p:nvPr/>
            </p:nvSpPr>
            <p:spPr>
              <a:xfrm>
                <a:off x="1432175" y="749650"/>
                <a:ext cx="172175" cy="79775"/>
              </a:xfrm>
              <a:custGeom>
                <a:avLst/>
                <a:gdLst/>
                <a:ahLst/>
                <a:cxnLst/>
                <a:rect l="l" t="t" r="r" b="b"/>
                <a:pathLst>
                  <a:path w="6887" h="3191" extrusionOk="0">
                    <a:moveTo>
                      <a:pt x="1637" y="1"/>
                    </a:moveTo>
                    <a:cubicBezTo>
                      <a:pt x="1368" y="1"/>
                      <a:pt x="1099" y="46"/>
                      <a:pt x="831" y="165"/>
                    </a:cubicBezTo>
                    <a:cubicBezTo>
                      <a:pt x="356" y="403"/>
                      <a:pt x="0" y="996"/>
                      <a:pt x="238" y="1471"/>
                    </a:cubicBezTo>
                    <a:cubicBezTo>
                      <a:pt x="413" y="1827"/>
                      <a:pt x="831" y="2003"/>
                      <a:pt x="1245" y="2122"/>
                    </a:cubicBezTo>
                    <a:cubicBezTo>
                      <a:pt x="1781" y="2241"/>
                      <a:pt x="2375" y="2359"/>
                      <a:pt x="2968" y="2421"/>
                    </a:cubicBezTo>
                    <a:cubicBezTo>
                      <a:pt x="3738" y="2478"/>
                      <a:pt x="4512" y="2478"/>
                      <a:pt x="5162" y="2834"/>
                    </a:cubicBezTo>
                    <a:cubicBezTo>
                      <a:pt x="5400" y="2953"/>
                      <a:pt x="5637" y="3133"/>
                      <a:pt x="5937" y="3190"/>
                    </a:cubicBezTo>
                    <a:cubicBezTo>
                      <a:pt x="6293" y="3190"/>
                      <a:pt x="6649" y="2834"/>
                      <a:pt x="6706" y="2478"/>
                    </a:cubicBezTo>
                    <a:cubicBezTo>
                      <a:pt x="6886" y="935"/>
                      <a:pt x="3443" y="284"/>
                      <a:pt x="2432" y="104"/>
                    </a:cubicBezTo>
                    <a:cubicBezTo>
                      <a:pt x="2168" y="45"/>
                      <a:pt x="1902" y="1"/>
                      <a:pt x="16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1" name="Google Shape;661;p41"/>
              <p:cNvSpPr/>
              <p:nvPr/>
            </p:nvSpPr>
            <p:spPr>
              <a:xfrm>
                <a:off x="1245175" y="833900"/>
                <a:ext cx="50475" cy="48950"/>
              </a:xfrm>
              <a:custGeom>
                <a:avLst/>
                <a:gdLst/>
                <a:ahLst/>
                <a:cxnLst/>
                <a:rect l="l" t="t" r="r" b="b"/>
                <a:pathLst>
                  <a:path w="2019" h="1958" extrusionOk="0">
                    <a:moveTo>
                      <a:pt x="1007" y="1"/>
                    </a:moveTo>
                    <a:cubicBezTo>
                      <a:pt x="594" y="1"/>
                      <a:pt x="176" y="357"/>
                      <a:pt x="58" y="832"/>
                    </a:cubicBezTo>
                    <a:cubicBezTo>
                      <a:pt x="1" y="1364"/>
                      <a:pt x="357" y="1839"/>
                      <a:pt x="832" y="1957"/>
                    </a:cubicBezTo>
                    <a:lnTo>
                      <a:pt x="1007" y="1957"/>
                    </a:lnTo>
                    <a:cubicBezTo>
                      <a:pt x="1425" y="1957"/>
                      <a:pt x="1838" y="1601"/>
                      <a:pt x="1900" y="1126"/>
                    </a:cubicBezTo>
                    <a:cubicBezTo>
                      <a:pt x="2019" y="594"/>
                      <a:pt x="1663" y="120"/>
                      <a:pt x="1188" y="58"/>
                    </a:cubicBezTo>
                    <a:cubicBezTo>
                      <a:pt x="1126" y="1"/>
                      <a:pt x="1069" y="1"/>
                      <a:pt x="10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2" name="Google Shape;662;p41"/>
              <p:cNvSpPr/>
              <p:nvPr/>
            </p:nvSpPr>
            <p:spPr>
              <a:xfrm>
                <a:off x="1449677" y="863385"/>
                <a:ext cx="50475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2019" h="1900" extrusionOk="0">
                    <a:moveTo>
                      <a:pt x="1007" y="0"/>
                    </a:moveTo>
                    <a:cubicBezTo>
                      <a:pt x="594" y="0"/>
                      <a:pt x="176" y="295"/>
                      <a:pt x="119" y="770"/>
                    </a:cubicBezTo>
                    <a:cubicBezTo>
                      <a:pt x="0" y="1306"/>
                      <a:pt x="356" y="1838"/>
                      <a:pt x="831" y="1900"/>
                    </a:cubicBezTo>
                    <a:lnTo>
                      <a:pt x="1007" y="1900"/>
                    </a:lnTo>
                    <a:cubicBezTo>
                      <a:pt x="1425" y="1900"/>
                      <a:pt x="1838" y="1601"/>
                      <a:pt x="1900" y="1126"/>
                    </a:cubicBezTo>
                    <a:cubicBezTo>
                      <a:pt x="2019" y="594"/>
                      <a:pt x="1662" y="119"/>
                      <a:pt x="11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3" name="Google Shape;663;p41"/>
              <p:cNvSpPr/>
              <p:nvPr/>
            </p:nvSpPr>
            <p:spPr>
              <a:xfrm>
                <a:off x="1134147" y="790069"/>
                <a:ext cx="487022" cy="168548"/>
              </a:xfrm>
              <a:custGeom>
                <a:avLst/>
                <a:gdLst/>
                <a:ahLst/>
                <a:cxnLst/>
                <a:rect l="l" t="t" r="r" b="b"/>
                <a:pathLst>
                  <a:path w="21191" h="7186" extrusionOk="0">
                    <a:moveTo>
                      <a:pt x="5638" y="893"/>
                    </a:moveTo>
                    <a:cubicBezTo>
                      <a:pt x="5875" y="893"/>
                      <a:pt x="6056" y="893"/>
                      <a:pt x="6293" y="950"/>
                    </a:cubicBezTo>
                    <a:cubicBezTo>
                      <a:pt x="7837" y="1187"/>
                      <a:pt x="8905" y="2318"/>
                      <a:pt x="8725" y="3443"/>
                    </a:cubicBezTo>
                    <a:cubicBezTo>
                      <a:pt x="8668" y="3918"/>
                      <a:pt x="8250" y="4393"/>
                      <a:pt x="7718" y="4692"/>
                    </a:cubicBezTo>
                    <a:cubicBezTo>
                      <a:pt x="7314" y="4893"/>
                      <a:pt x="6826" y="5012"/>
                      <a:pt x="6312" y="5012"/>
                    </a:cubicBezTo>
                    <a:cubicBezTo>
                      <a:pt x="6072" y="5012"/>
                      <a:pt x="5826" y="4986"/>
                      <a:pt x="5581" y="4930"/>
                    </a:cubicBezTo>
                    <a:cubicBezTo>
                      <a:pt x="4038" y="4692"/>
                      <a:pt x="2969" y="3562"/>
                      <a:pt x="3145" y="2436"/>
                    </a:cubicBezTo>
                    <a:cubicBezTo>
                      <a:pt x="3263" y="1961"/>
                      <a:pt x="3620" y="1486"/>
                      <a:pt x="4156" y="1187"/>
                    </a:cubicBezTo>
                    <a:cubicBezTo>
                      <a:pt x="4631" y="950"/>
                      <a:pt x="5106" y="893"/>
                      <a:pt x="5638" y="893"/>
                    </a:cubicBezTo>
                    <a:close/>
                    <a:moveTo>
                      <a:pt x="14367" y="2375"/>
                    </a:moveTo>
                    <a:cubicBezTo>
                      <a:pt x="14604" y="2375"/>
                      <a:pt x="14780" y="2375"/>
                      <a:pt x="15017" y="2436"/>
                    </a:cubicBezTo>
                    <a:cubicBezTo>
                      <a:pt x="15791" y="2555"/>
                      <a:pt x="16442" y="2911"/>
                      <a:pt x="16917" y="3386"/>
                    </a:cubicBezTo>
                    <a:cubicBezTo>
                      <a:pt x="17335" y="3861"/>
                      <a:pt x="17572" y="4393"/>
                      <a:pt x="17453" y="4930"/>
                    </a:cubicBezTo>
                    <a:cubicBezTo>
                      <a:pt x="17392" y="5461"/>
                      <a:pt x="16979" y="5879"/>
                      <a:pt x="16442" y="6174"/>
                    </a:cubicBezTo>
                    <a:cubicBezTo>
                      <a:pt x="16001" y="6396"/>
                      <a:pt x="15464" y="6518"/>
                      <a:pt x="14900" y="6518"/>
                    </a:cubicBezTo>
                    <a:cubicBezTo>
                      <a:pt x="14704" y="6518"/>
                      <a:pt x="14505" y="6504"/>
                      <a:pt x="14305" y="6473"/>
                    </a:cubicBezTo>
                    <a:cubicBezTo>
                      <a:pt x="13536" y="6354"/>
                      <a:pt x="12880" y="5998"/>
                      <a:pt x="12405" y="5461"/>
                    </a:cubicBezTo>
                    <a:cubicBezTo>
                      <a:pt x="11992" y="5048"/>
                      <a:pt x="11812" y="4455"/>
                      <a:pt x="11873" y="3980"/>
                    </a:cubicBezTo>
                    <a:cubicBezTo>
                      <a:pt x="11992" y="3443"/>
                      <a:pt x="12348" y="2968"/>
                      <a:pt x="12880" y="2674"/>
                    </a:cubicBezTo>
                    <a:cubicBezTo>
                      <a:pt x="13355" y="2493"/>
                      <a:pt x="13830" y="2375"/>
                      <a:pt x="14367" y="2375"/>
                    </a:cubicBezTo>
                    <a:close/>
                    <a:moveTo>
                      <a:pt x="238" y="0"/>
                    </a:moveTo>
                    <a:lnTo>
                      <a:pt x="1" y="655"/>
                    </a:lnTo>
                    <a:cubicBezTo>
                      <a:pt x="1069" y="1012"/>
                      <a:pt x="2138" y="1662"/>
                      <a:pt x="2613" y="1961"/>
                    </a:cubicBezTo>
                    <a:cubicBezTo>
                      <a:pt x="2551" y="2080"/>
                      <a:pt x="2494" y="2199"/>
                      <a:pt x="2494" y="2318"/>
                    </a:cubicBezTo>
                    <a:cubicBezTo>
                      <a:pt x="2257" y="3799"/>
                      <a:pt x="3563" y="5286"/>
                      <a:pt x="5462" y="5642"/>
                    </a:cubicBezTo>
                    <a:cubicBezTo>
                      <a:pt x="5757" y="5642"/>
                      <a:pt x="5994" y="5699"/>
                      <a:pt x="6232" y="5699"/>
                    </a:cubicBezTo>
                    <a:cubicBezTo>
                      <a:pt x="6887" y="5699"/>
                      <a:pt x="7481" y="5523"/>
                      <a:pt x="8012" y="5286"/>
                    </a:cubicBezTo>
                    <a:cubicBezTo>
                      <a:pt x="8787" y="4868"/>
                      <a:pt x="9261" y="4274"/>
                      <a:pt x="9380" y="3505"/>
                    </a:cubicBezTo>
                    <a:cubicBezTo>
                      <a:pt x="9437" y="3443"/>
                      <a:pt x="9437" y="3324"/>
                      <a:pt x="9437" y="3267"/>
                    </a:cubicBezTo>
                    <a:cubicBezTo>
                      <a:pt x="9533" y="3171"/>
                      <a:pt x="9785" y="2998"/>
                      <a:pt x="10161" y="2998"/>
                    </a:cubicBezTo>
                    <a:cubicBezTo>
                      <a:pt x="10250" y="2998"/>
                      <a:pt x="10346" y="3007"/>
                      <a:pt x="10449" y="3030"/>
                    </a:cubicBezTo>
                    <a:cubicBezTo>
                      <a:pt x="10981" y="3087"/>
                      <a:pt x="11218" y="3386"/>
                      <a:pt x="11280" y="3562"/>
                    </a:cubicBezTo>
                    <a:cubicBezTo>
                      <a:pt x="11280" y="3624"/>
                      <a:pt x="11218" y="3742"/>
                      <a:pt x="11218" y="3861"/>
                    </a:cubicBezTo>
                    <a:cubicBezTo>
                      <a:pt x="11099" y="4573"/>
                      <a:pt x="11337" y="5343"/>
                      <a:pt x="11930" y="5936"/>
                    </a:cubicBezTo>
                    <a:cubicBezTo>
                      <a:pt x="12524" y="6530"/>
                      <a:pt x="13298" y="6948"/>
                      <a:pt x="14186" y="7124"/>
                    </a:cubicBezTo>
                    <a:cubicBezTo>
                      <a:pt x="14485" y="7185"/>
                      <a:pt x="14723" y="7185"/>
                      <a:pt x="14960" y="7185"/>
                    </a:cubicBezTo>
                    <a:cubicBezTo>
                      <a:pt x="15611" y="7185"/>
                      <a:pt x="16204" y="7067"/>
                      <a:pt x="16741" y="6767"/>
                    </a:cubicBezTo>
                    <a:cubicBezTo>
                      <a:pt x="17510" y="6411"/>
                      <a:pt x="17985" y="5761"/>
                      <a:pt x="18104" y="5048"/>
                    </a:cubicBezTo>
                    <a:cubicBezTo>
                      <a:pt x="18166" y="4930"/>
                      <a:pt x="18166" y="4811"/>
                      <a:pt x="18166" y="4692"/>
                    </a:cubicBezTo>
                    <a:cubicBezTo>
                      <a:pt x="18579" y="4573"/>
                      <a:pt x="19885" y="4274"/>
                      <a:pt x="21191" y="4274"/>
                    </a:cubicBezTo>
                    <a:lnTo>
                      <a:pt x="21191" y="3624"/>
                    </a:lnTo>
                    <a:cubicBezTo>
                      <a:pt x="19885" y="3624"/>
                      <a:pt x="18579" y="3918"/>
                      <a:pt x="18047" y="4037"/>
                    </a:cubicBezTo>
                    <a:cubicBezTo>
                      <a:pt x="17928" y="3624"/>
                      <a:pt x="17748" y="3267"/>
                      <a:pt x="17392" y="2911"/>
                    </a:cubicBezTo>
                    <a:cubicBezTo>
                      <a:pt x="16860" y="2318"/>
                      <a:pt x="16029" y="1900"/>
                      <a:pt x="15136" y="1781"/>
                    </a:cubicBezTo>
                    <a:cubicBezTo>
                      <a:pt x="14863" y="1727"/>
                      <a:pt x="14584" y="1701"/>
                      <a:pt x="14308" y="1701"/>
                    </a:cubicBezTo>
                    <a:cubicBezTo>
                      <a:pt x="13686" y="1701"/>
                      <a:pt x="13079" y="1833"/>
                      <a:pt x="12586" y="2080"/>
                    </a:cubicBezTo>
                    <a:cubicBezTo>
                      <a:pt x="12168" y="2318"/>
                      <a:pt x="11873" y="2555"/>
                      <a:pt x="11636" y="2911"/>
                    </a:cubicBezTo>
                    <a:cubicBezTo>
                      <a:pt x="11398" y="2674"/>
                      <a:pt x="11042" y="2436"/>
                      <a:pt x="10567" y="2318"/>
                    </a:cubicBezTo>
                    <a:cubicBezTo>
                      <a:pt x="10466" y="2306"/>
                      <a:pt x="10369" y="2301"/>
                      <a:pt x="10276" y="2301"/>
                    </a:cubicBezTo>
                    <a:cubicBezTo>
                      <a:pt x="9879" y="2301"/>
                      <a:pt x="9561" y="2397"/>
                      <a:pt x="9318" y="2493"/>
                    </a:cubicBezTo>
                    <a:cubicBezTo>
                      <a:pt x="8962" y="1425"/>
                      <a:pt x="7837" y="537"/>
                      <a:pt x="6412" y="237"/>
                    </a:cubicBezTo>
                    <a:cubicBezTo>
                      <a:pt x="6189" y="208"/>
                      <a:pt x="5966" y="193"/>
                      <a:pt x="5745" y="193"/>
                    </a:cubicBezTo>
                    <a:cubicBezTo>
                      <a:pt x="5082" y="193"/>
                      <a:pt x="4438" y="327"/>
                      <a:pt x="3857" y="594"/>
                    </a:cubicBezTo>
                    <a:cubicBezTo>
                      <a:pt x="3501" y="831"/>
                      <a:pt x="3145" y="1069"/>
                      <a:pt x="2907" y="1368"/>
                    </a:cubicBezTo>
                    <a:cubicBezTo>
                      <a:pt x="2432" y="1069"/>
                      <a:pt x="1364" y="418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4" name="Google Shape;664;p41"/>
              <p:cNvSpPr/>
              <p:nvPr/>
            </p:nvSpPr>
            <p:spPr>
              <a:xfrm>
                <a:off x="1340150" y="670025"/>
                <a:ext cx="148450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5938" h="976" extrusionOk="0">
                    <a:moveTo>
                      <a:pt x="1671" y="0"/>
                    </a:moveTo>
                    <a:cubicBezTo>
                      <a:pt x="1114" y="0"/>
                      <a:pt x="557" y="45"/>
                      <a:pt x="1" y="145"/>
                    </a:cubicBezTo>
                    <a:cubicBezTo>
                      <a:pt x="951" y="145"/>
                      <a:pt x="1839" y="202"/>
                      <a:pt x="2788" y="263"/>
                    </a:cubicBezTo>
                    <a:cubicBezTo>
                      <a:pt x="3857" y="382"/>
                      <a:pt x="4869" y="677"/>
                      <a:pt x="5937" y="976"/>
                    </a:cubicBezTo>
                    <a:cubicBezTo>
                      <a:pt x="5225" y="382"/>
                      <a:pt x="4037" y="202"/>
                      <a:pt x="3026" y="83"/>
                    </a:cubicBezTo>
                    <a:cubicBezTo>
                      <a:pt x="2575" y="30"/>
                      <a:pt x="2123" y="0"/>
                      <a:pt x="1671" y="0"/>
                    </a:cubicBezTo>
                    <a:close/>
                  </a:path>
                </a:pathLst>
              </a:custGeom>
              <a:solidFill>
                <a:srgbClr val="D963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5" name="Google Shape;665;p41"/>
              <p:cNvSpPr/>
              <p:nvPr/>
            </p:nvSpPr>
            <p:spPr>
              <a:xfrm>
                <a:off x="1328275" y="691450"/>
                <a:ext cx="163275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6531" h="1363" extrusionOk="0">
                    <a:moveTo>
                      <a:pt x="1544" y="0"/>
                    </a:moveTo>
                    <a:cubicBezTo>
                      <a:pt x="1008" y="0"/>
                      <a:pt x="533" y="0"/>
                      <a:pt x="1" y="119"/>
                    </a:cubicBezTo>
                    <a:cubicBezTo>
                      <a:pt x="533" y="119"/>
                      <a:pt x="1069" y="176"/>
                      <a:pt x="1663" y="237"/>
                    </a:cubicBezTo>
                    <a:cubicBezTo>
                      <a:pt x="2138" y="237"/>
                      <a:pt x="2613" y="294"/>
                      <a:pt x="3088" y="356"/>
                    </a:cubicBezTo>
                    <a:cubicBezTo>
                      <a:pt x="4275" y="532"/>
                      <a:pt x="5401" y="950"/>
                      <a:pt x="6531" y="1363"/>
                    </a:cubicBezTo>
                    <a:cubicBezTo>
                      <a:pt x="5044" y="532"/>
                      <a:pt x="3325" y="57"/>
                      <a:pt x="1544" y="0"/>
                    </a:cubicBezTo>
                    <a:close/>
                  </a:path>
                </a:pathLst>
              </a:custGeom>
              <a:solidFill>
                <a:srgbClr val="D963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6" name="Google Shape;666;p41"/>
              <p:cNvSpPr/>
              <p:nvPr/>
            </p:nvSpPr>
            <p:spPr>
              <a:xfrm>
                <a:off x="1335650" y="715175"/>
                <a:ext cx="141075" cy="28175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127" extrusionOk="0">
                    <a:moveTo>
                      <a:pt x="0" y="1"/>
                    </a:moveTo>
                    <a:cubicBezTo>
                      <a:pt x="1900" y="238"/>
                      <a:pt x="3861" y="476"/>
                      <a:pt x="5642" y="1126"/>
                    </a:cubicBezTo>
                    <a:cubicBezTo>
                      <a:pt x="4811" y="594"/>
                      <a:pt x="3800" y="238"/>
                      <a:pt x="2731" y="120"/>
                    </a:cubicBezTo>
                    <a:cubicBezTo>
                      <a:pt x="1843" y="1"/>
                      <a:pt x="893" y="1"/>
                      <a:pt x="0" y="1"/>
                    </a:cubicBezTo>
                    <a:close/>
                  </a:path>
                </a:pathLst>
              </a:custGeom>
              <a:solidFill>
                <a:srgbClr val="D963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7528560" y="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7"/>
          <p:cNvSpPr txBox="1">
            <a:spLocks noGrp="1"/>
          </p:cNvSpPr>
          <p:nvPr>
            <p:ph type="title"/>
          </p:nvPr>
        </p:nvSpPr>
        <p:spPr>
          <a:xfrm>
            <a:off x="720000" y="1649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Feasibility</a:t>
            </a:r>
            <a:endParaRPr sz="3400" dirty="0"/>
          </a:p>
        </p:txBody>
      </p:sp>
      <p:sp>
        <p:nvSpPr>
          <p:cNvPr id="915" name="Google Shape;915;p47"/>
          <p:cNvSpPr txBox="1">
            <a:spLocks noGrp="1"/>
          </p:cNvSpPr>
          <p:nvPr>
            <p:ph type="subTitle" idx="2"/>
          </p:nvPr>
        </p:nvSpPr>
        <p:spPr>
          <a:xfrm>
            <a:off x="1447702" y="1460121"/>
            <a:ext cx="69762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The project uses established technologies including React, </a:t>
            </a:r>
            <a:r>
              <a:rPr lang="en-IN" dirty="0" err="1"/>
              <a:t>FastAPI</a:t>
            </a:r>
            <a:r>
              <a:rPr lang="en-IN" dirty="0"/>
              <a:t>, Python, PostgreSQL, and Scikit-learn.</a:t>
            </a:r>
            <a:endParaRPr dirty="0"/>
          </a:p>
        </p:txBody>
      </p:sp>
      <p:sp>
        <p:nvSpPr>
          <p:cNvPr id="916" name="Google Shape;916;p47"/>
          <p:cNvSpPr txBox="1">
            <a:spLocks noGrp="1"/>
          </p:cNvSpPr>
          <p:nvPr>
            <p:ph type="subTitle" idx="3"/>
          </p:nvPr>
        </p:nvSpPr>
        <p:spPr>
          <a:xfrm>
            <a:off x="1402399" y="2707495"/>
            <a:ext cx="69313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The application requires only a microphone or uploaded audio, making it easy to use and deploy.</a:t>
            </a:r>
            <a:endParaRPr dirty="0"/>
          </a:p>
        </p:txBody>
      </p:sp>
      <p:sp>
        <p:nvSpPr>
          <p:cNvPr id="917" name="Google Shape;917;p47"/>
          <p:cNvSpPr txBox="1">
            <a:spLocks noGrp="1"/>
          </p:cNvSpPr>
          <p:nvPr>
            <p:ph type="subTitle" idx="4"/>
          </p:nvPr>
        </p:nvSpPr>
        <p:spPr>
          <a:xfrm>
            <a:off x="1402400" y="4070056"/>
            <a:ext cx="69313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The architecture supports future features such as multilingual support, real-time transcription, and explainable AI. </a:t>
            </a:r>
            <a:endParaRPr dirty="0"/>
          </a:p>
        </p:txBody>
      </p:sp>
      <p:sp>
        <p:nvSpPr>
          <p:cNvPr id="919" name="Google Shape;919;p47"/>
          <p:cNvSpPr txBox="1">
            <a:spLocks noGrp="1"/>
          </p:cNvSpPr>
          <p:nvPr>
            <p:ph type="subTitle" idx="6"/>
          </p:nvPr>
        </p:nvSpPr>
        <p:spPr>
          <a:xfrm>
            <a:off x="1402400" y="2423970"/>
            <a:ext cx="3017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Practical Feasibility</a:t>
            </a:r>
            <a:endParaRPr dirty="0"/>
          </a:p>
        </p:txBody>
      </p:sp>
      <p:sp>
        <p:nvSpPr>
          <p:cNvPr id="920" name="Google Shape;920;p47"/>
          <p:cNvSpPr txBox="1">
            <a:spLocks noGrp="1"/>
          </p:cNvSpPr>
          <p:nvPr>
            <p:ph type="subTitle" idx="7"/>
          </p:nvPr>
        </p:nvSpPr>
        <p:spPr>
          <a:xfrm>
            <a:off x="1447702" y="1176521"/>
            <a:ext cx="3853168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Technical Feasibility</a:t>
            </a:r>
            <a:endParaRPr dirty="0"/>
          </a:p>
        </p:txBody>
      </p:sp>
      <p:sp>
        <p:nvSpPr>
          <p:cNvPr id="921" name="Google Shape;921;p47"/>
          <p:cNvSpPr txBox="1">
            <a:spLocks noGrp="1"/>
          </p:cNvSpPr>
          <p:nvPr>
            <p:ph type="subTitle" idx="8"/>
          </p:nvPr>
        </p:nvSpPr>
        <p:spPr>
          <a:xfrm>
            <a:off x="1402399" y="3786531"/>
            <a:ext cx="2818417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Future Scalability</a:t>
            </a:r>
            <a:endParaRPr dirty="0"/>
          </a:p>
        </p:txBody>
      </p:sp>
      <p:sp>
        <p:nvSpPr>
          <p:cNvPr id="923" name="Google Shape;923;p47"/>
          <p:cNvSpPr/>
          <p:nvPr/>
        </p:nvSpPr>
        <p:spPr>
          <a:xfrm>
            <a:off x="401835" y="240001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4" name="Google Shape;924;p47"/>
          <p:cNvSpPr/>
          <p:nvPr/>
        </p:nvSpPr>
        <p:spPr>
          <a:xfrm>
            <a:off x="447137" y="1152563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5" name="Google Shape;925;p47"/>
          <p:cNvSpPr/>
          <p:nvPr/>
        </p:nvSpPr>
        <p:spPr>
          <a:xfrm>
            <a:off x="401835" y="3762573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26" name="Google Shape;926;p47"/>
          <p:cNvGrpSpPr/>
          <p:nvPr/>
        </p:nvGrpSpPr>
        <p:grpSpPr>
          <a:xfrm>
            <a:off x="609770" y="1289677"/>
            <a:ext cx="277670" cy="429769"/>
            <a:chOff x="7692213" y="4119300"/>
            <a:chExt cx="354850" cy="549225"/>
          </a:xfrm>
        </p:grpSpPr>
        <p:sp>
          <p:nvSpPr>
            <p:cNvPr id="927" name="Google Shape;927;p47"/>
            <p:cNvSpPr/>
            <p:nvPr/>
          </p:nvSpPr>
          <p:spPr>
            <a:xfrm>
              <a:off x="7822238" y="4119300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7" y="1"/>
                  </a:moveTo>
                  <a:cubicBezTo>
                    <a:pt x="838" y="1"/>
                    <a:pt x="0" y="833"/>
                    <a:pt x="0" y="1928"/>
                  </a:cubicBezTo>
                  <a:lnTo>
                    <a:pt x="1285" y="1928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251" y="1285"/>
                    <a:pt x="2570" y="1542"/>
                    <a:pt x="2570" y="1928"/>
                  </a:cubicBezTo>
                  <a:cubicBezTo>
                    <a:pt x="2570" y="2118"/>
                    <a:pt x="2441" y="2313"/>
                    <a:pt x="2313" y="2441"/>
                  </a:cubicBezTo>
                  <a:cubicBezTo>
                    <a:pt x="2251" y="2503"/>
                    <a:pt x="2122" y="2570"/>
                    <a:pt x="1927" y="2827"/>
                  </a:cubicBezTo>
                  <a:cubicBezTo>
                    <a:pt x="1480" y="3274"/>
                    <a:pt x="1285" y="3855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45"/>
                    <a:pt x="2765" y="3726"/>
                    <a:pt x="3022" y="3469"/>
                  </a:cubicBezTo>
                  <a:cubicBezTo>
                    <a:pt x="3536" y="3145"/>
                    <a:pt x="3854" y="2503"/>
                    <a:pt x="3854" y="1928"/>
                  </a:cubicBezTo>
                  <a:cubicBezTo>
                    <a:pt x="3854" y="833"/>
                    <a:pt x="2955" y="1"/>
                    <a:pt x="1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7854338" y="427987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1"/>
                  </a:moveTo>
                  <a:lnTo>
                    <a:pt x="1" y="1286"/>
                  </a:lnTo>
                  <a:lnTo>
                    <a:pt x="1286" y="1286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7790113" y="4344125"/>
              <a:ext cx="160600" cy="160600"/>
            </a:xfrm>
            <a:custGeom>
              <a:avLst/>
              <a:gdLst/>
              <a:ahLst/>
              <a:cxnLst/>
              <a:rect l="l" t="t" r="r" b="b"/>
              <a:pathLst>
                <a:path w="6424" h="6424" extrusionOk="0">
                  <a:moveTo>
                    <a:pt x="3212" y="0"/>
                  </a:moveTo>
                  <a:cubicBezTo>
                    <a:pt x="1414" y="0"/>
                    <a:pt x="1" y="1475"/>
                    <a:pt x="1" y="3212"/>
                  </a:cubicBezTo>
                  <a:cubicBezTo>
                    <a:pt x="1" y="5011"/>
                    <a:pt x="1414" y="6424"/>
                    <a:pt x="3212" y="6424"/>
                  </a:cubicBezTo>
                  <a:cubicBezTo>
                    <a:pt x="4949" y="6424"/>
                    <a:pt x="6424" y="5011"/>
                    <a:pt x="6424" y="3212"/>
                  </a:cubicBezTo>
                  <a:cubicBezTo>
                    <a:pt x="6424" y="1475"/>
                    <a:pt x="4949" y="0"/>
                    <a:pt x="3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7724338" y="4504700"/>
              <a:ext cx="290625" cy="163825"/>
            </a:xfrm>
            <a:custGeom>
              <a:avLst/>
              <a:gdLst/>
              <a:ahLst/>
              <a:cxnLst/>
              <a:rect l="l" t="t" r="r" b="b"/>
              <a:pathLst>
                <a:path w="11625" h="6553" extrusionOk="0">
                  <a:moveTo>
                    <a:pt x="3274" y="1"/>
                  </a:moveTo>
                  <a:cubicBezTo>
                    <a:pt x="1475" y="1"/>
                    <a:pt x="0" y="1476"/>
                    <a:pt x="0" y="3212"/>
                  </a:cubicBezTo>
                  <a:lnTo>
                    <a:pt x="0" y="6553"/>
                  </a:lnTo>
                  <a:lnTo>
                    <a:pt x="11624" y="6553"/>
                  </a:lnTo>
                  <a:lnTo>
                    <a:pt x="11624" y="3212"/>
                  </a:lnTo>
                  <a:cubicBezTo>
                    <a:pt x="11624" y="1476"/>
                    <a:pt x="10149" y="1"/>
                    <a:pt x="84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7950688" y="4215650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1"/>
                  </a:moveTo>
                  <a:cubicBezTo>
                    <a:pt x="839" y="1"/>
                    <a:pt x="1" y="833"/>
                    <a:pt x="1" y="1928"/>
                  </a:cubicBezTo>
                  <a:lnTo>
                    <a:pt x="1286" y="1928"/>
                  </a:lnTo>
                  <a:cubicBezTo>
                    <a:pt x="1286" y="1604"/>
                    <a:pt x="1543" y="1285"/>
                    <a:pt x="1928" y="1285"/>
                  </a:cubicBezTo>
                  <a:cubicBezTo>
                    <a:pt x="2252" y="1285"/>
                    <a:pt x="2570" y="1604"/>
                    <a:pt x="2570" y="1928"/>
                  </a:cubicBezTo>
                  <a:cubicBezTo>
                    <a:pt x="2570" y="2118"/>
                    <a:pt x="2442" y="2313"/>
                    <a:pt x="2313" y="2442"/>
                  </a:cubicBezTo>
                  <a:cubicBezTo>
                    <a:pt x="2252" y="2503"/>
                    <a:pt x="2123" y="2570"/>
                    <a:pt x="1928" y="2827"/>
                  </a:cubicBezTo>
                  <a:cubicBezTo>
                    <a:pt x="1481" y="3274"/>
                    <a:pt x="1286" y="3855"/>
                    <a:pt x="1286" y="4497"/>
                  </a:cubicBezTo>
                  <a:lnTo>
                    <a:pt x="1286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2"/>
                    <a:pt x="2766" y="3726"/>
                    <a:pt x="3023" y="3469"/>
                  </a:cubicBezTo>
                  <a:cubicBezTo>
                    <a:pt x="3536" y="3146"/>
                    <a:pt x="3855" y="2570"/>
                    <a:pt x="3855" y="1928"/>
                  </a:cubicBezTo>
                  <a:cubicBezTo>
                    <a:pt x="3855" y="833"/>
                    <a:pt x="2956" y="1"/>
                    <a:pt x="1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7982813" y="4376250"/>
              <a:ext cx="32150" cy="32125"/>
            </a:xfrm>
            <a:custGeom>
              <a:avLst/>
              <a:gdLst/>
              <a:ahLst/>
              <a:cxnLst/>
              <a:rect l="l" t="t" r="r" b="b"/>
              <a:pathLst>
                <a:path w="1286" h="1285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7692213" y="4215650"/>
              <a:ext cx="97925" cy="128500"/>
            </a:xfrm>
            <a:custGeom>
              <a:avLst/>
              <a:gdLst/>
              <a:ahLst/>
              <a:cxnLst/>
              <a:rect l="l" t="t" r="r" b="b"/>
              <a:pathLst>
                <a:path w="3917" h="5140" extrusionOk="0">
                  <a:moveTo>
                    <a:pt x="1928" y="1"/>
                  </a:moveTo>
                  <a:cubicBezTo>
                    <a:pt x="900" y="1"/>
                    <a:pt x="1" y="833"/>
                    <a:pt x="1" y="1928"/>
                  </a:cubicBezTo>
                  <a:lnTo>
                    <a:pt x="1285" y="1928"/>
                  </a:lnTo>
                  <a:cubicBezTo>
                    <a:pt x="1285" y="1604"/>
                    <a:pt x="1604" y="1285"/>
                    <a:pt x="1928" y="1285"/>
                  </a:cubicBezTo>
                  <a:cubicBezTo>
                    <a:pt x="2313" y="1285"/>
                    <a:pt x="2570" y="1604"/>
                    <a:pt x="2570" y="1928"/>
                  </a:cubicBezTo>
                  <a:cubicBezTo>
                    <a:pt x="2570" y="2118"/>
                    <a:pt x="2503" y="2313"/>
                    <a:pt x="2313" y="2442"/>
                  </a:cubicBezTo>
                  <a:cubicBezTo>
                    <a:pt x="2313" y="2503"/>
                    <a:pt x="2185" y="2570"/>
                    <a:pt x="1928" y="2827"/>
                  </a:cubicBezTo>
                  <a:cubicBezTo>
                    <a:pt x="1542" y="3274"/>
                    <a:pt x="1285" y="3855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2"/>
                    <a:pt x="2760" y="3726"/>
                    <a:pt x="3084" y="3469"/>
                  </a:cubicBezTo>
                  <a:cubicBezTo>
                    <a:pt x="3598" y="3146"/>
                    <a:pt x="3917" y="2570"/>
                    <a:pt x="3917" y="1928"/>
                  </a:cubicBezTo>
                  <a:cubicBezTo>
                    <a:pt x="3917" y="833"/>
                    <a:pt x="3017" y="1"/>
                    <a:pt x="1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7724338" y="4376250"/>
              <a:ext cx="32150" cy="32125"/>
            </a:xfrm>
            <a:custGeom>
              <a:avLst/>
              <a:gdLst/>
              <a:ahLst/>
              <a:cxnLst/>
              <a:rect l="l" t="t" r="r" b="b"/>
              <a:pathLst>
                <a:path w="1286" h="1285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1" name="Google Shape;941;p47"/>
          <p:cNvGrpSpPr/>
          <p:nvPr/>
        </p:nvGrpSpPr>
        <p:grpSpPr>
          <a:xfrm>
            <a:off x="502754" y="2563500"/>
            <a:ext cx="401792" cy="377100"/>
            <a:chOff x="1930413" y="3295425"/>
            <a:chExt cx="547550" cy="513900"/>
          </a:xfrm>
        </p:grpSpPr>
        <p:sp>
          <p:nvSpPr>
            <p:cNvPr id="942" name="Google Shape;942;p47"/>
            <p:cNvSpPr/>
            <p:nvPr/>
          </p:nvSpPr>
          <p:spPr>
            <a:xfrm>
              <a:off x="2124638" y="3520250"/>
              <a:ext cx="353325" cy="289075"/>
            </a:xfrm>
            <a:custGeom>
              <a:avLst/>
              <a:gdLst/>
              <a:ahLst/>
              <a:cxnLst/>
              <a:rect l="l" t="t" r="r" b="b"/>
              <a:pathLst>
                <a:path w="14133" h="11563" extrusionOk="0">
                  <a:moveTo>
                    <a:pt x="6810" y="1"/>
                  </a:moveTo>
                  <a:lnTo>
                    <a:pt x="6620" y="196"/>
                  </a:lnTo>
                  <a:cubicBezTo>
                    <a:pt x="5463" y="1542"/>
                    <a:pt x="3598" y="2380"/>
                    <a:pt x="1481" y="2508"/>
                  </a:cubicBezTo>
                  <a:lnTo>
                    <a:pt x="1224" y="2570"/>
                  </a:lnTo>
                  <a:lnTo>
                    <a:pt x="1029" y="2827"/>
                  </a:lnTo>
                  <a:cubicBezTo>
                    <a:pt x="386" y="3726"/>
                    <a:pt x="1" y="4754"/>
                    <a:pt x="1" y="5782"/>
                  </a:cubicBezTo>
                  <a:cubicBezTo>
                    <a:pt x="1" y="8993"/>
                    <a:pt x="3213" y="11563"/>
                    <a:pt x="7067" y="11563"/>
                  </a:cubicBezTo>
                  <a:lnTo>
                    <a:pt x="13747" y="11563"/>
                  </a:lnTo>
                  <a:lnTo>
                    <a:pt x="12077" y="9893"/>
                  </a:lnTo>
                  <a:cubicBezTo>
                    <a:pt x="13429" y="8803"/>
                    <a:pt x="14133" y="7323"/>
                    <a:pt x="14133" y="5782"/>
                  </a:cubicBezTo>
                  <a:cubicBezTo>
                    <a:pt x="14133" y="2570"/>
                    <a:pt x="10988" y="1"/>
                    <a:pt x="70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3" name="Google Shape;943;p47"/>
            <p:cNvSpPr/>
            <p:nvPr/>
          </p:nvSpPr>
          <p:spPr>
            <a:xfrm>
              <a:off x="1930413" y="3295425"/>
              <a:ext cx="417550" cy="321200"/>
            </a:xfrm>
            <a:custGeom>
              <a:avLst/>
              <a:gdLst/>
              <a:ahLst/>
              <a:cxnLst/>
              <a:rect l="l" t="t" r="r" b="b"/>
              <a:pathLst>
                <a:path w="16702" h="12848" extrusionOk="0">
                  <a:moveTo>
                    <a:pt x="8351" y="1"/>
                  </a:moveTo>
                  <a:cubicBezTo>
                    <a:pt x="3726" y="1"/>
                    <a:pt x="0" y="2894"/>
                    <a:pt x="0" y="6424"/>
                  </a:cubicBezTo>
                  <a:cubicBezTo>
                    <a:pt x="0" y="8094"/>
                    <a:pt x="833" y="9703"/>
                    <a:pt x="2313" y="10859"/>
                  </a:cubicBezTo>
                  <a:lnTo>
                    <a:pt x="386" y="12848"/>
                  </a:lnTo>
                  <a:lnTo>
                    <a:pt x="8351" y="12848"/>
                  </a:lnTo>
                  <a:cubicBezTo>
                    <a:pt x="12395" y="12848"/>
                    <a:pt x="16701" y="10407"/>
                    <a:pt x="16701" y="6424"/>
                  </a:cubicBezTo>
                  <a:cubicBezTo>
                    <a:pt x="16701" y="2894"/>
                    <a:pt x="12976" y="1"/>
                    <a:pt x="8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2221013" y="364872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2285238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2349463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2090988" y="3359675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0"/>
                  </a:moveTo>
                  <a:cubicBezTo>
                    <a:pt x="833" y="0"/>
                    <a:pt x="1" y="838"/>
                    <a:pt x="1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8" y="1285"/>
                  </a:cubicBezTo>
                  <a:cubicBezTo>
                    <a:pt x="2246" y="1285"/>
                    <a:pt x="2570" y="1542"/>
                    <a:pt x="2570" y="1927"/>
                  </a:cubicBezTo>
                  <a:cubicBezTo>
                    <a:pt x="2570" y="2123"/>
                    <a:pt x="2442" y="2313"/>
                    <a:pt x="2313" y="2441"/>
                  </a:cubicBezTo>
                  <a:cubicBezTo>
                    <a:pt x="2246" y="2508"/>
                    <a:pt x="2118" y="2508"/>
                    <a:pt x="1928" y="2827"/>
                  </a:cubicBezTo>
                  <a:cubicBezTo>
                    <a:pt x="1475" y="3279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50"/>
                    <a:pt x="2760" y="3726"/>
                    <a:pt x="3084" y="3469"/>
                  </a:cubicBezTo>
                  <a:cubicBezTo>
                    <a:pt x="3531" y="3150"/>
                    <a:pt x="3855" y="2508"/>
                    <a:pt x="3855" y="1927"/>
                  </a:cubicBezTo>
                  <a:cubicBezTo>
                    <a:pt x="3855" y="838"/>
                    <a:pt x="2955" y="0"/>
                    <a:pt x="1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2123113" y="3520250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9" name="Google Shape;949;p47"/>
          <p:cNvGrpSpPr/>
          <p:nvPr/>
        </p:nvGrpSpPr>
        <p:grpSpPr>
          <a:xfrm>
            <a:off x="511032" y="3899898"/>
            <a:ext cx="384540" cy="429769"/>
            <a:chOff x="5733063" y="4119300"/>
            <a:chExt cx="491425" cy="549225"/>
          </a:xfrm>
        </p:grpSpPr>
        <p:sp>
          <p:nvSpPr>
            <p:cNvPr id="950" name="Google Shape;950;p47"/>
            <p:cNvSpPr/>
            <p:nvPr/>
          </p:nvSpPr>
          <p:spPr>
            <a:xfrm>
              <a:off x="5893663" y="4247775"/>
              <a:ext cx="194275" cy="232800"/>
            </a:xfrm>
            <a:custGeom>
              <a:avLst/>
              <a:gdLst/>
              <a:ahLst/>
              <a:cxnLst/>
              <a:rect l="l" t="t" r="r" b="b"/>
              <a:pathLst>
                <a:path w="7771" h="9312" extrusionOk="0">
                  <a:moveTo>
                    <a:pt x="1989" y="0"/>
                  </a:moveTo>
                  <a:cubicBezTo>
                    <a:pt x="900" y="0"/>
                    <a:pt x="0" y="900"/>
                    <a:pt x="0" y="1927"/>
                  </a:cubicBezTo>
                  <a:lnTo>
                    <a:pt x="0" y="6552"/>
                  </a:lnTo>
                  <a:lnTo>
                    <a:pt x="514" y="6681"/>
                  </a:lnTo>
                  <a:cubicBezTo>
                    <a:pt x="1028" y="6809"/>
                    <a:pt x="1542" y="6999"/>
                    <a:pt x="1989" y="7323"/>
                  </a:cubicBezTo>
                  <a:cubicBezTo>
                    <a:pt x="2246" y="7513"/>
                    <a:pt x="2503" y="7770"/>
                    <a:pt x="2760" y="8027"/>
                  </a:cubicBezTo>
                  <a:lnTo>
                    <a:pt x="3916" y="9312"/>
                  </a:lnTo>
                  <a:lnTo>
                    <a:pt x="3916" y="6552"/>
                  </a:lnTo>
                  <a:lnTo>
                    <a:pt x="7770" y="6552"/>
                  </a:lnTo>
                  <a:lnTo>
                    <a:pt x="7770" y="5201"/>
                  </a:lnTo>
                  <a:lnTo>
                    <a:pt x="3916" y="5201"/>
                  </a:lnTo>
                  <a:lnTo>
                    <a:pt x="3916" y="1927"/>
                  </a:lnTo>
                  <a:cubicBezTo>
                    <a:pt x="3916" y="900"/>
                    <a:pt x="3017" y="0"/>
                    <a:pt x="19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5733063" y="4217200"/>
              <a:ext cx="128500" cy="178325"/>
            </a:xfrm>
            <a:custGeom>
              <a:avLst/>
              <a:gdLst/>
              <a:ahLst/>
              <a:cxnLst/>
              <a:rect l="l" t="t" r="r" b="b"/>
              <a:pathLst>
                <a:path w="5140" h="7133" extrusionOk="0">
                  <a:moveTo>
                    <a:pt x="1" y="0"/>
                  </a:moveTo>
                  <a:lnTo>
                    <a:pt x="1" y="1285"/>
                  </a:lnTo>
                  <a:lnTo>
                    <a:pt x="1928" y="1285"/>
                  </a:lnTo>
                  <a:cubicBezTo>
                    <a:pt x="3017" y="1285"/>
                    <a:pt x="3855" y="2184"/>
                    <a:pt x="3855" y="3212"/>
                  </a:cubicBezTo>
                  <a:lnTo>
                    <a:pt x="3855" y="7133"/>
                  </a:lnTo>
                  <a:lnTo>
                    <a:pt x="5140" y="7133"/>
                  </a:lnTo>
                  <a:lnTo>
                    <a:pt x="5140" y="3212"/>
                  </a:lnTo>
                  <a:cubicBezTo>
                    <a:pt x="5140" y="1480"/>
                    <a:pt x="372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5893663" y="4119300"/>
              <a:ext cx="130025" cy="128500"/>
            </a:xfrm>
            <a:custGeom>
              <a:avLst/>
              <a:gdLst/>
              <a:ahLst/>
              <a:cxnLst/>
              <a:rect l="l" t="t" r="r" b="b"/>
              <a:pathLst>
                <a:path w="5201" h="5140" extrusionOk="0">
                  <a:moveTo>
                    <a:pt x="2631" y="1"/>
                  </a:moveTo>
                  <a:cubicBezTo>
                    <a:pt x="2374" y="1"/>
                    <a:pt x="2184" y="1"/>
                    <a:pt x="1989" y="62"/>
                  </a:cubicBezTo>
                  <a:cubicBezTo>
                    <a:pt x="833" y="386"/>
                    <a:pt x="0" y="1347"/>
                    <a:pt x="0" y="2570"/>
                  </a:cubicBezTo>
                  <a:cubicBezTo>
                    <a:pt x="0" y="3788"/>
                    <a:pt x="833" y="4754"/>
                    <a:pt x="1989" y="5072"/>
                  </a:cubicBezTo>
                  <a:cubicBezTo>
                    <a:pt x="2184" y="5139"/>
                    <a:pt x="2374" y="5139"/>
                    <a:pt x="2631" y="5139"/>
                  </a:cubicBezTo>
                  <a:cubicBezTo>
                    <a:pt x="4045" y="5139"/>
                    <a:pt x="5201" y="3983"/>
                    <a:pt x="5201" y="2570"/>
                  </a:cubicBezTo>
                  <a:cubicBezTo>
                    <a:pt x="5201" y="1157"/>
                    <a:pt x="4045" y="1"/>
                    <a:pt x="26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6055788" y="4119300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1"/>
                  </a:moveTo>
                  <a:cubicBezTo>
                    <a:pt x="838" y="1"/>
                    <a:pt x="0" y="833"/>
                    <a:pt x="0" y="1928"/>
                  </a:cubicBezTo>
                  <a:lnTo>
                    <a:pt x="1285" y="1928"/>
                  </a:lnTo>
                  <a:cubicBezTo>
                    <a:pt x="1285" y="1542"/>
                    <a:pt x="1542" y="1285"/>
                    <a:pt x="1928" y="1285"/>
                  </a:cubicBezTo>
                  <a:cubicBezTo>
                    <a:pt x="2251" y="1285"/>
                    <a:pt x="2570" y="1542"/>
                    <a:pt x="2570" y="1928"/>
                  </a:cubicBezTo>
                  <a:cubicBezTo>
                    <a:pt x="2570" y="2118"/>
                    <a:pt x="2441" y="2313"/>
                    <a:pt x="2313" y="2441"/>
                  </a:cubicBezTo>
                  <a:cubicBezTo>
                    <a:pt x="2251" y="2503"/>
                    <a:pt x="2123" y="2570"/>
                    <a:pt x="1928" y="2827"/>
                  </a:cubicBezTo>
                  <a:cubicBezTo>
                    <a:pt x="1480" y="3274"/>
                    <a:pt x="1285" y="3855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45"/>
                    <a:pt x="2765" y="3726"/>
                    <a:pt x="3022" y="3469"/>
                  </a:cubicBezTo>
                  <a:cubicBezTo>
                    <a:pt x="3536" y="3145"/>
                    <a:pt x="3855" y="2503"/>
                    <a:pt x="3855" y="1928"/>
                  </a:cubicBezTo>
                  <a:cubicBezTo>
                    <a:pt x="3855" y="833"/>
                    <a:pt x="2955" y="1"/>
                    <a:pt x="1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6087913" y="427987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1"/>
                  </a:moveTo>
                  <a:lnTo>
                    <a:pt x="0" y="1286"/>
                  </a:lnTo>
                  <a:lnTo>
                    <a:pt x="1285" y="1286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5962638" y="4443675"/>
              <a:ext cx="223325" cy="197125"/>
            </a:xfrm>
            <a:custGeom>
              <a:avLst/>
              <a:gdLst/>
              <a:ahLst/>
              <a:cxnLst/>
              <a:rect l="l" t="t" r="r" b="b"/>
              <a:pathLst>
                <a:path w="8933" h="7885" extrusionOk="0">
                  <a:moveTo>
                    <a:pt x="1" y="1"/>
                  </a:moveTo>
                  <a:lnTo>
                    <a:pt x="582" y="962"/>
                  </a:lnTo>
                  <a:cubicBezTo>
                    <a:pt x="967" y="1604"/>
                    <a:pt x="1157" y="2375"/>
                    <a:pt x="1157" y="3213"/>
                  </a:cubicBezTo>
                  <a:lnTo>
                    <a:pt x="3598" y="3213"/>
                  </a:lnTo>
                  <a:lnTo>
                    <a:pt x="5654" y="7324"/>
                  </a:lnTo>
                  <a:cubicBezTo>
                    <a:pt x="5833" y="7683"/>
                    <a:pt x="6202" y="7884"/>
                    <a:pt x="6584" y="7884"/>
                  </a:cubicBezTo>
                  <a:cubicBezTo>
                    <a:pt x="6747" y="7884"/>
                    <a:pt x="6913" y="7848"/>
                    <a:pt x="7067" y="7771"/>
                  </a:cubicBezTo>
                  <a:lnTo>
                    <a:pt x="8932" y="6681"/>
                  </a:lnTo>
                  <a:lnTo>
                    <a:pt x="6106" y="1029"/>
                  </a:lnTo>
                  <a:cubicBezTo>
                    <a:pt x="5782" y="386"/>
                    <a:pt x="5140" y="1"/>
                    <a:pt x="4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6007613" y="4507925"/>
              <a:ext cx="216875" cy="144550"/>
            </a:xfrm>
            <a:custGeom>
              <a:avLst/>
              <a:gdLst/>
              <a:ahLst/>
              <a:cxnLst/>
              <a:rect l="l" t="t" r="r" b="b"/>
              <a:pathLst>
                <a:path w="8675" h="5782" extrusionOk="0">
                  <a:moveTo>
                    <a:pt x="0" y="0"/>
                  </a:moveTo>
                  <a:lnTo>
                    <a:pt x="0" y="1285"/>
                  </a:lnTo>
                  <a:lnTo>
                    <a:pt x="1414" y="1285"/>
                  </a:lnTo>
                  <a:lnTo>
                    <a:pt x="3151" y="4687"/>
                  </a:lnTo>
                  <a:cubicBezTo>
                    <a:pt x="3341" y="5139"/>
                    <a:pt x="3726" y="5524"/>
                    <a:pt x="4240" y="5653"/>
                  </a:cubicBezTo>
                  <a:cubicBezTo>
                    <a:pt x="4435" y="5714"/>
                    <a:pt x="4625" y="5781"/>
                    <a:pt x="4882" y="5781"/>
                  </a:cubicBezTo>
                  <a:cubicBezTo>
                    <a:pt x="5139" y="5781"/>
                    <a:pt x="5463" y="5714"/>
                    <a:pt x="5720" y="5586"/>
                  </a:cubicBezTo>
                  <a:lnTo>
                    <a:pt x="8675" y="4111"/>
                  </a:lnTo>
                  <a:lnTo>
                    <a:pt x="8094" y="2955"/>
                  </a:lnTo>
                  <a:lnTo>
                    <a:pt x="5139" y="4430"/>
                  </a:lnTo>
                  <a:cubicBezTo>
                    <a:pt x="5075" y="4463"/>
                    <a:pt x="4995" y="4480"/>
                    <a:pt x="4907" y="4480"/>
                  </a:cubicBezTo>
                  <a:cubicBezTo>
                    <a:pt x="4819" y="4480"/>
                    <a:pt x="4723" y="4463"/>
                    <a:pt x="4625" y="4430"/>
                  </a:cubicBezTo>
                  <a:cubicBezTo>
                    <a:pt x="4497" y="4368"/>
                    <a:pt x="4368" y="4301"/>
                    <a:pt x="4307" y="4111"/>
                  </a:cubicBezTo>
                  <a:lnTo>
                    <a:pt x="21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5733063" y="4377775"/>
              <a:ext cx="290625" cy="290750"/>
            </a:xfrm>
            <a:custGeom>
              <a:avLst/>
              <a:gdLst/>
              <a:ahLst/>
              <a:cxnLst/>
              <a:rect l="l" t="t" r="r" b="b"/>
              <a:pathLst>
                <a:path w="11625" h="11630" extrusionOk="0">
                  <a:moveTo>
                    <a:pt x="5782" y="1"/>
                  </a:moveTo>
                  <a:cubicBezTo>
                    <a:pt x="2632" y="1"/>
                    <a:pt x="1" y="2637"/>
                    <a:pt x="1" y="5849"/>
                  </a:cubicBezTo>
                  <a:cubicBezTo>
                    <a:pt x="1" y="8993"/>
                    <a:pt x="2632" y="11630"/>
                    <a:pt x="5782" y="11630"/>
                  </a:cubicBezTo>
                  <a:cubicBezTo>
                    <a:pt x="8994" y="11630"/>
                    <a:pt x="11625" y="8993"/>
                    <a:pt x="11625" y="5849"/>
                  </a:cubicBezTo>
                  <a:cubicBezTo>
                    <a:pt x="11625" y="2637"/>
                    <a:pt x="8994" y="1"/>
                    <a:pt x="57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5797313" y="4443675"/>
              <a:ext cx="162150" cy="160625"/>
            </a:xfrm>
            <a:custGeom>
              <a:avLst/>
              <a:gdLst/>
              <a:ahLst/>
              <a:cxnLst/>
              <a:rect l="l" t="t" r="r" b="b"/>
              <a:pathLst>
                <a:path w="6486" h="6425" extrusionOk="0">
                  <a:moveTo>
                    <a:pt x="3212" y="1"/>
                  </a:moveTo>
                  <a:cubicBezTo>
                    <a:pt x="1475" y="1"/>
                    <a:pt x="0" y="1414"/>
                    <a:pt x="0" y="3213"/>
                  </a:cubicBezTo>
                  <a:cubicBezTo>
                    <a:pt x="0" y="4944"/>
                    <a:pt x="1475" y="6424"/>
                    <a:pt x="3212" y="6424"/>
                  </a:cubicBezTo>
                  <a:cubicBezTo>
                    <a:pt x="5011" y="6424"/>
                    <a:pt x="6485" y="4944"/>
                    <a:pt x="6485" y="3213"/>
                  </a:cubicBezTo>
                  <a:cubicBezTo>
                    <a:pt x="6485" y="1414"/>
                    <a:pt x="5011" y="1"/>
                    <a:pt x="32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56"/>
          <p:cNvSpPr txBox="1">
            <a:spLocks noGrp="1"/>
          </p:cNvSpPr>
          <p:nvPr>
            <p:ph type="title"/>
          </p:nvPr>
        </p:nvSpPr>
        <p:spPr>
          <a:xfrm>
            <a:off x="570897" y="5203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Project Plan</a:t>
            </a:r>
            <a:endParaRPr sz="3400" dirty="0"/>
          </a:p>
        </p:txBody>
      </p:sp>
      <p:sp>
        <p:nvSpPr>
          <p:cNvPr id="1354" name="Google Shape;1354;p56"/>
          <p:cNvSpPr txBox="1"/>
          <p:nvPr/>
        </p:nvSpPr>
        <p:spPr>
          <a:xfrm>
            <a:off x="713225" y="2661650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>
                <a:solidFill>
                  <a:schemeClr val="tx1"/>
                </a:solidFill>
              </a:rPr>
              <a:t>Conduct literature survey and study existing approaches.</a:t>
            </a:r>
            <a:endParaRPr dirty="0">
              <a:solidFill>
                <a:schemeClr val="tx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55" name="Google Shape;1355;p56"/>
          <p:cNvSpPr txBox="1"/>
          <p:nvPr/>
        </p:nvSpPr>
        <p:spPr>
          <a:xfrm>
            <a:off x="4608455" y="2661650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Compare three ML models using standard performance metrics</a:t>
            </a:r>
            <a:endParaRPr lang="en-US" dirty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56" name="Google Shape;1356;p56"/>
          <p:cNvSpPr txBox="1"/>
          <p:nvPr/>
        </p:nvSpPr>
        <p:spPr>
          <a:xfrm>
            <a:off x="2660840" y="3645425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Build the ML pipeline and develop the web application</a:t>
            </a:r>
            <a:endParaRPr lang="en-US" dirty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57" name="Google Shape;1357;p56"/>
          <p:cNvSpPr txBox="1"/>
          <p:nvPr/>
        </p:nvSpPr>
        <p:spPr>
          <a:xfrm>
            <a:off x="6556071" y="3645425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>
                <a:solidFill>
                  <a:schemeClr val="tx1"/>
                </a:solidFill>
              </a:rPr>
              <a:t>Integrate the best model with reporting and AI assistant features.</a:t>
            </a:r>
            <a:endParaRPr dirty="0">
              <a:solidFill>
                <a:schemeClr val="tx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58" name="Google Shape;1358;p56"/>
          <p:cNvSpPr txBox="1"/>
          <p:nvPr/>
        </p:nvSpPr>
        <p:spPr>
          <a:xfrm>
            <a:off x="713225" y="237805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Research</a:t>
            </a:r>
            <a:endParaRPr sz="2000" dirty="0">
              <a:solidFill>
                <a:schemeClr val="dk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59" name="Google Shape;1359;p56"/>
          <p:cNvSpPr txBox="1"/>
          <p:nvPr/>
        </p:nvSpPr>
        <p:spPr>
          <a:xfrm>
            <a:off x="2660840" y="336190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tx1"/>
                </a:solidFill>
              </a:rPr>
              <a:t>Development</a:t>
            </a:r>
            <a:endParaRPr sz="2000" b="1" dirty="0">
              <a:solidFill>
                <a:schemeClr val="tx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60" name="Google Shape;1360;p56"/>
          <p:cNvSpPr txBox="1"/>
          <p:nvPr/>
        </p:nvSpPr>
        <p:spPr>
          <a:xfrm>
            <a:off x="4608455" y="237805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Evaluation</a:t>
            </a:r>
            <a:endParaRPr sz="2000" dirty="0">
              <a:solidFill>
                <a:schemeClr val="dk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61" name="Google Shape;1361;p56"/>
          <p:cNvSpPr txBox="1"/>
          <p:nvPr/>
        </p:nvSpPr>
        <p:spPr>
          <a:xfrm>
            <a:off x="6556069" y="336190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Deployment</a:t>
            </a:r>
            <a:endParaRPr sz="2000" dirty="0">
              <a:solidFill>
                <a:schemeClr val="dk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62" name="Google Shape;1362;p56"/>
          <p:cNvSpPr/>
          <p:nvPr/>
        </p:nvSpPr>
        <p:spPr>
          <a:xfrm>
            <a:off x="1349075" y="152156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3" name="Google Shape;1363;p56"/>
          <p:cNvSpPr/>
          <p:nvPr/>
        </p:nvSpPr>
        <p:spPr>
          <a:xfrm>
            <a:off x="3296688" y="250541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4" name="Google Shape;1364;p56"/>
          <p:cNvSpPr/>
          <p:nvPr/>
        </p:nvSpPr>
        <p:spPr>
          <a:xfrm>
            <a:off x="5244300" y="152121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5" name="Google Shape;1365;p56"/>
          <p:cNvSpPr/>
          <p:nvPr/>
        </p:nvSpPr>
        <p:spPr>
          <a:xfrm>
            <a:off x="7191888" y="250506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366" name="Google Shape;1366;p56"/>
          <p:cNvCxnSpPr>
            <a:stCxn id="1362" idx="0"/>
            <a:endCxn id="1363" idx="2"/>
          </p:cNvCxnSpPr>
          <p:nvPr/>
        </p:nvCxnSpPr>
        <p:spPr>
          <a:xfrm>
            <a:off x="1952075" y="1873612"/>
            <a:ext cx="1344600" cy="984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7" name="Google Shape;1367;p56"/>
          <p:cNvCxnSpPr>
            <a:stCxn id="1363" idx="0"/>
            <a:endCxn id="1364" idx="2"/>
          </p:cNvCxnSpPr>
          <p:nvPr/>
        </p:nvCxnSpPr>
        <p:spPr>
          <a:xfrm rot="10800000" flipH="1">
            <a:off x="3899688" y="1873162"/>
            <a:ext cx="1344600" cy="984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8" name="Google Shape;1368;p56"/>
          <p:cNvCxnSpPr>
            <a:stCxn id="1364" idx="0"/>
            <a:endCxn id="1365" idx="2"/>
          </p:cNvCxnSpPr>
          <p:nvPr/>
        </p:nvCxnSpPr>
        <p:spPr>
          <a:xfrm>
            <a:off x="5847300" y="1873262"/>
            <a:ext cx="1344600" cy="984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9" name="Google Shape;1369;p56"/>
          <p:cNvGrpSpPr/>
          <p:nvPr/>
        </p:nvGrpSpPr>
        <p:grpSpPr>
          <a:xfrm>
            <a:off x="7299260" y="2663288"/>
            <a:ext cx="388302" cy="388302"/>
            <a:chOff x="5704163" y="3277825"/>
            <a:chExt cx="549225" cy="549225"/>
          </a:xfrm>
        </p:grpSpPr>
        <p:sp>
          <p:nvSpPr>
            <p:cNvPr id="1370" name="Google Shape;1370;p56"/>
            <p:cNvSpPr/>
            <p:nvPr/>
          </p:nvSpPr>
          <p:spPr>
            <a:xfrm>
              <a:off x="6068638" y="3439975"/>
              <a:ext cx="118850" cy="195925"/>
            </a:xfrm>
            <a:custGeom>
              <a:avLst/>
              <a:gdLst/>
              <a:ahLst/>
              <a:cxnLst/>
              <a:rect l="l" t="t" r="r" b="b"/>
              <a:pathLst>
                <a:path w="4754" h="7837" extrusionOk="0">
                  <a:moveTo>
                    <a:pt x="0" y="0"/>
                  </a:moveTo>
                  <a:lnTo>
                    <a:pt x="386" y="966"/>
                  </a:lnTo>
                  <a:cubicBezTo>
                    <a:pt x="710" y="1670"/>
                    <a:pt x="900" y="2441"/>
                    <a:pt x="900" y="3279"/>
                  </a:cubicBezTo>
                  <a:lnTo>
                    <a:pt x="900" y="7837"/>
                  </a:lnTo>
                  <a:lnTo>
                    <a:pt x="1670" y="7708"/>
                  </a:lnTo>
                  <a:cubicBezTo>
                    <a:pt x="3407" y="7323"/>
                    <a:pt x="4754" y="5719"/>
                    <a:pt x="4754" y="3921"/>
                  </a:cubicBezTo>
                  <a:cubicBezTo>
                    <a:pt x="4754" y="1799"/>
                    <a:pt x="3084" y="129"/>
                    <a:pt x="1028" y="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56"/>
            <p:cNvSpPr/>
            <p:nvPr/>
          </p:nvSpPr>
          <p:spPr>
            <a:xfrm>
              <a:off x="5704163" y="3439975"/>
              <a:ext cx="118875" cy="195925"/>
            </a:xfrm>
            <a:custGeom>
              <a:avLst/>
              <a:gdLst/>
              <a:ahLst/>
              <a:cxnLst/>
              <a:rect l="l" t="t" r="r" b="b"/>
              <a:pathLst>
                <a:path w="4755" h="7837" extrusionOk="0">
                  <a:moveTo>
                    <a:pt x="4754" y="0"/>
                  </a:moveTo>
                  <a:lnTo>
                    <a:pt x="3726" y="67"/>
                  </a:lnTo>
                  <a:cubicBezTo>
                    <a:pt x="1671" y="129"/>
                    <a:pt x="1" y="1799"/>
                    <a:pt x="1" y="3921"/>
                  </a:cubicBezTo>
                  <a:cubicBezTo>
                    <a:pt x="1" y="5719"/>
                    <a:pt x="1347" y="7323"/>
                    <a:pt x="3084" y="7708"/>
                  </a:cubicBezTo>
                  <a:lnTo>
                    <a:pt x="3855" y="7837"/>
                  </a:lnTo>
                  <a:lnTo>
                    <a:pt x="3855" y="3279"/>
                  </a:lnTo>
                  <a:cubicBezTo>
                    <a:pt x="3855" y="2441"/>
                    <a:pt x="4045" y="1670"/>
                    <a:pt x="4369" y="966"/>
                  </a:cubicBezTo>
                  <a:lnTo>
                    <a:pt x="47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56"/>
            <p:cNvSpPr/>
            <p:nvPr/>
          </p:nvSpPr>
          <p:spPr>
            <a:xfrm>
              <a:off x="5768413" y="3345275"/>
              <a:ext cx="354850" cy="452875"/>
            </a:xfrm>
            <a:custGeom>
              <a:avLst/>
              <a:gdLst/>
              <a:ahLst/>
              <a:cxnLst/>
              <a:rect l="l" t="t" r="r" b="b"/>
              <a:pathLst>
                <a:path w="14194" h="18115" extrusionOk="0">
                  <a:moveTo>
                    <a:pt x="7128" y="1"/>
                  </a:moveTo>
                  <a:cubicBezTo>
                    <a:pt x="4430" y="1"/>
                    <a:pt x="1989" y="1476"/>
                    <a:pt x="771" y="3855"/>
                  </a:cubicBezTo>
                  <a:cubicBezTo>
                    <a:pt x="771" y="3983"/>
                    <a:pt x="0" y="5140"/>
                    <a:pt x="0" y="7067"/>
                  </a:cubicBezTo>
                  <a:lnTo>
                    <a:pt x="0" y="12205"/>
                  </a:lnTo>
                  <a:cubicBezTo>
                    <a:pt x="0" y="14836"/>
                    <a:pt x="1475" y="17087"/>
                    <a:pt x="3212" y="18115"/>
                  </a:cubicBezTo>
                  <a:lnTo>
                    <a:pt x="7128" y="16059"/>
                  </a:lnTo>
                  <a:lnTo>
                    <a:pt x="10982" y="18115"/>
                  </a:lnTo>
                  <a:cubicBezTo>
                    <a:pt x="12909" y="16830"/>
                    <a:pt x="14193" y="14646"/>
                    <a:pt x="14193" y="12205"/>
                  </a:cubicBezTo>
                  <a:lnTo>
                    <a:pt x="14193" y="7067"/>
                  </a:lnTo>
                  <a:cubicBezTo>
                    <a:pt x="14193" y="5201"/>
                    <a:pt x="13423" y="3983"/>
                    <a:pt x="13423" y="3855"/>
                  </a:cubicBezTo>
                  <a:cubicBezTo>
                    <a:pt x="12205" y="1414"/>
                    <a:pt x="9697" y="1"/>
                    <a:pt x="7128" y="1"/>
                  </a:cubicBezTo>
                  <a:close/>
                </a:path>
              </a:pathLst>
            </a:custGeom>
            <a:solidFill>
              <a:srgbClr val="DA8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56"/>
            <p:cNvSpPr/>
            <p:nvPr/>
          </p:nvSpPr>
          <p:spPr>
            <a:xfrm>
              <a:off x="5848688" y="3650400"/>
              <a:ext cx="194275" cy="176650"/>
            </a:xfrm>
            <a:custGeom>
              <a:avLst/>
              <a:gdLst/>
              <a:ahLst/>
              <a:cxnLst/>
              <a:rect l="l" t="t" r="r" b="b"/>
              <a:pathLst>
                <a:path w="7771" h="7066" extrusionOk="0">
                  <a:moveTo>
                    <a:pt x="3917" y="0"/>
                  </a:moveTo>
                  <a:cubicBezTo>
                    <a:pt x="1733" y="0"/>
                    <a:pt x="1" y="1732"/>
                    <a:pt x="1" y="3854"/>
                  </a:cubicBezTo>
                  <a:lnTo>
                    <a:pt x="1" y="5910"/>
                  </a:lnTo>
                  <a:cubicBezTo>
                    <a:pt x="1157" y="6681"/>
                    <a:pt x="2503" y="7066"/>
                    <a:pt x="3917" y="7066"/>
                  </a:cubicBezTo>
                  <a:cubicBezTo>
                    <a:pt x="5330" y="7066"/>
                    <a:pt x="6614" y="6614"/>
                    <a:pt x="7771" y="5910"/>
                  </a:cubicBezTo>
                  <a:lnTo>
                    <a:pt x="7771" y="3854"/>
                  </a:lnTo>
                  <a:cubicBezTo>
                    <a:pt x="7771" y="1732"/>
                    <a:pt x="6039" y="0"/>
                    <a:pt x="39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4" name="Google Shape;1374;p56"/>
            <p:cNvSpPr/>
            <p:nvPr/>
          </p:nvSpPr>
          <p:spPr>
            <a:xfrm>
              <a:off x="5800513" y="3489800"/>
              <a:ext cx="290625" cy="128500"/>
            </a:xfrm>
            <a:custGeom>
              <a:avLst/>
              <a:gdLst/>
              <a:ahLst/>
              <a:cxnLst/>
              <a:rect l="l" t="t" r="r" b="b"/>
              <a:pathLst>
                <a:path w="11625" h="5140" extrusionOk="0">
                  <a:moveTo>
                    <a:pt x="2570" y="1286"/>
                  </a:moveTo>
                  <a:cubicBezTo>
                    <a:pt x="3146" y="1286"/>
                    <a:pt x="3660" y="1671"/>
                    <a:pt x="3855" y="2246"/>
                  </a:cubicBezTo>
                  <a:lnTo>
                    <a:pt x="3917" y="2570"/>
                  </a:lnTo>
                  <a:lnTo>
                    <a:pt x="3855" y="2889"/>
                  </a:lnTo>
                  <a:cubicBezTo>
                    <a:pt x="3660" y="3470"/>
                    <a:pt x="3146" y="3855"/>
                    <a:pt x="2570" y="3855"/>
                  </a:cubicBezTo>
                  <a:cubicBezTo>
                    <a:pt x="1861" y="3855"/>
                    <a:pt x="1285" y="3274"/>
                    <a:pt x="1285" y="2570"/>
                  </a:cubicBezTo>
                  <a:cubicBezTo>
                    <a:pt x="1285" y="1861"/>
                    <a:pt x="1861" y="1286"/>
                    <a:pt x="2570" y="1286"/>
                  </a:cubicBezTo>
                  <a:close/>
                  <a:moveTo>
                    <a:pt x="9055" y="1286"/>
                  </a:moveTo>
                  <a:cubicBezTo>
                    <a:pt x="9764" y="1286"/>
                    <a:pt x="10340" y="1861"/>
                    <a:pt x="10340" y="2570"/>
                  </a:cubicBezTo>
                  <a:cubicBezTo>
                    <a:pt x="10340" y="3274"/>
                    <a:pt x="9764" y="3855"/>
                    <a:pt x="9055" y="3855"/>
                  </a:cubicBezTo>
                  <a:cubicBezTo>
                    <a:pt x="8480" y="3855"/>
                    <a:pt x="7966" y="3470"/>
                    <a:pt x="7771" y="2889"/>
                  </a:cubicBezTo>
                  <a:lnTo>
                    <a:pt x="7709" y="2570"/>
                  </a:lnTo>
                  <a:lnTo>
                    <a:pt x="7771" y="2246"/>
                  </a:lnTo>
                  <a:cubicBezTo>
                    <a:pt x="7966" y="1671"/>
                    <a:pt x="8480" y="1286"/>
                    <a:pt x="9055" y="1286"/>
                  </a:cubicBezTo>
                  <a:close/>
                  <a:moveTo>
                    <a:pt x="2570" y="1"/>
                  </a:moveTo>
                  <a:cubicBezTo>
                    <a:pt x="1157" y="1"/>
                    <a:pt x="1" y="1157"/>
                    <a:pt x="1" y="2570"/>
                  </a:cubicBezTo>
                  <a:cubicBezTo>
                    <a:pt x="1" y="3983"/>
                    <a:pt x="1157" y="5140"/>
                    <a:pt x="2570" y="5140"/>
                  </a:cubicBezTo>
                  <a:cubicBezTo>
                    <a:pt x="3788" y="5140"/>
                    <a:pt x="4816" y="4302"/>
                    <a:pt x="5073" y="3213"/>
                  </a:cubicBezTo>
                  <a:lnTo>
                    <a:pt x="6553" y="3213"/>
                  </a:lnTo>
                  <a:cubicBezTo>
                    <a:pt x="6810" y="4302"/>
                    <a:pt x="7837" y="5140"/>
                    <a:pt x="9055" y="5140"/>
                  </a:cubicBezTo>
                  <a:cubicBezTo>
                    <a:pt x="10468" y="5140"/>
                    <a:pt x="11625" y="3983"/>
                    <a:pt x="11625" y="2570"/>
                  </a:cubicBezTo>
                  <a:cubicBezTo>
                    <a:pt x="11625" y="1157"/>
                    <a:pt x="10468" y="1"/>
                    <a:pt x="9055" y="1"/>
                  </a:cubicBezTo>
                  <a:cubicBezTo>
                    <a:pt x="7837" y="1"/>
                    <a:pt x="6810" y="772"/>
                    <a:pt x="6553" y="1928"/>
                  </a:cubicBezTo>
                  <a:lnTo>
                    <a:pt x="5073" y="1928"/>
                  </a:lnTo>
                  <a:cubicBezTo>
                    <a:pt x="4816" y="772"/>
                    <a:pt x="3788" y="1"/>
                    <a:pt x="25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5" name="Google Shape;1375;p56"/>
            <p:cNvSpPr/>
            <p:nvPr/>
          </p:nvSpPr>
          <p:spPr>
            <a:xfrm>
              <a:off x="5874388" y="3427125"/>
              <a:ext cx="144550" cy="46650"/>
            </a:xfrm>
            <a:custGeom>
              <a:avLst/>
              <a:gdLst/>
              <a:ahLst/>
              <a:cxnLst/>
              <a:rect l="l" t="t" r="r" b="b"/>
              <a:pathLst>
                <a:path w="5782" h="1866" extrusionOk="0">
                  <a:moveTo>
                    <a:pt x="576" y="0"/>
                  </a:moveTo>
                  <a:lnTo>
                    <a:pt x="1" y="1095"/>
                  </a:lnTo>
                  <a:cubicBezTo>
                    <a:pt x="833" y="1609"/>
                    <a:pt x="1861" y="1866"/>
                    <a:pt x="2889" y="1866"/>
                  </a:cubicBezTo>
                  <a:cubicBezTo>
                    <a:pt x="3855" y="1866"/>
                    <a:pt x="4882" y="1609"/>
                    <a:pt x="5782" y="1095"/>
                  </a:cubicBezTo>
                  <a:lnTo>
                    <a:pt x="5139" y="0"/>
                  </a:lnTo>
                  <a:cubicBezTo>
                    <a:pt x="4433" y="386"/>
                    <a:pt x="3645" y="578"/>
                    <a:pt x="2858" y="578"/>
                  </a:cubicBezTo>
                  <a:cubicBezTo>
                    <a:pt x="2070" y="578"/>
                    <a:pt x="1283" y="386"/>
                    <a:pt x="576" y="0"/>
                  </a:cubicBezTo>
                  <a:close/>
                </a:path>
              </a:pathLst>
            </a:custGeom>
            <a:solidFill>
              <a:srgbClr val="AA71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56"/>
            <p:cNvSpPr/>
            <p:nvPr/>
          </p:nvSpPr>
          <p:spPr>
            <a:xfrm>
              <a:off x="5896863" y="3698575"/>
              <a:ext cx="97925" cy="48200"/>
            </a:xfrm>
            <a:custGeom>
              <a:avLst/>
              <a:gdLst/>
              <a:ahLst/>
              <a:cxnLst/>
              <a:rect l="l" t="t" r="r" b="b"/>
              <a:pathLst>
                <a:path w="3917" h="1928" extrusionOk="0">
                  <a:moveTo>
                    <a:pt x="1990" y="0"/>
                  </a:moveTo>
                  <a:cubicBezTo>
                    <a:pt x="900" y="0"/>
                    <a:pt x="1" y="833"/>
                    <a:pt x="1" y="1927"/>
                  </a:cubicBezTo>
                  <a:lnTo>
                    <a:pt x="1286" y="1927"/>
                  </a:lnTo>
                  <a:cubicBezTo>
                    <a:pt x="1286" y="1542"/>
                    <a:pt x="1604" y="1285"/>
                    <a:pt x="1990" y="1285"/>
                  </a:cubicBezTo>
                  <a:cubicBezTo>
                    <a:pt x="2313" y="1285"/>
                    <a:pt x="2632" y="1542"/>
                    <a:pt x="2632" y="1927"/>
                  </a:cubicBezTo>
                  <a:lnTo>
                    <a:pt x="3917" y="1927"/>
                  </a:lnTo>
                  <a:cubicBezTo>
                    <a:pt x="3917" y="833"/>
                    <a:pt x="3017" y="0"/>
                    <a:pt x="1990" y="0"/>
                  </a:cubicBezTo>
                  <a:close/>
                </a:path>
              </a:pathLst>
            </a:custGeom>
            <a:solidFill>
              <a:srgbClr val="DA8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56"/>
            <p:cNvSpPr/>
            <p:nvPr/>
          </p:nvSpPr>
          <p:spPr>
            <a:xfrm>
              <a:off x="6157013" y="3277825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1"/>
                  </a:moveTo>
                  <a:cubicBezTo>
                    <a:pt x="833" y="1"/>
                    <a:pt x="1" y="900"/>
                    <a:pt x="1" y="1928"/>
                  </a:cubicBezTo>
                  <a:lnTo>
                    <a:pt x="1286" y="1928"/>
                  </a:lnTo>
                  <a:cubicBezTo>
                    <a:pt x="1286" y="1604"/>
                    <a:pt x="1542" y="1286"/>
                    <a:pt x="1928" y="1286"/>
                  </a:cubicBezTo>
                  <a:cubicBezTo>
                    <a:pt x="2313" y="1286"/>
                    <a:pt x="2570" y="1604"/>
                    <a:pt x="2570" y="1928"/>
                  </a:cubicBezTo>
                  <a:cubicBezTo>
                    <a:pt x="2570" y="2118"/>
                    <a:pt x="2503" y="2313"/>
                    <a:pt x="2313" y="2442"/>
                  </a:cubicBezTo>
                  <a:lnTo>
                    <a:pt x="1928" y="2827"/>
                  </a:lnTo>
                  <a:cubicBezTo>
                    <a:pt x="1542" y="3274"/>
                    <a:pt x="1286" y="3855"/>
                    <a:pt x="1286" y="4497"/>
                  </a:cubicBezTo>
                  <a:lnTo>
                    <a:pt x="1286" y="5140"/>
                  </a:lnTo>
                  <a:lnTo>
                    <a:pt x="2570" y="5140"/>
                  </a:lnTo>
                  <a:lnTo>
                    <a:pt x="2570" y="4497"/>
                  </a:lnTo>
                  <a:cubicBezTo>
                    <a:pt x="2570" y="4112"/>
                    <a:pt x="2760" y="3727"/>
                    <a:pt x="3084" y="3470"/>
                  </a:cubicBezTo>
                  <a:cubicBezTo>
                    <a:pt x="3531" y="3146"/>
                    <a:pt x="3855" y="2570"/>
                    <a:pt x="3855" y="1928"/>
                  </a:cubicBezTo>
                  <a:cubicBezTo>
                    <a:pt x="3855" y="900"/>
                    <a:pt x="3017" y="1"/>
                    <a:pt x="1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56"/>
            <p:cNvSpPr/>
            <p:nvPr/>
          </p:nvSpPr>
          <p:spPr>
            <a:xfrm>
              <a:off x="6189138" y="34384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79" name="Google Shape;1379;p56"/>
          <p:cNvGrpSpPr/>
          <p:nvPr/>
        </p:nvGrpSpPr>
        <p:grpSpPr>
          <a:xfrm>
            <a:off x="5367353" y="1685015"/>
            <a:ext cx="357160" cy="377074"/>
            <a:chOff x="3841363" y="742150"/>
            <a:chExt cx="518675" cy="547675"/>
          </a:xfrm>
        </p:grpSpPr>
        <p:sp>
          <p:nvSpPr>
            <p:cNvPr id="1380" name="Google Shape;1380;p56"/>
            <p:cNvSpPr/>
            <p:nvPr/>
          </p:nvSpPr>
          <p:spPr>
            <a:xfrm>
              <a:off x="3905613" y="742150"/>
              <a:ext cx="454425" cy="547675"/>
            </a:xfrm>
            <a:custGeom>
              <a:avLst/>
              <a:gdLst/>
              <a:ahLst/>
              <a:cxnLst/>
              <a:rect l="l" t="t" r="r" b="b"/>
              <a:pathLst>
                <a:path w="18177" h="21907" extrusionOk="0">
                  <a:moveTo>
                    <a:pt x="7708" y="0"/>
                  </a:moveTo>
                  <a:lnTo>
                    <a:pt x="7708" y="5139"/>
                  </a:lnTo>
                  <a:lnTo>
                    <a:pt x="10278" y="5139"/>
                  </a:lnTo>
                  <a:lnTo>
                    <a:pt x="10278" y="6423"/>
                  </a:lnTo>
                  <a:lnTo>
                    <a:pt x="7708" y="6423"/>
                  </a:lnTo>
                  <a:lnTo>
                    <a:pt x="7708" y="8993"/>
                  </a:lnTo>
                  <a:lnTo>
                    <a:pt x="6424" y="8993"/>
                  </a:lnTo>
                  <a:lnTo>
                    <a:pt x="6424" y="6423"/>
                  </a:lnTo>
                  <a:lnTo>
                    <a:pt x="2570" y="6423"/>
                  </a:lnTo>
                  <a:lnTo>
                    <a:pt x="2570" y="8993"/>
                  </a:lnTo>
                  <a:lnTo>
                    <a:pt x="0" y="8993"/>
                  </a:lnTo>
                  <a:lnTo>
                    <a:pt x="129" y="9702"/>
                  </a:lnTo>
                  <a:cubicBezTo>
                    <a:pt x="386" y="11500"/>
                    <a:pt x="1285" y="13104"/>
                    <a:pt x="2570" y="14388"/>
                  </a:cubicBezTo>
                  <a:lnTo>
                    <a:pt x="2570" y="21906"/>
                  </a:lnTo>
                  <a:lnTo>
                    <a:pt x="11563" y="21906"/>
                  </a:lnTo>
                  <a:lnTo>
                    <a:pt x="11563" y="19270"/>
                  </a:lnTo>
                  <a:lnTo>
                    <a:pt x="15417" y="19270"/>
                  </a:lnTo>
                  <a:lnTo>
                    <a:pt x="15417" y="15416"/>
                  </a:lnTo>
                  <a:lnTo>
                    <a:pt x="13490" y="14774"/>
                  </a:lnTo>
                  <a:lnTo>
                    <a:pt x="15417" y="14131"/>
                  </a:lnTo>
                  <a:lnTo>
                    <a:pt x="18176" y="14131"/>
                  </a:lnTo>
                  <a:lnTo>
                    <a:pt x="16506" y="6552"/>
                  </a:lnTo>
                  <a:cubicBezTo>
                    <a:pt x="15674" y="2765"/>
                    <a:pt x="12267" y="0"/>
                    <a:pt x="8351" y="0"/>
                  </a:cubicBezTo>
                  <a:close/>
                </a:path>
              </a:pathLst>
            </a:custGeom>
            <a:solidFill>
              <a:srgbClr val="DA8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1" name="Google Shape;1381;p56"/>
            <p:cNvSpPr/>
            <p:nvPr/>
          </p:nvSpPr>
          <p:spPr>
            <a:xfrm>
              <a:off x="4162538" y="1095425"/>
              <a:ext cx="128500" cy="64250"/>
            </a:xfrm>
            <a:custGeom>
              <a:avLst/>
              <a:gdLst/>
              <a:ahLst/>
              <a:cxnLst/>
              <a:rect l="l" t="t" r="r" b="b"/>
              <a:pathLst>
                <a:path w="5140" h="2570" extrusionOk="0">
                  <a:moveTo>
                    <a:pt x="1928" y="0"/>
                  </a:moveTo>
                  <a:cubicBezTo>
                    <a:pt x="833" y="0"/>
                    <a:pt x="1" y="838"/>
                    <a:pt x="1" y="1927"/>
                  </a:cubicBezTo>
                  <a:lnTo>
                    <a:pt x="1" y="2570"/>
                  </a:lnTo>
                  <a:lnTo>
                    <a:pt x="1286" y="2570"/>
                  </a:lnTo>
                  <a:lnTo>
                    <a:pt x="1286" y="1927"/>
                  </a:lnTo>
                  <a:cubicBezTo>
                    <a:pt x="1286" y="1542"/>
                    <a:pt x="1542" y="1285"/>
                    <a:pt x="1928" y="1285"/>
                  </a:cubicBezTo>
                  <a:lnTo>
                    <a:pt x="5140" y="1285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rgbClr val="FD9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2" name="Google Shape;1382;p56"/>
            <p:cNvSpPr/>
            <p:nvPr/>
          </p:nvSpPr>
          <p:spPr>
            <a:xfrm>
              <a:off x="3969838" y="742150"/>
              <a:ext cx="96375" cy="96375"/>
            </a:xfrm>
            <a:custGeom>
              <a:avLst/>
              <a:gdLst/>
              <a:ahLst/>
              <a:cxnLst/>
              <a:rect l="l" t="t" r="r" b="b"/>
              <a:pathLst>
                <a:path w="3855" h="3855" extrusionOk="0">
                  <a:moveTo>
                    <a:pt x="1" y="0"/>
                  </a:moveTo>
                  <a:lnTo>
                    <a:pt x="1" y="3854"/>
                  </a:lnTo>
                  <a:lnTo>
                    <a:pt x="3855" y="3854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3" name="Google Shape;1383;p56"/>
            <p:cNvSpPr/>
            <p:nvPr/>
          </p:nvSpPr>
          <p:spPr>
            <a:xfrm>
              <a:off x="3841363" y="838500"/>
              <a:ext cx="96400" cy="96375"/>
            </a:xfrm>
            <a:custGeom>
              <a:avLst/>
              <a:gdLst/>
              <a:ahLst/>
              <a:cxnLst/>
              <a:rect l="l" t="t" r="r" b="b"/>
              <a:pathLst>
                <a:path w="3856" h="3855" extrusionOk="0">
                  <a:moveTo>
                    <a:pt x="1" y="0"/>
                  </a:moveTo>
                  <a:lnTo>
                    <a:pt x="1" y="3854"/>
                  </a:lnTo>
                  <a:lnTo>
                    <a:pt x="3855" y="3854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4" name="Google Shape;1384;p56"/>
          <p:cNvGrpSpPr/>
          <p:nvPr/>
        </p:nvGrpSpPr>
        <p:grpSpPr>
          <a:xfrm>
            <a:off x="3450610" y="2663290"/>
            <a:ext cx="295166" cy="388302"/>
            <a:chOff x="4820938" y="4119300"/>
            <a:chExt cx="417550" cy="549225"/>
          </a:xfrm>
        </p:grpSpPr>
        <p:sp>
          <p:nvSpPr>
            <p:cNvPr id="1385" name="Google Shape;1385;p56"/>
            <p:cNvSpPr/>
            <p:nvPr/>
          </p:nvSpPr>
          <p:spPr>
            <a:xfrm>
              <a:off x="4853063" y="4119300"/>
              <a:ext cx="353325" cy="401500"/>
            </a:xfrm>
            <a:custGeom>
              <a:avLst/>
              <a:gdLst/>
              <a:ahLst/>
              <a:cxnLst/>
              <a:rect l="l" t="t" r="r" b="b"/>
              <a:pathLst>
                <a:path w="14133" h="16060" extrusionOk="0">
                  <a:moveTo>
                    <a:pt x="7066" y="1"/>
                  </a:moveTo>
                  <a:cubicBezTo>
                    <a:pt x="3145" y="1"/>
                    <a:pt x="1" y="3145"/>
                    <a:pt x="1" y="7066"/>
                  </a:cubicBezTo>
                  <a:cubicBezTo>
                    <a:pt x="1" y="10725"/>
                    <a:pt x="2827" y="13808"/>
                    <a:pt x="6424" y="14132"/>
                  </a:cubicBezTo>
                  <a:lnTo>
                    <a:pt x="6424" y="16059"/>
                  </a:lnTo>
                  <a:lnTo>
                    <a:pt x="7709" y="16059"/>
                  </a:lnTo>
                  <a:lnTo>
                    <a:pt x="7709" y="14132"/>
                  </a:lnTo>
                  <a:cubicBezTo>
                    <a:pt x="11306" y="13808"/>
                    <a:pt x="14132" y="10725"/>
                    <a:pt x="14132" y="7066"/>
                  </a:cubicBezTo>
                  <a:cubicBezTo>
                    <a:pt x="14132" y="3145"/>
                    <a:pt x="10982" y="1"/>
                    <a:pt x="7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6" name="Google Shape;1386;p56"/>
            <p:cNvSpPr/>
            <p:nvPr/>
          </p:nvSpPr>
          <p:spPr>
            <a:xfrm>
              <a:off x="4885188" y="4151425"/>
              <a:ext cx="289075" cy="289075"/>
            </a:xfrm>
            <a:custGeom>
              <a:avLst/>
              <a:gdLst/>
              <a:ahLst/>
              <a:cxnLst/>
              <a:rect l="l" t="t" r="r" b="b"/>
              <a:pathLst>
                <a:path w="11563" h="11563" extrusionOk="0">
                  <a:moveTo>
                    <a:pt x="5781" y="0"/>
                  </a:moveTo>
                  <a:cubicBezTo>
                    <a:pt x="2570" y="0"/>
                    <a:pt x="0" y="2570"/>
                    <a:pt x="0" y="5781"/>
                  </a:cubicBezTo>
                  <a:cubicBezTo>
                    <a:pt x="0" y="8993"/>
                    <a:pt x="2570" y="11562"/>
                    <a:pt x="5781" y="11562"/>
                  </a:cubicBezTo>
                  <a:cubicBezTo>
                    <a:pt x="8993" y="11562"/>
                    <a:pt x="11562" y="8993"/>
                    <a:pt x="11562" y="5781"/>
                  </a:cubicBezTo>
                  <a:cubicBezTo>
                    <a:pt x="11562" y="2570"/>
                    <a:pt x="8993" y="0"/>
                    <a:pt x="57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56"/>
            <p:cNvSpPr/>
            <p:nvPr/>
          </p:nvSpPr>
          <p:spPr>
            <a:xfrm>
              <a:off x="4981538" y="4504700"/>
              <a:ext cx="96375" cy="163825"/>
            </a:xfrm>
            <a:custGeom>
              <a:avLst/>
              <a:gdLst/>
              <a:ahLst/>
              <a:cxnLst/>
              <a:rect l="l" t="t" r="r" b="b"/>
              <a:pathLst>
                <a:path w="3855" h="6553" extrusionOk="0">
                  <a:moveTo>
                    <a:pt x="0" y="1"/>
                  </a:moveTo>
                  <a:lnTo>
                    <a:pt x="0" y="6553"/>
                  </a:lnTo>
                  <a:lnTo>
                    <a:pt x="3854" y="6553"/>
                  </a:lnTo>
                  <a:lnTo>
                    <a:pt x="38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56"/>
            <p:cNvSpPr/>
            <p:nvPr/>
          </p:nvSpPr>
          <p:spPr>
            <a:xfrm>
              <a:off x="4820938" y="4119300"/>
              <a:ext cx="64275" cy="64250"/>
            </a:xfrm>
            <a:custGeom>
              <a:avLst/>
              <a:gdLst/>
              <a:ahLst/>
              <a:cxnLst/>
              <a:rect l="l" t="t" r="r" b="b"/>
              <a:pathLst>
                <a:path w="2571" h="2570" extrusionOk="0">
                  <a:moveTo>
                    <a:pt x="1" y="1"/>
                  </a:moveTo>
                  <a:lnTo>
                    <a:pt x="1" y="2570"/>
                  </a:lnTo>
                  <a:lnTo>
                    <a:pt x="1286" y="2570"/>
                  </a:lnTo>
                  <a:lnTo>
                    <a:pt x="1286" y="1285"/>
                  </a:lnTo>
                  <a:lnTo>
                    <a:pt x="2570" y="1285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9" name="Google Shape;1389;p56"/>
            <p:cNvSpPr/>
            <p:nvPr/>
          </p:nvSpPr>
          <p:spPr>
            <a:xfrm>
              <a:off x="5174238" y="4119300"/>
              <a:ext cx="64250" cy="64250"/>
            </a:xfrm>
            <a:custGeom>
              <a:avLst/>
              <a:gdLst/>
              <a:ahLst/>
              <a:cxnLst/>
              <a:rect l="l" t="t" r="r" b="b"/>
              <a:pathLst>
                <a:path w="2570" h="2570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0" name="Google Shape;1390;p56"/>
            <p:cNvSpPr/>
            <p:nvPr/>
          </p:nvSpPr>
          <p:spPr>
            <a:xfrm>
              <a:off x="5174238" y="4408350"/>
              <a:ext cx="64250" cy="64275"/>
            </a:xfrm>
            <a:custGeom>
              <a:avLst/>
              <a:gdLst/>
              <a:ahLst/>
              <a:cxnLst/>
              <a:rect l="l" t="t" r="r" b="b"/>
              <a:pathLst>
                <a:path w="2570" h="2571" extrusionOk="0">
                  <a:moveTo>
                    <a:pt x="1285" y="1"/>
                  </a:moveTo>
                  <a:lnTo>
                    <a:pt x="1285" y="1285"/>
                  </a:lnTo>
                  <a:lnTo>
                    <a:pt x="0" y="1285"/>
                  </a:lnTo>
                  <a:lnTo>
                    <a:pt x="0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56"/>
            <p:cNvSpPr/>
            <p:nvPr/>
          </p:nvSpPr>
          <p:spPr>
            <a:xfrm>
              <a:off x="4820938" y="4408350"/>
              <a:ext cx="64275" cy="64275"/>
            </a:xfrm>
            <a:custGeom>
              <a:avLst/>
              <a:gdLst/>
              <a:ahLst/>
              <a:cxnLst/>
              <a:rect l="l" t="t" r="r" b="b"/>
              <a:pathLst>
                <a:path w="2571" h="2571" extrusionOk="0">
                  <a:moveTo>
                    <a:pt x="1" y="1"/>
                  </a:moveTo>
                  <a:lnTo>
                    <a:pt x="1" y="2570"/>
                  </a:lnTo>
                  <a:lnTo>
                    <a:pt x="2570" y="2570"/>
                  </a:lnTo>
                  <a:lnTo>
                    <a:pt x="2570" y="1285"/>
                  </a:lnTo>
                  <a:lnTo>
                    <a:pt x="1286" y="1285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56"/>
            <p:cNvSpPr/>
            <p:nvPr/>
          </p:nvSpPr>
          <p:spPr>
            <a:xfrm>
              <a:off x="4981538" y="419960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7" y="0"/>
                  </a:moveTo>
                  <a:cubicBezTo>
                    <a:pt x="833" y="0"/>
                    <a:pt x="0" y="833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313" y="1285"/>
                    <a:pt x="2570" y="1542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lnTo>
                    <a:pt x="1927" y="2827"/>
                  </a:ln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31" y="3145"/>
                    <a:pt x="3854" y="2570"/>
                    <a:pt x="3854" y="1927"/>
                  </a:cubicBezTo>
                  <a:cubicBezTo>
                    <a:pt x="3854" y="833"/>
                    <a:pt x="3017" y="0"/>
                    <a:pt x="1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3" name="Google Shape;1393;p56"/>
            <p:cNvSpPr/>
            <p:nvPr/>
          </p:nvSpPr>
          <p:spPr>
            <a:xfrm>
              <a:off x="5013663" y="436017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4" name="Google Shape;1394;p56"/>
          <p:cNvGrpSpPr/>
          <p:nvPr/>
        </p:nvGrpSpPr>
        <p:grpSpPr>
          <a:xfrm>
            <a:off x="1502987" y="1645172"/>
            <a:ext cx="295164" cy="456845"/>
            <a:chOff x="1011863" y="3277825"/>
            <a:chExt cx="354850" cy="549225"/>
          </a:xfrm>
        </p:grpSpPr>
        <p:sp>
          <p:nvSpPr>
            <p:cNvPr id="1395" name="Google Shape;1395;p56"/>
            <p:cNvSpPr/>
            <p:nvPr/>
          </p:nvSpPr>
          <p:spPr>
            <a:xfrm>
              <a:off x="1011863" y="3309950"/>
              <a:ext cx="354850" cy="517100"/>
            </a:xfrm>
            <a:custGeom>
              <a:avLst/>
              <a:gdLst/>
              <a:ahLst/>
              <a:cxnLst/>
              <a:rect l="l" t="t" r="r" b="b"/>
              <a:pathLst>
                <a:path w="14194" h="20684" extrusionOk="0">
                  <a:moveTo>
                    <a:pt x="0" y="1"/>
                  </a:moveTo>
                  <a:lnTo>
                    <a:pt x="0" y="20684"/>
                  </a:lnTo>
                  <a:lnTo>
                    <a:pt x="14193" y="20684"/>
                  </a:lnTo>
                  <a:lnTo>
                    <a:pt x="141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56"/>
            <p:cNvSpPr/>
            <p:nvPr/>
          </p:nvSpPr>
          <p:spPr>
            <a:xfrm>
              <a:off x="1206088" y="3502650"/>
              <a:ext cx="96400" cy="128500"/>
            </a:xfrm>
            <a:custGeom>
              <a:avLst/>
              <a:gdLst/>
              <a:ahLst/>
              <a:cxnLst/>
              <a:rect l="l" t="t" r="r" b="b"/>
              <a:pathLst>
                <a:path w="3856" h="5140" extrusionOk="0">
                  <a:moveTo>
                    <a:pt x="1928" y="1"/>
                  </a:moveTo>
                  <a:cubicBezTo>
                    <a:pt x="839" y="1"/>
                    <a:pt x="1" y="900"/>
                    <a:pt x="1" y="1928"/>
                  </a:cubicBezTo>
                  <a:lnTo>
                    <a:pt x="1286" y="1928"/>
                  </a:lnTo>
                  <a:cubicBezTo>
                    <a:pt x="1286" y="1604"/>
                    <a:pt x="1543" y="1285"/>
                    <a:pt x="1928" y="1285"/>
                  </a:cubicBezTo>
                  <a:cubicBezTo>
                    <a:pt x="2252" y="1285"/>
                    <a:pt x="2570" y="1604"/>
                    <a:pt x="2570" y="1928"/>
                  </a:cubicBezTo>
                  <a:cubicBezTo>
                    <a:pt x="2570" y="2185"/>
                    <a:pt x="2442" y="2375"/>
                    <a:pt x="2252" y="2442"/>
                  </a:cubicBezTo>
                  <a:cubicBezTo>
                    <a:pt x="1609" y="2956"/>
                    <a:pt x="1286" y="3726"/>
                    <a:pt x="1286" y="4497"/>
                  </a:cubicBezTo>
                  <a:lnTo>
                    <a:pt x="1286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2"/>
                    <a:pt x="2699" y="3726"/>
                    <a:pt x="3023" y="3531"/>
                  </a:cubicBezTo>
                  <a:cubicBezTo>
                    <a:pt x="3536" y="3146"/>
                    <a:pt x="3855" y="2570"/>
                    <a:pt x="3855" y="1928"/>
                  </a:cubicBezTo>
                  <a:cubicBezTo>
                    <a:pt x="3855" y="900"/>
                    <a:pt x="2956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7" name="Google Shape;1397;p56"/>
            <p:cNvSpPr/>
            <p:nvPr/>
          </p:nvSpPr>
          <p:spPr>
            <a:xfrm>
              <a:off x="1238213" y="3663250"/>
              <a:ext cx="32150" cy="32125"/>
            </a:xfrm>
            <a:custGeom>
              <a:avLst/>
              <a:gdLst/>
              <a:ahLst/>
              <a:cxnLst/>
              <a:rect l="l" t="t" r="r" b="b"/>
              <a:pathLst>
                <a:path w="1286" h="1285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8" name="Google Shape;1398;p56"/>
            <p:cNvSpPr/>
            <p:nvPr/>
          </p:nvSpPr>
          <p:spPr>
            <a:xfrm>
              <a:off x="1079313" y="3666450"/>
              <a:ext cx="91475" cy="91500"/>
            </a:xfrm>
            <a:custGeom>
              <a:avLst/>
              <a:gdLst/>
              <a:ahLst/>
              <a:cxnLst/>
              <a:rect l="l" t="t" r="r" b="b"/>
              <a:pathLst>
                <a:path w="3659" h="3660" extrusionOk="0">
                  <a:moveTo>
                    <a:pt x="899" y="1"/>
                  </a:moveTo>
                  <a:lnTo>
                    <a:pt x="0" y="900"/>
                  </a:lnTo>
                  <a:lnTo>
                    <a:pt x="899" y="1799"/>
                  </a:lnTo>
                  <a:lnTo>
                    <a:pt x="0" y="2760"/>
                  </a:lnTo>
                  <a:lnTo>
                    <a:pt x="899" y="3659"/>
                  </a:lnTo>
                  <a:lnTo>
                    <a:pt x="1799" y="2760"/>
                  </a:lnTo>
                  <a:lnTo>
                    <a:pt x="2760" y="3659"/>
                  </a:lnTo>
                  <a:lnTo>
                    <a:pt x="3659" y="2760"/>
                  </a:lnTo>
                  <a:lnTo>
                    <a:pt x="2760" y="1799"/>
                  </a:lnTo>
                  <a:lnTo>
                    <a:pt x="3659" y="900"/>
                  </a:lnTo>
                  <a:lnTo>
                    <a:pt x="2760" y="1"/>
                  </a:lnTo>
                  <a:lnTo>
                    <a:pt x="1799" y="900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9" name="Google Shape;1399;p56"/>
            <p:cNvSpPr/>
            <p:nvPr/>
          </p:nvSpPr>
          <p:spPr>
            <a:xfrm>
              <a:off x="1079313" y="3554050"/>
              <a:ext cx="91475" cy="91475"/>
            </a:xfrm>
            <a:custGeom>
              <a:avLst/>
              <a:gdLst/>
              <a:ahLst/>
              <a:cxnLst/>
              <a:rect l="l" t="t" r="r" b="b"/>
              <a:pathLst>
                <a:path w="3659" h="3659" extrusionOk="0">
                  <a:moveTo>
                    <a:pt x="899" y="0"/>
                  </a:moveTo>
                  <a:lnTo>
                    <a:pt x="0" y="900"/>
                  </a:lnTo>
                  <a:lnTo>
                    <a:pt x="899" y="1799"/>
                  </a:lnTo>
                  <a:lnTo>
                    <a:pt x="0" y="2760"/>
                  </a:lnTo>
                  <a:lnTo>
                    <a:pt x="899" y="3659"/>
                  </a:lnTo>
                  <a:lnTo>
                    <a:pt x="1799" y="2760"/>
                  </a:lnTo>
                  <a:lnTo>
                    <a:pt x="2760" y="3659"/>
                  </a:lnTo>
                  <a:lnTo>
                    <a:pt x="3659" y="2760"/>
                  </a:lnTo>
                  <a:lnTo>
                    <a:pt x="2760" y="1799"/>
                  </a:lnTo>
                  <a:lnTo>
                    <a:pt x="3659" y="900"/>
                  </a:lnTo>
                  <a:lnTo>
                    <a:pt x="2760" y="0"/>
                  </a:lnTo>
                  <a:lnTo>
                    <a:pt x="1799" y="900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0" name="Google Shape;1400;p56"/>
            <p:cNvSpPr/>
            <p:nvPr/>
          </p:nvSpPr>
          <p:spPr>
            <a:xfrm>
              <a:off x="1079313" y="3441625"/>
              <a:ext cx="91475" cy="91500"/>
            </a:xfrm>
            <a:custGeom>
              <a:avLst/>
              <a:gdLst/>
              <a:ahLst/>
              <a:cxnLst/>
              <a:rect l="l" t="t" r="r" b="b"/>
              <a:pathLst>
                <a:path w="3659" h="3660" extrusionOk="0">
                  <a:moveTo>
                    <a:pt x="899" y="1"/>
                  </a:moveTo>
                  <a:lnTo>
                    <a:pt x="0" y="900"/>
                  </a:lnTo>
                  <a:lnTo>
                    <a:pt x="899" y="1799"/>
                  </a:lnTo>
                  <a:lnTo>
                    <a:pt x="0" y="2699"/>
                  </a:lnTo>
                  <a:lnTo>
                    <a:pt x="899" y="3660"/>
                  </a:lnTo>
                  <a:lnTo>
                    <a:pt x="1799" y="2699"/>
                  </a:lnTo>
                  <a:lnTo>
                    <a:pt x="2760" y="3660"/>
                  </a:lnTo>
                  <a:lnTo>
                    <a:pt x="3659" y="2699"/>
                  </a:lnTo>
                  <a:lnTo>
                    <a:pt x="2760" y="1799"/>
                  </a:lnTo>
                  <a:lnTo>
                    <a:pt x="3659" y="900"/>
                  </a:lnTo>
                  <a:lnTo>
                    <a:pt x="2760" y="1"/>
                  </a:lnTo>
                  <a:lnTo>
                    <a:pt x="1799" y="900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1" name="Google Shape;1401;p56"/>
            <p:cNvSpPr/>
            <p:nvPr/>
          </p:nvSpPr>
          <p:spPr>
            <a:xfrm>
              <a:off x="1108213" y="3277825"/>
              <a:ext cx="162150" cy="128500"/>
            </a:xfrm>
            <a:custGeom>
              <a:avLst/>
              <a:gdLst/>
              <a:ahLst/>
              <a:cxnLst/>
              <a:rect l="l" t="t" r="r" b="b"/>
              <a:pathLst>
                <a:path w="6486" h="5140" extrusionOk="0">
                  <a:moveTo>
                    <a:pt x="0" y="1"/>
                  </a:moveTo>
                  <a:lnTo>
                    <a:pt x="0" y="3213"/>
                  </a:lnTo>
                  <a:cubicBezTo>
                    <a:pt x="0" y="4302"/>
                    <a:pt x="900" y="5140"/>
                    <a:pt x="1989" y="5140"/>
                  </a:cubicBezTo>
                  <a:lnTo>
                    <a:pt x="4558" y="5140"/>
                  </a:lnTo>
                  <a:cubicBezTo>
                    <a:pt x="5586" y="5140"/>
                    <a:pt x="6485" y="4302"/>
                    <a:pt x="6485" y="3213"/>
                  </a:cubicBezTo>
                  <a:lnTo>
                    <a:pt x="6485" y="1"/>
                  </a:lnTo>
                  <a:lnTo>
                    <a:pt x="5201" y="1"/>
                  </a:lnTo>
                  <a:lnTo>
                    <a:pt x="5201" y="3213"/>
                  </a:lnTo>
                  <a:cubicBezTo>
                    <a:pt x="5201" y="3598"/>
                    <a:pt x="4882" y="3855"/>
                    <a:pt x="4558" y="3855"/>
                  </a:cubicBezTo>
                  <a:lnTo>
                    <a:pt x="1989" y="3855"/>
                  </a:lnTo>
                  <a:cubicBezTo>
                    <a:pt x="1604" y="3855"/>
                    <a:pt x="1285" y="3598"/>
                    <a:pt x="1285" y="3213"/>
                  </a:cubicBez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p38"/>
          <p:cNvPicPr preferRelativeResize="0"/>
          <p:nvPr/>
        </p:nvPicPr>
        <p:blipFill rotWithShape="1">
          <a:blip r:embed="rId1">
            <a:alphaModFix amt="50000"/>
          </a:blip>
          <a:srcRect t="7798" b="7807"/>
          <a:stretch>
            <a:fillRect/>
          </a:stretch>
        </p:blipFill>
        <p:spPr>
          <a:xfrm>
            <a:off x="0" y="1086485"/>
            <a:ext cx="9144000" cy="43414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8" name="Google Shape;878;p38"/>
          <p:cNvCxnSpPr/>
          <p:nvPr/>
        </p:nvCxnSpPr>
        <p:spPr>
          <a:xfrm rot="10800000">
            <a:off x="-46990" y="5467350"/>
            <a:ext cx="8293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9" name="Google Shape;879;p38"/>
          <p:cNvGrpSpPr/>
          <p:nvPr/>
        </p:nvGrpSpPr>
        <p:grpSpPr>
          <a:xfrm>
            <a:off x="429260" y="1619250"/>
            <a:ext cx="8191650" cy="3467100"/>
            <a:chOff x="476250" y="1047750"/>
            <a:chExt cx="8191650" cy="3467100"/>
          </a:xfrm>
        </p:grpSpPr>
        <p:grpSp>
          <p:nvGrpSpPr>
            <p:cNvPr id="880" name="Google Shape;880;p38"/>
            <p:cNvGrpSpPr/>
            <p:nvPr/>
          </p:nvGrpSpPr>
          <p:grpSpPr>
            <a:xfrm>
              <a:off x="476250" y="1047750"/>
              <a:ext cx="3905400" cy="438300"/>
              <a:chOff x="0" y="0"/>
              <a:chExt cx="3905400" cy="438300"/>
            </a:xfrm>
          </p:grpSpPr>
          <p:sp>
            <p:nvSpPr>
              <p:cNvPr id="881" name="Google Shape;881;p38"/>
              <p:cNvSpPr/>
              <p:nvPr/>
            </p:nvSpPr>
            <p:spPr>
              <a:xfrm>
                <a:off x="0" y="0"/>
                <a:ext cx="3905400" cy="438300"/>
              </a:xfrm>
              <a:prstGeom prst="roundRect">
                <a:avLst>
                  <a:gd name="adj" fmla="val 26086"/>
                </a:avLst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" name="Google Shape;882;p38"/>
              <p:cNvSpPr txBox="1"/>
              <p:nvPr/>
            </p:nvSpPr>
            <p:spPr>
              <a:xfrm>
                <a:off x="0" y="0"/>
                <a:ext cx="39054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1. MODEL &amp; TRAINING PIPELINE</a:t>
                </a:r>
                <a:endParaRPr sz="12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883" name="Google Shape;883;p38"/>
            <p:cNvGrpSpPr/>
            <p:nvPr/>
          </p:nvGrpSpPr>
          <p:grpSpPr>
            <a:xfrm>
              <a:off x="476250" y="1581150"/>
              <a:ext cx="3905400" cy="495300"/>
              <a:chOff x="0" y="0"/>
              <a:chExt cx="3905400" cy="495300"/>
            </a:xfrm>
          </p:grpSpPr>
          <p:sp>
            <p:nvSpPr>
              <p:cNvPr id="884" name="Google Shape;884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" name="Google Shape;885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" name="Google Shape;886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01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87" name="Google Shape;887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Audio Upload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888" name="Google Shape;888;p38"/>
            <p:cNvGrpSpPr/>
            <p:nvPr/>
          </p:nvGrpSpPr>
          <p:grpSpPr>
            <a:xfrm>
              <a:off x="476250" y="2171700"/>
              <a:ext cx="3905400" cy="495300"/>
              <a:chOff x="0" y="0"/>
              <a:chExt cx="3905400" cy="495300"/>
            </a:xfrm>
          </p:grpSpPr>
          <p:sp>
            <p:nvSpPr>
              <p:cNvPr id="889" name="Google Shape;889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0" name="Google Shape;890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1" name="Google Shape;891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02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92" name="Google Shape;892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Speech-to-Text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893" name="Google Shape;893;p38"/>
            <p:cNvGrpSpPr/>
            <p:nvPr/>
          </p:nvGrpSpPr>
          <p:grpSpPr>
            <a:xfrm>
              <a:off x="476250" y="2762250"/>
              <a:ext cx="3905400" cy="495300"/>
              <a:chOff x="0" y="0"/>
              <a:chExt cx="3905400" cy="495300"/>
            </a:xfrm>
          </p:grpSpPr>
          <p:sp>
            <p:nvSpPr>
              <p:cNvPr id="894" name="Google Shape;894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5" name="Google Shape;895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6" name="Google Shape;896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03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97" name="Google Shape;897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Text Preprocessing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898" name="Google Shape;898;p38"/>
            <p:cNvGrpSpPr/>
            <p:nvPr/>
          </p:nvGrpSpPr>
          <p:grpSpPr>
            <a:xfrm>
              <a:off x="476250" y="3352800"/>
              <a:ext cx="3905400" cy="571500"/>
              <a:chOff x="0" y="0"/>
              <a:chExt cx="3905400" cy="571500"/>
            </a:xfrm>
          </p:grpSpPr>
          <p:sp>
            <p:nvSpPr>
              <p:cNvPr id="899" name="Google Shape;899;p38"/>
              <p:cNvSpPr/>
              <p:nvPr/>
            </p:nvSpPr>
            <p:spPr>
              <a:xfrm>
                <a:off x="0" y="0"/>
                <a:ext cx="39054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0" name="Google Shape;900;p38"/>
              <p:cNvSpPr/>
              <p:nvPr/>
            </p:nvSpPr>
            <p:spPr>
              <a:xfrm>
                <a:off x="161925" y="1428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1" name="Google Shape;901;p38"/>
              <p:cNvSpPr txBox="1"/>
              <p:nvPr/>
            </p:nvSpPr>
            <p:spPr>
              <a:xfrm>
                <a:off x="1619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04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02" name="Google Shape;902;p38"/>
              <p:cNvSpPr txBox="1"/>
              <p:nvPr/>
            </p:nvSpPr>
            <p:spPr>
              <a:xfrm>
                <a:off x="590550" y="0"/>
                <a:ext cx="3219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Train &amp; Compare Models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IN" sz="950" b="0">
                    <a:solidFill>
                      <a:srgbClr val="7B75C7"/>
                    </a:solidFill>
                    <a:latin typeface="Jost"/>
                    <a:ea typeface="Jost"/>
                    <a:cs typeface="Jost"/>
                    <a:sym typeface="Jost"/>
                  </a:rPr>
                  <a:t>DeBERTa-v3 + Attention</a:t>
                </a:r>
                <a:endParaRPr sz="950" b="0">
                  <a:solidFill>
                    <a:srgbClr val="7B75C7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903" name="Google Shape;903;p38"/>
            <p:cNvGrpSpPr/>
            <p:nvPr/>
          </p:nvGrpSpPr>
          <p:grpSpPr>
            <a:xfrm>
              <a:off x="476250" y="4019550"/>
              <a:ext cx="3905400" cy="495300"/>
              <a:chOff x="0" y="0"/>
              <a:chExt cx="3905400" cy="495300"/>
            </a:xfrm>
          </p:grpSpPr>
          <p:sp>
            <p:nvSpPr>
              <p:cNvPr id="904" name="Google Shape;904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5" name="Google Shape;905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6" name="Google Shape;906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05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07" name="Google Shape;907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Select Best Model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08" name="Google Shape;908;p38"/>
            <p:cNvGrpSpPr/>
            <p:nvPr/>
          </p:nvGrpSpPr>
          <p:grpSpPr>
            <a:xfrm>
              <a:off x="4762500" y="1047750"/>
              <a:ext cx="3905400" cy="438300"/>
              <a:chOff x="0" y="0"/>
              <a:chExt cx="3905400" cy="438300"/>
            </a:xfrm>
          </p:grpSpPr>
          <p:sp>
            <p:nvSpPr>
              <p:cNvPr id="909" name="Google Shape;909;p38"/>
              <p:cNvSpPr/>
              <p:nvPr/>
            </p:nvSpPr>
            <p:spPr>
              <a:xfrm>
                <a:off x="0" y="0"/>
                <a:ext cx="3905400" cy="438300"/>
              </a:xfrm>
              <a:prstGeom prst="roundRect">
                <a:avLst>
                  <a:gd name="adj" fmla="val 26086"/>
                </a:avLst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0" name="Google Shape;910;p38"/>
              <p:cNvSpPr txBox="1"/>
              <p:nvPr/>
            </p:nvSpPr>
            <p:spPr>
              <a:xfrm>
                <a:off x="0" y="0"/>
                <a:ext cx="39054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2. SYSTEM &amp; APPLICATION FEATURES</a:t>
                </a:r>
                <a:endParaRPr sz="12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911" name="Google Shape;911;p38"/>
            <p:cNvGrpSpPr/>
            <p:nvPr/>
          </p:nvGrpSpPr>
          <p:grpSpPr>
            <a:xfrm>
              <a:off x="4762500" y="1581150"/>
              <a:ext cx="3905400" cy="552600"/>
              <a:chOff x="0" y="0"/>
              <a:chExt cx="3905400" cy="552600"/>
            </a:xfrm>
          </p:grpSpPr>
          <p:sp>
            <p:nvSpPr>
              <p:cNvPr id="912" name="Google Shape;912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3" name="Google Shape;913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4" name="Google Shape;914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06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15" name="Google Shape;915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Alzheimer's Prediction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16" name="Google Shape;916;p38"/>
            <p:cNvGrpSpPr/>
            <p:nvPr/>
          </p:nvGrpSpPr>
          <p:grpSpPr>
            <a:xfrm>
              <a:off x="4762500" y="2324100"/>
              <a:ext cx="3905400" cy="552600"/>
              <a:chOff x="0" y="0"/>
              <a:chExt cx="3905400" cy="552600"/>
            </a:xfrm>
          </p:grpSpPr>
          <p:sp>
            <p:nvSpPr>
              <p:cNvPr id="917" name="Google Shape;917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8" name="Google Shape;918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9" name="Google Shape;919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07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20" name="Google Shape;920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Analysis Report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21" name="Google Shape;921;p38"/>
            <p:cNvGrpSpPr/>
            <p:nvPr/>
          </p:nvGrpSpPr>
          <p:grpSpPr>
            <a:xfrm>
              <a:off x="4762500" y="3067050"/>
              <a:ext cx="3905400" cy="552600"/>
              <a:chOff x="0" y="0"/>
              <a:chExt cx="3905400" cy="552600"/>
            </a:xfrm>
          </p:grpSpPr>
          <p:sp>
            <p:nvSpPr>
              <p:cNvPr id="922" name="Google Shape;922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3" name="Google Shape;923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4" name="Google Shape;924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08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25" name="Google Shape;925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AI Assistant &amp; PDF Report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26" name="Google Shape;926;p38"/>
            <p:cNvGrpSpPr/>
            <p:nvPr/>
          </p:nvGrpSpPr>
          <p:grpSpPr>
            <a:xfrm>
              <a:off x="4762500" y="3810000"/>
              <a:ext cx="3905400" cy="552600"/>
              <a:chOff x="0" y="0"/>
              <a:chExt cx="3905400" cy="552600"/>
            </a:xfrm>
          </p:grpSpPr>
          <p:sp>
            <p:nvSpPr>
              <p:cNvPr id="927" name="Google Shape;927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8" name="Google Shape;928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9" name="Google Shape;929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09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30" name="Google Shape;930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Save Analysis History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</p:grpSp>
      <p:sp>
        <p:nvSpPr>
          <p:cNvPr id="931" name="Google Shape;931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400"/>
              <a:t>Proposed Methodology</a:t>
            </a:r>
            <a:endParaRPr sz="3400"/>
          </a:p>
        </p:txBody>
      </p:sp>
      <p:grpSp>
        <p:nvGrpSpPr>
          <p:cNvPr id="932" name="Google Shape;932;p38"/>
          <p:cNvGrpSpPr/>
          <p:nvPr/>
        </p:nvGrpSpPr>
        <p:grpSpPr>
          <a:xfrm>
            <a:off x="2353310" y="2667000"/>
            <a:ext cx="4352925" cy="1905150"/>
            <a:chOff x="2400300" y="2095500"/>
            <a:chExt cx="4352925" cy="1905150"/>
          </a:xfrm>
        </p:grpSpPr>
        <p:sp>
          <p:nvSpPr>
            <p:cNvPr id="933" name="Google Shape;933;p38"/>
            <p:cNvSpPr/>
            <p:nvPr/>
          </p:nvSpPr>
          <p:spPr>
            <a:xfrm>
              <a:off x="2400300" y="209550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2400300" y="26860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2400300" y="327660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2400300" y="39433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6677025" y="21907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7B7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6677025" y="2933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7B7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6677025" y="36766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7B7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100"/>
            <a:ext cx="9144000" cy="4215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5"/>
          <p:cNvSpPr/>
          <p:nvPr/>
        </p:nvSpPr>
        <p:spPr>
          <a:xfrm>
            <a:off x="6170800" y="1276625"/>
            <a:ext cx="2721300" cy="39042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89" name="Google Shape;1289;p55"/>
          <p:cNvGrpSpPr/>
          <p:nvPr/>
        </p:nvGrpSpPr>
        <p:grpSpPr>
          <a:xfrm>
            <a:off x="6292603" y="918840"/>
            <a:ext cx="2453185" cy="4224660"/>
            <a:chOff x="6292603" y="918840"/>
            <a:chExt cx="2453185" cy="4224660"/>
          </a:xfrm>
        </p:grpSpPr>
        <p:grpSp>
          <p:nvGrpSpPr>
            <p:cNvPr id="1290" name="Google Shape;1290;p55"/>
            <p:cNvGrpSpPr/>
            <p:nvPr/>
          </p:nvGrpSpPr>
          <p:grpSpPr>
            <a:xfrm>
              <a:off x="7891454" y="1672597"/>
              <a:ext cx="854334" cy="2357807"/>
              <a:chOff x="7877329" y="1466797"/>
              <a:chExt cx="854334" cy="2357807"/>
            </a:xfrm>
          </p:grpSpPr>
          <p:sp>
            <p:nvSpPr>
              <p:cNvPr id="1291" name="Google Shape;1291;p55"/>
              <p:cNvSpPr/>
              <p:nvPr/>
            </p:nvSpPr>
            <p:spPr>
              <a:xfrm>
                <a:off x="7890900" y="1494125"/>
                <a:ext cx="819900" cy="2244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2" name="Google Shape;1292;p55"/>
              <p:cNvSpPr/>
              <p:nvPr/>
            </p:nvSpPr>
            <p:spPr>
              <a:xfrm>
                <a:off x="7894550" y="3217000"/>
                <a:ext cx="819900" cy="522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293" name="Google Shape;1293;p55"/>
              <p:cNvGrpSpPr/>
              <p:nvPr/>
            </p:nvGrpSpPr>
            <p:grpSpPr>
              <a:xfrm>
                <a:off x="7877329" y="1466797"/>
                <a:ext cx="854334" cy="2357807"/>
                <a:chOff x="4973150" y="1110750"/>
                <a:chExt cx="1507825" cy="4161325"/>
              </a:xfrm>
            </p:grpSpPr>
            <p:sp>
              <p:nvSpPr>
                <p:cNvPr id="1294" name="Google Shape;1294;p55"/>
                <p:cNvSpPr/>
                <p:nvPr/>
              </p:nvSpPr>
              <p:spPr>
                <a:xfrm>
                  <a:off x="4973150" y="1110750"/>
                  <a:ext cx="1507825" cy="402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13" h="160816" extrusionOk="0">
                      <a:moveTo>
                        <a:pt x="57762" y="2850"/>
                      </a:moveTo>
                      <a:lnTo>
                        <a:pt x="57762" y="120687"/>
                      </a:lnTo>
                      <a:lnTo>
                        <a:pt x="2555" y="120687"/>
                      </a:lnTo>
                      <a:lnTo>
                        <a:pt x="2555" y="2850"/>
                      </a:lnTo>
                      <a:close/>
                      <a:moveTo>
                        <a:pt x="57700" y="125849"/>
                      </a:moveTo>
                      <a:lnTo>
                        <a:pt x="57700" y="156361"/>
                      </a:lnTo>
                      <a:lnTo>
                        <a:pt x="2493" y="156361"/>
                      </a:lnTo>
                      <a:lnTo>
                        <a:pt x="2493" y="125849"/>
                      </a:lnTo>
                      <a:close/>
                      <a:moveTo>
                        <a:pt x="0" y="0"/>
                      </a:moveTo>
                      <a:lnTo>
                        <a:pt x="0" y="160816"/>
                      </a:lnTo>
                      <a:lnTo>
                        <a:pt x="60312" y="160816"/>
                      </a:lnTo>
                      <a:lnTo>
                        <a:pt x="603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5" name="Google Shape;1295;p55"/>
                <p:cNvSpPr/>
                <p:nvPr/>
              </p:nvSpPr>
              <p:spPr>
                <a:xfrm>
                  <a:off x="5004375" y="2220825"/>
                  <a:ext cx="1455825" cy="44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33" h="17634" extrusionOk="0">
                      <a:moveTo>
                        <a:pt x="15373" y="8017"/>
                      </a:moveTo>
                      <a:lnTo>
                        <a:pt x="15373" y="16090"/>
                      </a:lnTo>
                      <a:lnTo>
                        <a:pt x="13117" y="16090"/>
                      </a:lnTo>
                      <a:lnTo>
                        <a:pt x="13117" y="8017"/>
                      </a:lnTo>
                      <a:close/>
                      <a:moveTo>
                        <a:pt x="37455" y="0"/>
                      </a:moveTo>
                      <a:cubicBezTo>
                        <a:pt x="37337" y="0"/>
                        <a:pt x="37218" y="119"/>
                        <a:pt x="37218" y="238"/>
                      </a:cubicBezTo>
                      <a:lnTo>
                        <a:pt x="37218" y="1368"/>
                      </a:lnTo>
                      <a:cubicBezTo>
                        <a:pt x="37218" y="1487"/>
                        <a:pt x="37337" y="1606"/>
                        <a:pt x="37455" y="1606"/>
                      </a:cubicBezTo>
                      <a:lnTo>
                        <a:pt x="37636" y="1606"/>
                      </a:lnTo>
                      <a:lnTo>
                        <a:pt x="37636" y="11636"/>
                      </a:lnTo>
                      <a:cubicBezTo>
                        <a:pt x="37636" y="11873"/>
                        <a:pt x="37455" y="12110"/>
                        <a:pt x="37280" y="12110"/>
                      </a:cubicBezTo>
                      <a:cubicBezTo>
                        <a:pt x="37042" y="12110"/>
                        <a:pt x="36862" y="12291"/>
                        <a:pt x="36862" y="12528"/>
                      </a:cubicBezTo>
                      <a:lnTo>
                        <a:pt x="36862" y="13891"/>
                      </a:lnTo>
                      <a:cubicBezTo>
                        <a:pt x="36862" y="14129"/>
                        <a:pt x="37042" y="14309"/>
                        <a:pt x="37280" y="14309"/>
                      </a:cubicBezTo>
                      <a:cubicBezTo>
                        <a:pt x="37455" y="14309"/>
                        <a:pt x="37636" y="14485"/>
                        <a:pt x="37636" y="14784"/>
                      </a:cubicBezTo>
                      <a:lnTo>
                        <a:pt x="37636" y="16090"/>
                      </a:lnTo>
                      <a:lnTo>
                        <a:pt x="33775" y="16090"/>
                      </a:lnTo>
                      <a:lnTo>
                        <a:pt x="33775" y="14784"/>
                      </a:lnTo>
                      <a:cubicBezTo>
                        <a:pt x="33775" y="14485"/>
                        <a:pt x="33894" y="14309"/>
                        <a:pt x="34131" y="14309"/>
                      </a:cubicBezTo>
                      <a:cubicBezTo>
                        <a:pt x="34250" y="14309"/>
                        <a:pt x="34312" y="14247"/>
                        <a:pt x="34369" y="14190"/>
                      </a:cubicBezTo>
                      <a:cubicBezTo>
                        <a:pt x="34430" y="14072"/>
                        <a:pt x="34487" y="14010"/>
                        <a:pt x="34487" y="13891"/>
                      </a:cubicBezTo>
                      <a:lnTo>
                        <a:pt x="34487" y="12528"/>
                      </a:lnTo>
                      <a:cubicBezTo>
                        <a:pt x="34487" y="12291"/>
                        <a:pt x="34312" y="12110"/>
                        <a:pt x="34131" y="12110"/>
                      </a:cubicBezTo>
                      <a:cubicBezTo>
                        <a:pt x="33894" y="12110"/>
                        <a:pt x="33775" y="11873"/>
                        <a:pt x="33775" y="11636"/>
                      </a:cubicBezTo>
                      <a:lnTo>
                        <a:pt x="33775" y="6768"/>
                      </a:lnTo>
                      <a:lnTo>
                        <a:pt x="34193" y="6768"/>
                      </a:lnTo>
                      <a:lnTo>
                        <a:pt x="34193" y="5224"/>
                      </a:lnTo>
                      <a:lnTo>
                        <a:pt x="34131" y="5167"/>
                      </a:lnTo>
                      <a:lnTo>
                        <a:pt x="27426" y="5167"/>
                      </a:lnTo>
                      <a:cubicBezTo>
                        <a:pt x="27364" y="5167"/>
                        <a:pt x="27364" y="5224"/>
                        <a:pt x="27364" y="5224"/>
                      </a:cubicBezTo>
                      <a:lnTo>
                        <a:pt x="27364" y="6768"/>
                      </a:lnTo>
                      <a:lnTo>
                        <a:pt x="27782" y="6768"/>
                      </a:lnTo>
                      <a:lnTo>
                        <a:pt x="27782" y="11636"/>
                      </a:lnTo>
                      <a:cubicBezTo>
                        <a:pt x="27782" y="11873"/>
                        <a:pt x="27601" y="12110"/>
                        <a:pt x="27426" y="12110"/>
                      </a:cubicBezTo>
                      <a:cubicBezTo>
                        <a:pt x="27307" y="12110"/>
                        <a:pt x="27188" y="12172"/>
                        <a:pt x="27126" y="12229"/>
                      </a:cubicBezTo>
                      <a:cubicBezTo>
                        <a:pt x="27069" y="12291"/>
                        <a:pt x="27069" y="12410"/>
                        <a:pt x="27069" y="12528"/>
                      </a:cubicBezTo>
                      <a:lnTo>
                        <a:pt x="27069" y="13891"/>
                      </a:lnTo>
                      <a:cubicBezTo>
                        <a:pt x="27069" y="14129"/>
                        <a:pt x="27188" y="14309"/>
                        <a:pt x="27426" y="14309"/>
                      </a:cubicBezTo>
                      <a:cubicBezTo>
                        <a:pt x="27483" y="14309"/>
                        <a:pt x="27601" y="14366"/>
                        <a:pt x="27663" y="14428"/>
                      </a:cubicBezTo>
                      <a:cubicBezTo>
                        <a:pt x="27720" y="14547"/>
                        <a:pt x="27782" y="14665"/>
                        <a:pt x="27782" y="14784"/>
                      </a:cubicBezTo>
                      <a:lnTo>
                        <a:pt x="27782" y="16090"/>
                      </a:lnTo>
                      <a:lnTo>
                        <a:pt x="23802" y="16090"/>
                      </a:lnTo>
                      <a:lnTo>
                        <a:pt x="23802" y="8017"/>
                      </a:lnTo>
                      <a:lnTo>
                        <a:pt x="19471" y="8017"/>
                      </a:lnTo>
                      <a:lnTo>
                        <a:pt x="19471" y="1368"/>
                      </a:lnTo>
                      <a:lnTo>
                        <a:pt x="9318" y="1368"/>
                      </a:lnTo>
                      <a:lnTo>
                        <a:pt x="9318" y="8017"/>
                      </a:lnTo>
                      <a:lnTo>
                        <a:pt x="4687" y="8017"/>
                      </a:lnTo>
                      <a:lnTo>
                        <a:pt x="4687" y="16090"/>
                      </a:lnTo>
                      <a:lnTo>
                        <a:pt x="0" y="16090"/>
                      </a:lnTo>
                      <a:lnTo>
                        <a:pt x="0" y="17634"/>
                      </a:lnTo>
                      <a:lnTo>
                        <a:pt x="58232" y="17634"/>
                      </a:lnTo>
                      <a:lnTo>
                        <a:pt x="58232" y="16090"/>
                      </a:lnTo>
                      <a:lnTo>
                        <a:pt x="53545" y="16090"/>
                      </a:lnTo>
                      <a:lnTo>
                        <a:pt x="53545" y="14784"/>
                      </a:lnTo>
                      <a:cubicBezTo>
                        <a:pt x="53545" y="14485"/>
                        <a:pt x="53721" y="14309"/>
                        <a:pt x="53901" y="14309"/>
                      </a:cubicBezTo>
                      <a:cubicBezTo>
                        <a:pt x="54139" y="14309"/>
                        <a:pt x="54257" y="14129"/>
                        <a:pt x="54257" y="13891"/>
                      </a:cubicBezTo>
                      <a:lnTo>
                        <a:pt x="54257" y="12528"/>
                      </a:lnTo>
                      <a:cubicBezTo>
                        <a:pt x="54257" y="12291"/>
                        <a:pt x="54139" y="12110"/>
                        <a:pt x="53901" y="12110"/>
                      </a:cubicBezTo>
                      <a:cubicBezTo>
                        <a:pt x="53721" y="12110"/>
                        <a:pt x="53545" y="11873"/>
                        <a:pt x="53545" y="11636"/>
                      </a:cubicBezTo>
                      <a:lnTo>
                        <a:pt x="53545" y="1606"/>
                      </a:lnTo>
                      <a:lnTo>
                        <a:pt x="53721" y="1606"/>
                      </a:lnTo>
                      <a:cubicBezTo>
                        <a:pt x="53840" y="1606"/>
                        <a:pt x="53958" y="1487"/>
                        <a:pt x="53958" y="1368"/>
                      </a:cubicBezTo>
                      <a:lnTo>
                        <a:pt x="53958" y="238"/>
                      </a:lnTo>
                      <a:cubicBezTo>
                        <a:pt x="53958" y="119"/>
                        <a:pt x="53840" y="0"/>
                        <a:pt x="53721" y="0"/>
                      </a:cubicBezTo>
                      <a:lnTo>
                        <a:pt x="47428" y="0"/>
                      </a:lnTo>
                      <a:cubicBezTo>
                        <a:pt x="47253" y="0"/>
                        <a:pt x="47134" y="119"/>
                        <a:pt x="47134" y="238"/>
                      </a:cubicBezTo>
                      <a:lnTo>
                        <a:pt x="47134" y="1368"/>
                      </a:lnTo>
                      <a:cubicBezTo>
                        <a:pt x="47134" y="1487"/>
                        <a:pt x="47253" y="1606"/>
                        <a:pt x="47428" y="1606"/>
                      </a:cubicBezTo>
                      <a:lnTo>
                        <a:pt x="47547" y="1606"/>
                      </a:lnTo>
                      <a:lnTo>
                        <a:pt x="47547" y="11636"/>
                      </a:lnTo>
                      <a:cubicBezTo>
                        <a:pt x="47547" y="11873"/>
                        <a:pt x="47371" y="12110"/>
                        <a:pt x="47191" y="12110"/>
                      </a:cubicBezTo>
                      <a:cubicBezTo>
                        <a:pt x="47015" y="12110"/>
                        <a:pt x="46835" y="12291"/>
                        <a:pt x="46835" y="12528"/>
                      </a:cubicBezTo>
                      <a:lnTo>
                        <a:pt x="46835" y="13891"/>
                      </a:lnTo>
                      <a:cubicBezTo>
                        <a:pt x="46835" y="14129"/>
                        <a:pt x="47015" y="14309"/>
                        <a:pt x="47191" y="14309"/>
                      </a:cubicBezTo>
                      <a:cubicBezTo>
                        <a:pt x="47371" y="14309"/>
                        <a:pt x="47547" y="14485"/>
                        <a:pt x="47547" y="14784"/>
                      </a:cubicBezTo>
                      <a:lnTo>
                        <a:pt x="47547" y="16090"/>
                      </a:lnTo>
                      <a:lnTo>
                        <a:pt x="43572" y="16090"/>
                      </a:lnTo>
                      <a:lnTo>
                        <a:pt x="43572" y="14784"/>
                      </a:lnTo>
                      <a:cubicBezTo>
                        <a:pt x="43572" y="14485"/>
                        <a:pt x="43748" y="14309"/>
                        <a:pt x="43985" y="14309"/>
                      </a:cubicBezTo>
                      <a:cubicBezTo>
                        <a:pt x="44166" y="14309"/>
                        <a:pt x="44341" y="14129"/>
                        <a:pt x="44341" y="13891"/>
                      </a:cubicBezTo>
                      <a:lnTo>
                        <a:pt x="44341" y="12528"/>
                      </a:lnTo>
                      <a:cubicBezTo>
                        <a:pt x="44341" y="12291"/>
                        <a:pt x="44166" y="12110"/>
                        <a:pt x="43985" y="12110"/>
                      </a:cubicBezTo>
                      <a:cubicBezTo>
                        <a:pt x="43748" y="12110"/>
                        <a:pt x="43572" y="11873"/>
                        <a:pt x="43572" y="11636"/>
                      </a:cubicBezTo>
                      <a:lnTo>
                        <a:pt x="43572" y="1606"/>
                      </a:lnTo>
                      <a:lnTo>
                        <a:pt x="43748" y="1606"/>
                      </a:lnTo>
                      <a:cubicBezTo>
                        <a:pt x="43867" y="1606"/>
                        <a:pt x="43985" y="1487"/>
                        <a:pt x="43985" y="1368"/>
                      </a:cubicBezTo>
                      <a:lnTo>
                        <a:pt x="43985" y="238"/>
                      </a:lnTo>
                      <a:cubicBezTo>
                        <a:pt x="43985" y="119"/>
                        <a:pt x="43867" y="0"/>
                        <a:pt x="4374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6" name="Google Shape;1296;p55"/>
                <p:cNvSpPr/>
                <p:nvPr/>
              </p:nvSpPr>
              <p:spPr>
                <a:xfrm>
                  <a:off x="5004375" y="2946600"/>
                  <a:ext cx="1455825" cy="4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33" h="18223" extrusionOk="0">
                      <a:moveTo>
                        <a:pt x="46303" y="6055"/>
                      </a:moveTo>
                      <a:lnTo>
                        <a:pt x="46303" y="11991"/>
                      </a:lnTo>
                      <a:lnTo>
                        <a:pt x="45647" y="11991"/>
                      </a:lnTo>
                      <a:lnTo>
                        <a:pt x="45647" y="6055"/>
                      </a:lnTo>
                      <a:close/>
                      <a:moveTo>
                        <a:pt x="47134" y="12048"/>
                      </a:moveTo>
                      <a:lnTo>
                        <a:pt x="47134" y="16679"/>
                      </a:lnTo>
                      <a:lnTo>
                        <a:pt x="46597" y="16679"/>
                      </a:lnTo>
                      <a:lnTo>
                        <a:pt x="46597" y="12048"/>
                      </a:lnTo>
                      <a:close/>
                      <a:moveTo>
                        <a:pt x="42798" y="0"/>
                      </a:moveTo>
                      <a:lnTo>
                        <a:pt x="42798" y="6055"/>
                      </a:lnTo>
                      <a:lnTo>
                        <a:pt x="39179" y="6055"/>
                      </a:lnTo>
                      <a:lnTo>
                        <a:pt x="39179" y="12048"/>
                      </a:lnTo>
                      <a:lnTo>
                        <a:pt x="40129" y="12048"/>
                      </a:lnTo>
                      <a:lnTo>
                        <a:pt x="40129" y="16679"/>
                      </a:lnTo>
                      <a:lnTo>
                        <a:pt x="36449" y="16679"/>
                      </a:lnTo>
                      <a:lnTo>
                        <a:pt x="36449" y="57"/>
                      </a:lnTo>
                      <a:lnTo>
                        <a:pt x="29325" y="57"/>
                      </a:lnTo>
                      <a:lnTo>
                        <a:pt x="29325" y="16679"/>
                      </a:lnTo>
                      <a:lnTo>
                        <a:pt x="27126" y="16679"/>
                      </a:lnTo>
                      <a:lnTo>
                        <a:pt x="27126" y="57"/>
                      </a:lnTo>
                      <a:lnTo>
                        <a:pt x="20003" y="57"/>
                      </a:lnTo>
                      <a:lnTo>
                        <a:pt x="20003" y="16679"/>
                      </a:lnTo>
                      <a:lnTo>
                        <a:pt x="16028" y="16679"/>
                      </a:lnTo>
                      <a:lnTo>
                        <a:pt x="16028" y="15610"/>
                      </a:lnTo>
                      <a:lnTo>
                        <a:pt x="17035" y="2612"/>
                      </a:lnTo>
                      <a:lnTo>
                        <a:pt x="10980" y="2612"/>
                      </a:lnTo>
                      <a:lnTo>
                        <a:pt x="12048" y="15610"/>
                      </a:lnTo>
                      <a:lnTo>
                        <a:pt x="12048" y="16679"/>
                      </a:lnTo>
                      <a:lnTo>
                        <a:pt x="0" y="16679"/>
                      </a:lnTo>
                      <a:lnTo>
                        <a:pt x="0" y="18222"/>
                      </a:lnTo>
                      <a:lnTo>
                        <a:pt x="58232" y="18222"/>
                      </a:lnTo>
                      <a:lnTo>
                        <a:pt x="58232" y="16679"/>
                      </a:lnTo>
                      <a:lnTo>
                        <a:pt x="53664" y="16679"/>
                      </a:lnTo>
                      <a:lnTo>
                        <a:pt x="53664" y="11991"/>
                      </a:lnTo>
                      <a:lnTo>
                        <a:pt x="52833" y="11991"/>
                      </a:lnTo>
                      <a:lnTo>
                        <a:pt x="52833" y="6055"/>
                      </a:lnTo>
                      <a:lnTo>
                        <a:pt x="49271" y="6055"/>
                      </a:lnTo>
                      <a:lnTo>
                        <a:pt x="4927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7" name="Google Shape;1297;p55"/>
                <p:cNvSpPr/>
                <p:nvPr/>
              </p:nvSpPr>
              <p:spPr>
                <a:xfrm>
                  <a:off x="5335250" y="3847350"/>
                  <a:ext cx="169200" cy="29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8" h="11817" extrusionOk="0">
                      <a:moveTo>
                        <a:pt x="2256" y="1"/>
                      </a:moveTo>
                      <a:lnTo>
                        <a:pt x="2019" y="300"/>
                      </a:lnTo>
                      <a:cubicBezTo>
                        <a:pt x="1188" y="1188"/>
                        <a:pt x="594" y="2318"/>
                        <a:pt x="300" y="3563"/>
                      </a:cubicBezTo>
                      <a:cubicBezTo>
                        <a:pt x="119" y="4218"/>
                        <a:pt x="0" y="4869"/>
                        <a:pt x="0" y="5581"/>
                      </a:cubicBezTo>
                      <a:lnTo>
                        <a:pt x="0" y="10985"/>
                      </a:lnTo>
                      <a:cubicBezTo>
                        <a:pt x="0" y="11398"/>
                        <a:pt x="300" y="11755"/>
                        <a:pt x="656" y="11755"/>
                      </a:cubicBezTo>
                      <a:lnTo>
                        <a:pt x="6055" y="11816"/>
                      </a:lnTo>
                      <a:cubicBezTo>
                        <a:pt x="6412" y="11816"/>
                        <a:pt x="6768" y="11460"/>
                        <a:pt x="6768" y="11042"/>
                      </a:cubicBezTo>
                      <a:lnTo>
                        <a:pt x="6768" y="5581"/>
                      </a:lnTo>
                      <a:cubicBezTo>
                        <a:pt x="6768" y="4930"/>
                        <a:pt x="6711" y="4218"/>
                        <a:pt x="6530" y="3624"/>
                      </a:cubicBezTo>
                      <a:cubicBezTo>
                        <a:pt x="6236" y="2375"/>
                        <a:pt x="5642" y="1188"/>
                        <a:pt x="4868" y="300"/>
                      </a:cubicBezTo>
                      <a:lnTo>
                        <a:pt x="4631" y="63"/>
                      </a:lnTo>
                      <a:lnTo>
                        <a:pt x="225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8" name="Google Shape;1298;p55"/>
                <p:cNvSpPr/>
                <p:nvPr/>
              </p:nvSpPr>
              <p:spPr>
                <a:xfrm>
                  <a:off x="5379775" y="3786575"/>
                  <a:ext cx="81700" cy="6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8" h="2494" extrusionOk="0">
                      <a:moveTo>
                        <a:pt x="537" y="0"/>
                      </a:moveTo>
                      <a:cubicBezTo>
                        <a:pt x="357" y="0"/>
                        <a:pt x="181" y="176"/>
                        <a:pt x="181" y="295"/>
                      </a:cubicBezTo>
                      <a:lnTo>
                        <a:pt x="0" y="2432"/>
                      </a:lnTo>
                      <a:lnTo>
                        <a:pt x="3268" y="2494"/>
                      </a:lnTo>
                      <a:lnTo>
                        <a:pt x="3149" y="357"/>
                      </a:lnTo>
                      <a:cubicBezTo>
                        <a:pt x="3149" y="176"/>
                        <a:pt x="2969" y="57"/>
                        <a:pt x="2793" y="57"/>
                      </a:cubicBezTo>
                      <a:lnTo>
                        <a:pt x="53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299" name="Google Shape;1299;p55"/>
                <p:cNvSpPr/>
                <p:nvPr/>
              </p:nvSpPr>
              <p:spPr>
                <a:xfrm>
                  <a:off x="5551925" y="3847350"/>
                  <a:ext cx="170750" cy="29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30" h="11817" extrusionOk="0">
                      <a:moveTo>
                        <a:pt x="2318" y="1"/>
                      </a:moveTo>
                      <a:lnTo>
                        <a:pt x="2081" y="300"/>
                      </a:lnTo>
                      <a:cubicBezTo>
                        <a:pt x="1249" y="1188"/>
                        <a:pt x="594" y="2318"/>
                        <a:pt x="300" y="3563"/>
                      </a:cubicBezTo>
                      <a:cubicBezTo>
                        <a:pt x="119" y="4218"/>
                        <a:pt x="62" y="4869"/>
                        <a:pt x="62" y="5581"/>
                      </a:cubicBezTo>
                      <a:lnTo>
                        <a:pt x="0" y="10985"/>
                      </a:lnTo>
                      <a:cubicBezTo>
                        <a:pt x="0" y="11398"/>
                        <a:pt x="300" y="11755"/>
                        <a:pt x="713" y="11755"/>
                      </a:cubicBezTo>
                      <a:lnTo>
                        <a:pt x="6117" y="11816"/>
                      </a:lnTo>
                      <a:cubicBezTo>
                        <a:pt x="6473" y="11816"/>
                        <a:pt x="6768" y="11460"/>
                        <a:pt x="6768" y="11042"/>
                      </a:cubicBezTo>
                      <a:lnTo>
                        <a:pt x="6830" y="5581"/>
                      </a:lnTo>
                      <a:cubicBezTo>
                        <a:pt x="6830" y="4930"/>
                        <a:pt x="6768" y="4218"/>
                        <a:pt x="6592" y="3624"/>
                      </a:cubicBezTo>
                      <a:cubicBezTo>
                        <a:pt x="6293" y="2375"/>
                        <a:pt x="5699" y="1188"/>
                        <a:pt x="4868" y="300"/>
                      </a:cubicBezTo>
                      <a:lnTo>
                        <a:pt x="4631" y="63"/>
                      </a:lnTo>
                      <a:lnTo>
                        <a:pt x="231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00" name="Google Shape;1300;p55"/>
                <p:cNvSpPr/>
                <p:nvPr/>
              </p:nvSpPr>
              <p:spPr>
                <a:xfrm>
                  <a:off x="5598000" y="3786575"/>
                  <a:ext cx="81575" cy="6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3" h="2494" extrusionOk="0">
                      <a:moveTo>
                        <a:pt x="475" y="0"/>
                      </a:moveTo>
                      <a:cubicBezTo>
                        <a:pt x="294" y="0"/>
                        <a:pt x="176" y="176"/>
                        <a:pt x="176" y="295"/>
                      </a:cubicBezTo>
                      <a:lnTo>
                        <a:pt x="0" y="2432"/>
                      </a:lnTo>
                      <a:lnTo>
                        <a:pt x="3263" y="2494"/>
                      </a:lnTo>
                      <a:lnTo>
                        <a:pt x="3263" y="2494"/>
                      </a:lnTo>
                      <a:lnTo>
                        <a:pt x="3087" y="357"/>
                      </a:lnTo>
                      <a:cubicBezTo>
                        <a:pt x="3087" y="176"/>
                        <a:pt x="2968" y="57"/>
                        <a:pt x="2788" y="57"/>
                      </a:cubicBez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01" name="Google Shape;1301;p55"/>
                <p:cNvSpPr/>
                <p:nvPr/>
              </p:nvSpPr>
              <p:spPr>
                <a:xfrm>
                  <a:off x="6204900" y="3701925"/>
                  <a:ext cx="145475" cy="44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9" h="17634" extrusionOk="0">
                      <a:moveTo>
                        <a:pt x="1606" y="0"/>
                      </a:moveTo>
                      <a:lnTo>
                        <a:pt x="1606" y="3624"/>
                      </a:lnTo>
                      <a:lnTo>
                        <a:pt x="1606" y="5224"/>
                      </a:lnTo>
                      <a:cubicBezTo>
                        <a:pt x="656" y="5699"/>
                        <a:pt x="1" y="6711"/>
                        <a:pt x="1" y="7898"/>
                      </a:cubicBezTo>
                      <a:lnTo>
                        <a:pt x="1" y="15853"/>
                      </a:lnTo>
                      <a:cubicBezTo>
                        <a:pt x="1" y="16802"/>
                        <a:pt x="775" y="17633"/>
                        <a:pt x="1725" y="17633"/>
                      </a:cubicBezTo>
                      <a:lnTo>
                        <a:pt x="4099" y="17633"/>
                      </a:lnTo>
                      <a:cubicBezTo>
                        <a:pt x="5049" y="17633"/>
                        <a:pt x="5819" y="16802"/>
                        <a:pt x="5819" y="15853"/>
                      </a:cubicBezTo>
                      <a:lnTo>
                        <a:pt x="5819" y="7898"/>
                      </a:lnTo>
                      <a:cubicBezTo>
                        <a:pt x="5819" y="7067"/>
                        <a:pt x="5524" y="6293"/>
                        <a:pt x="4987" y="5761"/>
                      </a:cubicBezTo>
                      <a:cubicBezTo>
                        <a:pt x="4750" y="5580"/>
                        <a:pt x="4513" y="5405"/>
                        <a:pt x="4218" y="5224"/>
                      </a:cubicBezTo>
                      <a:lnTo>
                        <a:pt x="4218" y="3624"/>
                      </a:lnTo>
                      <a:lnTo>
                        <a:pt x="42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02" name="Google Shape;1302;p55"/>
                <p:cNvSpPr/>
                <p:nvPr/>
              </p:nvSpPr>
              <p:spPr>
                <a:xfrm>
                  <a:off x="6000100" y="3701925"/>
                  <a:ext cx="147025" cy="44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1" h="17634" extrusionOk="0">
                      <a:moveTo>
                        <a:pt x="1606" y="0"/>
                      </a:moveTo>
                      <a:lnTo>
                        <a:pt x="1606" y="3624"/>
                      </a:lnTo>
                      <a:lnTo>
                        <a:pt x="1606" y="5224"/>
                      </a:lnTo>
                      <a:cubicBezTo>
                        <a:pt x="656" y="5699"/>
                        <a:pt x="1" y="6711"/>
                        <a:pt x="1" y="7898"/>
                      </a:cubicBezTo>
                      <a:lnTo>
                        <a:pt x="1" y="15853"/>
                      </a:lnTo>
                      <a:cubicBezTo>
                        <a:pt x="1" y="16802"/>
                        <a:pt x="775" y="17633"/>
                        <a:pt x="1725" y="17633"/>
                      </a:cubicBezTo>
                      <a:lnTo>
                        <a:pt x="4099" y="17633"/>
                      </a:lnTo>
                      <a:cubicBezTo>
                        <a:pt x="5049" y="17633"/>
                        <a:pt x="5880" y="16802"/>
                        <a:pt x="5880" y="15853"/>
                      </a:cubicBezTo>
                      <a:lnTo>
                        <a:pt x="5880" y="7898"/>
                      </a:lnTo>
                      <a:cubicBezTo>
                        <a:pt x="5880" y="7067"/>
                        <a:pt x="5524" y="6293"/>
                        <a:pt x="4987" y="5761"/>
                      </a:cubicBezTo>
                      <a:cubicBezTo>
                        <a:pt x="4750" y="5580"/>
                        <a:pt x="4512" y="5405"/>
                        <a:pt x="4218" y="5224"/>
                      </a:cubicBezTo>
                      <a:lnTo>
                        <a:pt x="4218" y="3624"/>
                      </a:lnTo>
                      <a:lnTo>
                        <a:pt x="42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03" name="Google Shape;1303;p55"/>
                <p:cNvSpPr/>
                <p:nvPr/>
              </p:nvSpPr>
              <p:spPr>
                <a:xfrm>
                  <a:off x="5771575" y="3624750"/>
                  <a:ext cx="172175" cy="51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7" h="20721" extrusionOk="0">
                      <a:moveTo>
                        <a:pt x="1900" y="0"/>
                      </a:moveTo>
                      <a:lnTo>
                        <a:pt x="1900" y="4275"/>
                      </a:lnTo>
                      <a:lnTo>
                        <a:pt x="1900" y="6174"/>
                      </a:lnTo>
                      <a:cubicBezTo>
                        <a:pt x="774" y="6711"/>
                        <a:pt x="0" y="7898"/>
                        <a:pt x="0" y="9261"/>
                      </a:cubicBezTo>
                      <a:lnTo>
                        <a:pt x="0" y="18640"/>
                      </a:lnTo>
                      <a:cubicBezTo>
                        <a:pt x="0" y="19771"/>
                        <a:pt x="950" y="20720"/>
                        <a:pt x="2080" y="20720"/>
                      </a:cubicBezTo>
                      <a:lnTo>
                        <a:pt x="4868" y="20720"/>
                      </a:lnTo>
                      <a:cubicBezTo>
                        <a:pt x="5998" y="20720"/>
                        <a:pt x="6886" y="19771"/>
                        <a:pt x="6886" y="18640"/>
                      </a:cubicBezTo>
                      <a:lnTo>
                        <a:pt x="6886" y="9261"/>
                      </a:lnTo>
                      <a:cubicBezTo>
                        <a:pt x="6886" y="8311"/>
                        <a:pt x="6530" y="7423"/>
                        <a:pt x="5879" y="6830"/>
                      </a:cubicBezTo>
                      <a:cubicBezTo>
                        <a:pt x="5642" y="6530"/>
                        <a:pt x="5343" y="6355"/>
                        <a:pt x="5048" y="6174"/>
                      </a:cubicBezTo>
                      <a:lnTo>
                        <a:pt x="5048" y="4275"/>
                      </a:lnTo>
                      <a:lnTo>
                        <a:pt x="504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04" name="Google Shape;1304;p55"/>
                <p:cNvSpPr/>
                <p:nvPr/>
              </p:nvSpPr>
              <p:spPr>
                <a:xfrm>
                  <a:off x="5099350" y="3773150"/>
                  <a:ext cx="140950" cy="36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8" h="14785" extrusionOk="0">
                      <a:moveTo>
                        <a:pt x="1069" y="1"/>
                      </a:moveTo>
                      <a:lnTo>
                        <a:pt x="1069" y="2494"/>
                      </a:lnTo>
                      <a:lnTo>
                        <a:pt x="119" y="12823"/>
                      </a:lnTo>
                      <a:cubicBezTo>
                        <a:pt x="0" y="13892"/>
                        <a:pt x="831" y="14784"/>
                        <a:pt x="1838" y="14784"/>
                      </a:cubicBezTo>
                      <a:lnTo>
                        <a:pt x="3799" y="14784"/>
                      </a:lnTo>
                      <a:cubicBezTo>
                        <a:pt x="4806" y="14784"/>
                        <a:pt x="5637" y="13892"/>
                        <a:pt x="5519" y="12823"/>
                      </a:cubicBezTo>
                      <a:lnTo>
                        <a:pt x="4569" y="2494"/>
                      </a:lnTo>
                      <a:lnTo>
                        <a:pt x="456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05" name="Google Shape;1305;p55"/>
                <p:cNvSpPr/>
                <p:nvPr/>
              </p:nvSpPr>
              <p:spPr>
                <a:xfrm>
                  <a:off x="5004375" y="1489250"/>
                  <a:ext cx="1455825" cy="43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33" h="17273" extrusionOk="0">
                      <a:moveTo>
                        <a:pt x="14304" y="0"/>
                      </a:moveTo>
                      <a:cubicBezTo>
                        <a:pt x="14185" y="0"/>
                        <a:pt x="14067" y="57"/>
                        <a:pt x="14067" y="238"/>
                      </a:cubicBezTo>
                      <a:lnTo>
                        <a:pt x="14067" y="1007"/>
                      </a:lnTo>
                      <a:lnTo>
                        <a:pt x="14067" y="1306"/>
                      </a:lnTo>
                      <a:cubicBezTo>
                        <a:pt x="13891" y="1363"/>
                        <a:pt x="13710" y="1543"/>
                        <a:pt x="13710" y="1781"/>
                      </a:cubicBezTo>
                      <a:lnTo>
                        <a:pt x="13710" y="3144"/>
                      </a:lnTo>
                      <a:cubicBezTo>
                        <a:pt x="13710" y="3381"/>
                        <a:pt x="13948" y="3619"/>
                        <a:pt x="14247" y="3619"/>
                      </a:cubicBezTo>
                      <a:lnTo>
                        <a:pt x="13710" y="3619"/>
                      </a:lnTo>
                      <a:cubicBezTo>
                        <a:pt x="13117" y="3619"/>
                        <a:pt x="12642" y="4094"/>
                        <a:pt x="12642" y="4687"/>
                      </a:cubicBezTo>
                      <a:lnTo>
                        <a:pt x="12642" y="15729"/>
                      </a:lnTo>
                      <a:lnTo>
                        <a:pt x="0" y="15729"/>
                      </a:lnTo>
                      <a:lnTo>
                        <a:pt x="0" y="17272"/>
                      </a:lnTo>
                      <a:lnTo>
                        <a:pt x="58232" y="17272"/>
                      </a:lnTo>
                      <a:lnTo>
                        <a:pt x="58232" y="15729"/>
                      </a:lnTo>
                      <a:lnTo>
                        <a:pt x="53127" y="15729"/>
                      </a:lnTo>
                      <a:lnTo>
                        <a:pt x="53127" y="12286"/>
                      </a:lnTo>
                      <a:cubicBezTo>
                        <a:pt x="53127" y="11692"/>
                        <a:pt x="52833" y="11160"/>
                        <a:pt x="52358" y="10861"/>
                      </a:cubicBezTo>
                      <a:lnTo>
                        <a:pt x="52358" y="10267"/>
                      </a:lnTo>
                      <a:cubicBezTo>
                        <a:pt x="52415" y="10267"/>
                        <a:pt x="52477" y="10149"/>
                        <a:pt x="52477" y="10092"/>
                      </a:cubicBezTo>
                      <a:lnTo>
                        <a:pt x="52296" y="8311"/>
                      </a:lnTo>
                      <a:lnTo>
                        <a:pt x="53308" y="8311"/>
                      </a:lnTo>
                      <a:cubicBezTo>
                        <a:pt x="53426" y="8311"/>
                        <a:pt x="53483" y="8249"/>
                        <a:pt x="53483" y="8130"/>
                      </a:cubicBezTo>
                      <a:cubicBezTo>
                        <a:pt x="53483" y="8012"/>
                        <a:pt x="53426" y="7955"/>
                        <a:pt x="53308" y="7955"/>
                      </a:cubicBezTo>
                      <a:lnTo>
                        <a:pt x="52059" y="7955"/>
                      </a:lnTo>
                      <a:lnTo>
                        <a:pt x="52059" y="7598"/>
                      </a:lnTo>
                      <a:cubicBezTo>
                        <a:pt x="52059" y="7480"/>
                        <a:pt x="51940" y="7418"/>
                        <a:pt x="51883" y="7418"/>
                      </a:cubicBezTo>
                      <a:lnTo>
                        <a:pt x="51821" y="7418"/>
                      </a:lnTo>
                      <a:lnTo>
                        <a:pt x="51645" y="5044"/>
                      </a:lnTo>
                      <a:cubicBezTo>
                        <a:pt x="51645" y="4987"/>
                        <a:pt x="51527" y="4868"/>
                        <a:pt x="51465" y="4868"/>
                      </a:cubicBezTo>
                      <a:lnTo>
                        <a:pt x="51346" y="4868"/>
                      </a:lnTo>
                      <a:cubicBezTo>
                        <a:pt x="51289" y="4868"/>
                        <a:pt x="51171" y="4987"/>
                        <a:pt x="51171" y="5044"/>
                      </a:cubicBezTo>
                      <a:lnTo>
                        <a:pt x="50990" y="7418"/>
                      </a:lnTo>
                      <a:lnTo>
                        <a:pt x="50933" y="7418"/>
                      </a:lnTo>
                      <a:cubicBezTo>
                        <a:pt x="50814" y="7418"/>
                        <a:pt x="50753" y="7480"/>
                        <a:pt x="50753" y="7598"/>
                      </a:cubicBezTo>
                      <a:lnTo>
                        <a:pt x="50696" y="7955"/>
                      </a:lnTo>
                      <a:lnTo>
                        <a:pt x="49447" y="7955"/>
                      </a:lnTo>
                      <a:cubicBezTo>
                        <a:pt x="49390" y="7955"/>
                        <a:pt x="49271" y="8012"/>
                        <a:pt x="49271" y="8130"/>
                      </a:cubicBezTo>
                      <a:cubicBezTo>
                        <a:pt x="49271" y="8249"/>
                        <a:pt x="49390" y="8311"/>
                        <a:pt x="49447" y="8311"/>
                      </a:cubicBezTo>
                      <a:lnTo>
                        <a:pt x="50515" y="8311"/>
                      </a:lnTo>
                      <a:lnTo>
                        <a:pt x="50339" y="10092"/>
                      </a:lnTo>
                      <a:cubicBezTo>
                        <a:pt x="50339" y="10149"/>
                        <a:pt x="50396" y="10267"/>
                        <a:pt x="50458" y="10267"/>
                      </a:cubicBezTo>
                      <a:lnTo>
                        <a:pt x="50458" y="10861"/>
                      </a:lnTo>
                      <a:cubicBezTo>
                        <a:pt x="49983" y="11160"/>
                        <a:pt x="49684" y="11692"/>
                        <a:pt x="49684" y="12286"/>
                      </a:cubicBezTo>
                      <a:lnTo>
                        <a:pt x="49684" y="15729"/>
                      </a:lnTo>
                      <a:lnTo>
                        <a:pt x="45766" y="15729"/>
                      </a:lnTo>
                      <a:lnTo>
                        <a:pt x="45766" y="12286"/>
                      </a:lnTo>
                      <a:cubicBezTo>
                        <a:pt x="45766" y="11692"/>
                        <a:pt x="45472" y="11160"/>
                        <a:pt x="44997" y="10861"/>
                      </a:cubicBezTo>
                      <a:lnTo>
                        <a:pt x="44997" y="10267"/>
                      </a:lnTo>
                      <a:cubicBezTo>
                        <a:pt x="45054" y="10267"/>
                        <a:pt x="45116" y="10149"/>
                        <a:pt x="45116" y="10092"/>
                      </a:cubicBezTo>
                      <a:lnTo>
                        <a:pt x="44935" y="8311"/>
                      </a:lnTo>
                      <a:lnTo>
                        <a:pt x="45947" y="8311"/>
                      </a:lnTo>
                      <a:cubicBezTo>
                        <a:pt x="46065" y="8311"/>
                        <a:pt x="46122" y="8249"/>
                        <a:pt x="46122" y="8130"/>
                      </a:cubicBezTo>
                      <a:cubicBezTo>
                        <a:pt x="46122" y="8012"/>
                        <a:pt x="46065" y="7955"/>
                        <a:pt x="45947" y="7955"/>
                      </a:cubicBezTo>
                      <a:lnTo>
                        <a:pt x="44759" y="7955"/>
                      </a:lnTo>
                      <a:lnTo>
                        <a:pt x="44698" y="7598"/>
                      </a:lnTo>
                      <a:cubicBezTo>
                        <a:pt x="44698" y="7480"/>
                        <a:pt x="44579" y="7418"/>
                        <a:pt x="44522" y="7418"/>
                      </a:cubicBezTo>
                      <a:lnTo>
                        <a:pt x="44460" y="7418"/>
                      </a:lnTo>
                      <a:lnTo>
                        <a:pt x="44285" y="5044"/>
                      </a:lnTo>
                      <a:cubicBezTo>
                        <a:pt x="44285" y="4987"/>
                        <a:pt x="44166" y="4868"/>
                        <a:pt x="44104" y="4868"/>
                      </a:cubicBezTo>
                      <a:lnTo>
                        <a:pt x="44047" y="4868"/>
                      </a:lnTo>
                      <a:cubicBezTo>
                        <a:pt x="43928" y="4868"/>
                        <a:pt x="43867" y="4987"/>
                        <a:pt x="43810" y="5044"/>
                      </a:cubicBezTo>
                      <a:lnTo>
                        <a:pt x="43629" y="7418"/>
                      </a:lnTo>
                      <a:lnTo>
                        <a:pt x="43572" y="7418"/>
                      </a:lnTo>
                      <a:cubicBezTo>
                        <a:pt x="43453" y="7418"/>
                        <a:pt x="43392" y="7480"/>
                        <a:pt x="43392" y="7598"/>
                      </a:cubicBezTo>
                      <a:lnTo>
                        <a:pt x="43335" y="7955"/>
                      </a:lnTo>
                      <a:lnTo>
                        <a:pt x="42147" y="7955"/>
                      </a:lnTo>
                      <a:cubicBezTo>
                        <a:pt x="42029" y="7955"/>
                        <a:pt x="41910" y="8012"/>
                        <a:pt x="41910" y="8130"/>
                      </a:cubicBezTo>
                      <a:cubicBezTo>
                        <a:pt x="41910" y="8249"/>
                        <a:pt x="42029" y="8311"/>
                        <a:pt x="42147" y="8311"/>
                      </a:cubicBezTo>
                      <a:lnTo>
                        <a:pt x="43154" y="8311"/>
                      </a:lnTo>
                      <a:lnTo>
                        <a:pt x="42979" y="10092"/>
                      </a:lnTo>
                      <a:cubicBezTo>
                        <a:pt x="42979" y="10149"/>
                        <a:pt x="43036" y="10267"/>
                        <a:pt x="43097" y="10267"/>
                      </a:cubicBezTo>
                      <a:lnTo>
                        <a:pt x="43097" y="10861"/>
                      </a:lnTo>
                      <a:cubicBezTo>
                        <a:pt x="42622" y="11160"/>
                        <a:pt x="42323" y="11692"/>
                        <a:pt x="42323" y="12286"/>
                      </a:cubicBezTo>
                      <a:lnTo>
                        <a:pt x="42323" y="15729"/>
                      </a:lnTo>
                      <a:lnTo>
                        <a:pt x="38348" y="15729"/>
                      </a:lnTo>
                      <a:lnTo>
                        <a:pt x="38348" y="10861"/>
                      </a:lnTo>
                      <a:cubicBezTo>
                        <a:pt x="38348" y="10210"/>
                        <a:pt x="38287" y="9555"/>
                        <a:pt x="38111" y="8904"/>
                      </a:cubicBezTo>
                      <a:cubicBezTo>
                        <a:pt x="37812" y="7655"/>
                        <a:pt x="37218" y="6468"/>
                        <a:pt x="36387" y="5580"/>
                      </a:cubicBezTo>
                      <a:lnTo>
                        <a:pt x="36211" y="5343"/>
                      </a:lnTo>
                      <a:lnTo>
                        <a:pt x="36624" y="5343"/>
                      </a:lnTo>
                      <a:lnTo>
                        <a:pt x="36506" y="3206"/>
                      </a:lnTo>
                      <a:cubicBezTo>
                        <a:pt x="36506" y="3025"/>
                        <a:pt x="36330" y="2906"/>
                        <a:pt x="36149" y="2906"/>
                      </a:cubicBezTo>
                      <a:lnTo>
                        <a:pt x="33894" y="2906"/>
                      </a:lnTo>
                      <a:cubicBezTo>
                        <a:pt x="33718" y="2906"/>
                        <a:pt x="33538" y="3025"/>
                        <a:pt x="33538" y="3206"/>
                      </a:cubicBezTo>
                      <a:lnTo>
                        <a:pt x="33362" y="5281"/>
                      </a:lnTo>
                      <a:lnTo>
                        <a:pt x="33823" y="5298"/>
                      </a:lnTo>
                      <a:lnTo>
                        <a:pt x="33823" y="5298"/>
                      </a:lnTo>
                      <a:lnTo>
                        <a:pt x="33599" y="5580"/>
                      </a:lnTo>
                      <a:cubicBezTo>
                        <a:pt x="32768" y="6468"/>
                        <a:pt x="32175" y="7598"/>
                        <a:pt x="31818" y="8843"/>
                      </a:cubicBezTo>
                      <a:cubicBezTo>
                        <a:pt x="31700" y="9498"/>
                        <a:pt x="31581" y="10149"/>
                        <a:pt x="31581" y="10861"/>
                      </a:cubicBezTo>
                      <a:lnTo>
                        <a:pt x="31581" y="15729"/>
                      </a:lnTo>
                      <a:lnTo>
                        <a:pt x="28670" y="15729"/>
                      </a:lnTo>
                      <a:lnTo>
                        <a:pt x="28732" y="10861"/>
                      </a:lnTo>
                      <a:cubicBezTo>
                        <a:pt x="28732" y="10210"/>
                        <a:pt x="28670" y="9555"/>
                        <a:pt x="28494" y="8904"/>
                      </a:cubicBezTo>
                      <a:cubicBezTo>
                        <a:pt x="28195" y="7655"/>
                        <a:pt x="27601" y="6468"/>
                        <a:pt x="26770" y="5580"/>
                      </a:cubicBezTo>
                      <a:lnTo>
                        <a:pt x="26533" y="5343"/>
                      </a:lnTo>
                      <a:lnTo>
                        <a:pt x="27008" y="5343"/>
                      </a:lnTo>
                      <a:lnTo>
                        <a:pt x="26832" y="3206"/>
                      </a:lnTo>
                      <a:cubicBezTo>
                        <a:pt x="26832" y="3025"/>
                        <a:pt x="26713" y="2906"/>
                        <a:pt x="26533" y="2906"/>
                      </a:cubicBezTo>
                      <a:lnTo>
                        <a:pt x="24220" y="2906"/>
                      </a:lnTo>
                      <a:cubicBezTo>
                        <a:pt x="24039" y="2906"/>
                        <a:pt x="23921" y="3025"/>
                        <a:pt x="23921" y="3206"/>
                      </a:cubicBezTo>
                      <a:lnTo>
                        <a:pt x="23745" y="5281"/>
                      </a:lnTo>
                      <a:lnTo>
                        <a:pt x="24206" y="5298"/>
                      </a:lnTo>
                      <a:lnTo>
                        <a:pt x="24206" y="5298"/>
                      </a:lnTo>
                      <a:lnTo>
                        <a:pt x="23983" y="5580"/>
                      </a:lnTo>
                      <a:cubicBezTo>
                        <a:pt x="23151" y="6468"/>
                        <a:pt x="22496" y="7598"/>
                        <a:pt x="22202" y="8843"/>
                      </a:cubicBezTo>
                      <a:cubicBezTo>
                        <a:pt x="22021" y="9498"/>
                        <a:pt x="21964" y="10149"/>
                        <a:pt x="21964" y="10861"/>
                      </a:cubicBezTo>
                      <a:lnTo>
                        <a:pt x="21902" y="15729"/>
                      </a:lnTo>
                      <a:lnTo>
                        <a:pt x="17272" y="15729"/>
                      </a:lnTo>
                      <a:lnTo>
                        <a:pt x="17272" y="4687"/>
                      </a:lnTo>
                      <a:cubicBezTo>
                        <a:pt x="17272" y="4094"/>
                        <a:pt x="16797" y="3681"/>
                        <a:pt x="16265" y="3681"/>
                      </a:cubicBezTo>
                      <a:lnTo>
                        <a:pt x="15729" y="3681"/>
                      </a:lnTo>
                      <a:cubicBezTo>
                        <a:pt x="16028" y="3681"/>
                        <a:pt x="16265" y="3443"/>
                        <a:pt x="16265" y="3144"/>
                      </a:cubicBezTo>
                      <a:lnTo>
                        <a:pt x="16265" y="1838"/>
                      </a:lnTo>
                      <a:cubicBezTo>
                        <a:pt x="16265" y="1600"/>
                        <a:pt x="16085" y="1425"/>
                        <a:pt x="15909" y="1306"/>
                      </a:cubicBezTo>
                      <a:lnTo>
                        <a:pt x="15909" y="1007"/>
                      </a:lnTo>
                      <a:lnTo>
                        <a:pt x="15909" y="950"/>
                      </a:lnTo>
                      <a:lnTo>
                        <a:pt x="20421" y="950"/>
                      </a:lnTo>
                      <a:cubicBezTo>
                        <a:pt x="20421" y="1007"/>
                        <a:pt x="20478" y="1007"/>
                        <a:pt x="20539" y="1069"/>
                      </a:cubicBezTo>
                      <a:lnTo>
                        <a:pt x="21133" y="1126"/>
                      </a:lnTo>
                      <a:cubicBezTo>
                        <a:pt x="21166" y="1134"/>
                        <a:pt x="21197" y="1138"/>
                        <a:pt x="21227" y="1138"/>
                      </a:cubicBezTo>
                      <a:cubicBezTo>
                        <a:pt x="21415" y="1138"/>
                        <a:pt x="21546" y="983"/>
                        <a:pt x="21546" y="831"/>
                      </a:cubicBezTo>
                      <a:lnTo>
                        <a:pt x="21546" y="712"/>
                      </a:lnTo>
                      <a:cubicBezTo>
                        <a:pt x="21546" y="475"/>
                        <a:pt x="21371" y="356"/>
                        <a:pt x="21133" y="356"/>
                      </a:cubicBezTo>
                      <a:lnTo>
                        <a:pt x="20539" y="475"/>
                      </a:lnTo>
                      <a:cubicBezTo>
                        <a:pt x="20478" y="475"/>
                        <a:pt x="20421" y="532"/>
                        <a:pt x="20421" y="532"/>
                      </a:cubicBezTo>
                      <a:lnTo>
                        <a:pt x="15909" y="532"/>
                      </a:lnTo>
                      <a:lnTo>
                        <a:pt x="15909" y="238"/>
                      </a:lnTo>
                      <a:cubicBezTo>
                        <a:pt x="15909" y="119"/>
                        <a:pt x="15847" y="0"/>
                        <a:pt x="1572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06" name="Google Shape;1306;p55"/>
                <p:cNvSpPr/>
                <p:nvPr/>
              </p:nvSpPr>
              <p:spPr>
                <a:xfrm>
                  <a:off x="4973150" y="5107400"/>
                  <a:ext cx="1507825" cy="16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13" h="6587" extrusionOk="0">
                      <a:moveTo>
                        <a:pt x="0" y="0"/>
                      </a:moveTo>
                      <a:lnTo>
                        <a:pt x="0" y="6587"/>
                      </a:lnTo>
                      <a:lnTo>
                        <a:pt x="60312" y="6587"/>
                      </a:lnTo>
                      <a:lnTo>
                        <a:pt x="603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1307" name="Google Shape;1307;p55"/>
            <p:cNvGrpSpPr/>
            <p:nvPr/>
          </p:nvGrpSpPr>
          <p:grpSpPr>
            <a:xfrm>
              <a:off x="6676638" y="1720125"/>
              <a:ext cx="1491225" cy="3423375"/>
              <a:chOff x="6733563" y="1720125"/>
              <a:chExt cx="1491225" cy="3423375"/>
            </a:xfrm>
          </p:grpSpPr>
          <p:sp>
            <p:nvSpPr>
              <p:cNvPr id="1308" name="Google Shape;1308;p55"/>
              <p:cNvSpPr/>
              <p:nvPr/>
            </p:nvSpPr>
            <p:spPr>
              <a:xfrm flipH="1">
                <a:off x="7206263" y="1720125"/>
                <a:ext cx="933800" cy="796750"/>
              </a:xfrm>
              <a:custGeom>
                <a:avLst/>
                <a:gdLst/>
                <a:ahLst/>
                <a:cxnLst/>
                <a:rect l="l" t="t" r="r" b="b"/>
                <a:pathLst>
                  <a:path w="37352" h="31870" extrusionOk="0">
                    <a:moveTo>
                      <a:pt x="21144" y="1"/>
                    </a:moveTo>
                    <a:cubicBezTo>
                      <a:pt x="19893" y="1"/>
                      <a:pt x="18614" y="210"/>
                      <a:pt x="17489" y="622"/>
                    </a:cubicBezTo>
                    <a:cubicBezTo>
                      <a:pt x="16540" y="963"/>
                      <a:pt x="15661" y="1435"/>
                      <a:pt x="15119" y="2183"/>
                    </a:cubicBezTo>
                    <a:cubicBezTo>
                      <a:pt x="14777" y="2048"/>
                      <a:pt x="14441" y="1977"/>
                      <a:pt x="14099" y="1912"/>
                    </a:cubicBezTo>
                    <a:cubicBezTo>
                      <a:pt x="13726" y="1837"/>
                      <a:pt x="13346" y="1801"/>
                      <a:pt x="12966" y="1801"/>
                    </a:cubicBezTo>
                    <a:cubicBezTo>
                      <a:pt x="10586" y="1801"/>
                      <a:pt x="8191" y="3216"/>
                      <a:pt x="7256" y="5437"/>
                    </a:cubicBezTo>
                    <a:cubicBezTo>
                      <a:pt x="6850" y="6451"/>
                      <a:pt x="6643" y="7671"/>
                      <a:pt x="6101" y="8690"/>
                    </a:cubicBezTo>
                    <a:cubicBezTo>
                      <a:pt x="5830" y="9162"/>
                      <a:pt x="5494" y="9639"/>
                      <a:pt x="5087" y="10046"/>
                    </a:cubicBezTo>
                    <a:cubicBezTo>
                      <a:pt x="4068" y="10995"/>
                      <a:pt x="2783" y="11808"/>
                      <a:pt x="1899" y="12958"/>
                    </a:cubicBezTo>
                    <a:cubicBezTo>
                      <a:pt x="1" y="15263"/>
                      <a:pt x="272" y="19058"/>
                      <a:pt x="2441" y="21162"/>
                    </a:cubicBezTo>
                    <a:cubicBezTo>
                      <a:pt x="3054" y="21705"/>
                      <a:pt x="3732" y="22176"/>
                      <a:pt x="4138" y="22854"/>
                    </a:cubicBezTo>
                    <a:cubicBezTo>
                      <a:pt x="4681" y="23668"/>
                      <a:pt x="4746" y="24687"/>
                      <a:pt x="5087" y="25636"/>
                    </a:cubicBezTo>
                    <a:cubicBezTo>
                      <a:pt x="5695" y="27534"/>
                      <a:pt x="7256" y="28955"/>
                      <a:pt x="8883" y="29974"/>
                    </a:cubicBezTo>
                    <a:cubicBezTo>
                      <a:pt x="9761" y="30516"/>
                      <a:pt x="10710" y="30988"/>
                      <a:pt x="11659" y="31330"/>
                    </a:cubicBezTo>
                    <a:lnTo>
                      <a:pt x="11730" y="31330"/>
                    </a:lnTo>
                    <a:cubicBezTo>
                      <a:pt x="12066" y="31465"/>
                      <a:pt x="12337" y="31530"/>
                      <a:pt x="12608" y="31601"/>
                    </a:cubicBezTo>
                    <a:cubicBezTo>
                      <a:pt x="12879" y="31666"/>
                      <a:pt x="13151" y="31736"/>
                      <a:pt x="13492" y="31736"/>
                    </a:cubicBezTo>
                    <a:cubicBezTo>
                      <a:pt x="13976" y="31824"/>
                      <a:pt x="14466" y="31869"/>
                      <a:pt x="14956" y="31869"/>
                    </a:cubicBezTo>
                    <a:cubicBezTo>
                      <a:pt x="15979" y="31869"/>
                      <a:pt x="17002" y="31673"/>
                      <a:pt x="17966" y="31259"/>
                    </a:cubicBezTo>
                    <a:cubicBezTo>
                      <a:pt x="18166" y="31194"/>
                      <a:pt x="18302" y="31059"/>
                      <a:pt x="18508" y="30988"/>
                    </a:cubicBezTo>
                    <a:cubicBezTo>
                      <a:pt x="19251" y="30516"/>
                      <a:pt x="19929" y="29904"/>
                      <a:pt x="20677" y="29432"/>
                    </a:cubicBezTo>
                    <a:cubicBezTo>
                      <a:pt x="20813" y="29296"/>
                      <a:pt x="21013" y="29226"/>
                      <a:pt x="21149" y="29090"/>
                    </a:cubicBezTo>
                    <a:cubicBezTo>
                      <a:pt x="21420" y="28955"/>
                      <a:pt x="21762" y="28754"/>
                      <a:pt x="22033" y="28683"/>
                    </a:cubicBezTo>
                    <a:cubicBezTo>
                      <a:pt x="22504" y="28483"/>
                      <a:pt x="22982" y="28412"/>
                      <a:pt x="23388" y="28347"/>
                    </a:cubicBezTo>
                    <a:cubicBezTo>
                      <a:pt x="23795" y="28347"/>
                      <a:pt x="24202" y="28347"/>
                      <a:pt x="24608" y="28412"/>
                    </a:cubicBezTo>
                    <a:cubicBezTo>
                      <a:pt x="26875" y="28744"/>
                      <a:pt x="29188" y="29980"/>
                      <a:pt x="31401" y="29980"/>
                    </a:cubicBezTo>
                    <a:cubicBezTo>
                      <a:pt x="31899" y="29980"/>
                      <a:pt x="32392" y="29917"/>
                      <a:pt x="32878" y="29768"/>
                    </a:cubicBezTo>
                    <a:cubicBezTo>
                      <a:pt x="34505" y="29226"/>
                      <a:pt x="35790" y="27805"/>
                      <a:pt x="36538" y="26243"/>
                    </a:cubicBezTo>
                    <a:cubicBezTo>
                      <a:pt x="37010" y="25229"/>
                      <a:pt x="37281" y="24145"/>
                      <a:pt x="37281" y="23060"/>
                    </a:cubicBezTo>
                    <a:cubicBezTo>
                      <a:pt x="37351" y="20078"/>
                      <a:pt x="35318" y="17502"/>
                      <a:pt x="34640" y="14585"/>
                    </a:cubicBezTo>
                    <a:cubicBezTo>
                      <a:pt x="34299" y="13028"/>
                      <a:pt x="34369" y="11402"/>
                      <a:pt x="34098" y="9775"/>
                    </a:cubicBezTo>
                    <a:cubicBezTo>
                      <a:pt x="33420" y="5708"/>
                      <a:pt x="30367" y="2113"/>
                      <a:pt x="26506" y="757"/>
                    </a:cubicBezTo>
                    <a:cubicBezTo>
                      <a:pt x="24945" y="215"/>
                      <a:pt x="23318" y="14"/>
                      <a:pt x="21691" y="14"/>
                    </a:cubicBezTo>
                    <a:cubicBezTo>
                      <a:pt x="21510" y="5"/>
                      <a:pt x="21327" y="1"/>
                      <a:pt x="21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9" name="Google Shape;1309;p55"/>
              <p:cNvSpPr/>
              <p:nvPr/>
            </p:nvSpPr>
            <p:spPr>
              <a:xfrm flipH="1">
                <a:off x="7080863" y="3523475"/>
                <a:ext cx="982875" cy="1620025"/>
              </a:xfrm>
              <a:custGeom>
                <a:avLst/>
                <a:gdLst/>
                <a:ahLst/>
                <a:cxnLst/>
                <a:rect l="l" t="t" r="r" b="b"/>
                <a:pathLst>
                  <a:path w="39315" h="64801" extrusionOk="0">
                    <a:moveTo>
                      <a:pt x="5017" y="1"/>
                    </a:moveTo>
                    <a:cubicBezTo>
                      <a:pt x="3862" y="2235"/>
                      <a:pt x="3184" y="4946"/>
                      <a:pt x="2777" y="7728"/>
                    </a:cubicBezTo>
                    <a:cubicBezTo>
                      <a:pt x="1628" y="15249"/>
                      <a:pt x="2712" y="23453"/>
                      <a:pt x="3048" y="26029"/>
                    </a:cubicBezTo>
                    <a:lnTo>
                      <a:pt x="3048" y="27043"/>
                    </a:lnTo>
                    <a:cubicBezTo>
                      <a:pt x="2848" y="32265"/>
                      <a:pt x="1085" y="54091"/>
                      <a:pt x="1" y="64800"/>
                    </a:cubicBezTo>
                    <a:lnTo>
                      <a:pt x="13015" y="64800"/>
                    </a:lnTo>
                    <a:lnTo>
                      <a:pt x="15048" y="55175"/>
                    </a:lnTo>
                    <a:lnTo>
                      <a:pt x="17960" y="41819"/>
                    </a:lnTo>
                    <a:lnTo>
                      <a:pt x="21149" y="27043"/>
                    </a:lnTo>
                    <a:cubicBezTo>
                      <a:pt x="21214" y="26842"/>
                      <a:pt x="21284" y="26636"/>
                      <a:pt x="21349" y="26365"/>
                    </a:cubicBezTo>
                    <a:lnTo>
                      <a:pt x="22911" y="37617"/>
                    </a:lnTo>
                    <a:lnTo>
                      <a:pt x="24267" y="47584"/>
                    </a:lnTo>
                    <a:lnTo>
                      <a:pt x="26571" y="64800"/>
                    </a:lnTo>
                    <a:lnTo>
                      <a:pt x="39314" y="64800"/>
                    </a:lnTo>
                    <a:cubicBezTo>
                      <a:pt x="39314" y="64800"/>
                      <a:pt x="39314" y="59242"/>
                      <a:pt x="39108" y="50973"/>
                    </a:cubicBezTo>
                    <a:cubicBezTo>
                      <a:pt x="38772" y="39450"/>
                      <a:pt x="38024" y="22569"/>
                      <a:pt x="36061" y="7999"/>
                    </a:cubicBezTo>
                    <a:cubicBezTo>
                      <a:pt x="35719" y="5353"/>
                      <a:pt x="35383" y="2777"/>
                      <a:pt x="34906" y="337"/>
                    </a:cubicBezTo>
                    <a:lnTo>
                      <a:pt x="29348" y="337"/>
                    </a:lnTo>
                    <a:cubicBezTo>
                      <a:pt x="28334" y="337"/>
                      <a:pt x="27249" y="272"/>
                      <a:pt x="26094" y="272"/>
                    </a:cubicBezTo>
                    <a:cubicBezTo>
                      <a:pt x="16540" y="201"/>
                      <a:pt x="5017" y="1"/>
                      <a:pt x="50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0" name="Google Shape;1310;p55"/>
              <p:cNvSpPr/>
              <p:nvPr/>
            </p:nvSpPr>
            <p:spPr>
              <a:xfrm flipH="1">
                <a:off x="6892838" y="2522775"/>
                <a:ext cx="628650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5146" h="27769" extrusionOk="0">
                    <a:moveTo>
                      <a:pt x="6248" y="1"/>
                    </a:moveTo>
                    <a:cubicBezTo>
                      <a:pt x="5437" y="1"/>
                      <a:pt x="4619" y="189"/>
                      <a:pt x="3862" y="579"/>
                    </a:cubicBezTo>
                    <a:cubicBezTo>
                      <a:pt x="3797" y="644"/>
                      <a:pt x="3797" y="644"/>
                      <a:pt x="3726" y="644"/>
                    </a:cubicBezTo>
                    <a:cubicBezTo>
                      <a:pt x="879" y="2136"/>
                      <a:pt x="1" y="5731"/>
                      <a:pt x="1899" y="8306"/>
                    </a:cubicBezTo>
                    <a:lnTo>
                      <a:pt x="11996" y="21928"/>
                    </a:lnTo>
                    <a:lnTo>
                      <a:pt x="15049" y="25794"/>
                    </a:lnTo>
                    <a:cubicBezTo>
                      <a:pt x="16157" y="27180"/>
                      <a:pt x="17601" y="27768"/>
                      <a:pt x="19020" y="27768"/>
                    </a:cubicBezTo>
                    <a:cubicBezTo>
                      <a:pt x="20377" y="27768"/>
                      <a:pt x="21711" y="27230"/>
                      <a:pt x="22705" y="26337"/>
                    </a:cubicBezTo>
                    <a:cubicBezTo>
                      <a:pt x="24402" y="24910"/>
                      <a:pt x="25145" y="22470"/>
                      <a:pt x="23725" y="19965"/>
                    </a:cubicBezTo>
                    <a:cubicBezTo>
                      <a:pt x="23519" y="19759"/>
                      <a:pt x="23383" y="19488"/>
                      <a:pt x="23182" y="19287"/>
                    </a:cubicBezTo>
                    <a:lnTo>
                      <a:pt x="10439" y="2071"/>
                    </a:lnTo>
                    <a:cubicBezTo>
                      <a:pt x="9405" y="724"/>
                      <a:pt x="7839" y="1"/>
                      <a:pt x="6248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1" name="Google Shape;1311;p55"/>
              <p:cNvSpPr/>
              <p:nvPr/>
            </p:nvSpPr>
            <p:spPr>
              <a:xfrm flipH="1">
                <a:off x="7033413" y="2471100"/>
                <a:ext cx="528725" cy="549050"/>
              </a:xfrm>
              <a:custGeom>
                <a:avLst/>
                <a:gdLst/>
                <a:ahLst/>
                <a:cxnLst/>
                <a:rect l="l" t="t" r="r" b="b"/>
                <a:pathLst>
                  <a:path w="21149" h="21962" extrusionOk="0">
                    <a:moveTo>
                      <a:pt x="2711" y="0"/>
                    </a:moveTo>
                    <a:cubicBezTo>
                      <a:pt x="743" y="2375"/>
                      <a:pt x="0" y="5423"/>
                      <a:pt x="201" y="8270"/>
                    </a:cubicBezTo>
                    <a:cubicBezTo>
                      <a:pt x="407" y="11116"/>
                      <a:pt x="1556" y="13828"/>
                      <a:pt x="2912" y="16338"/>
                    </a:cubicBezTo>
                    <a:cubicBezTo>
                      <a:pt x="3997" y="18301"/>
                      <a:pt x="5217" y="20199"/>
                      <a:pt x="6572" y="21962"/>
                    </a:cubicBezTo>
                    <a:cubicBezTo>
                      <a:pt x="9354" y="20947"/>
                      <a:pt x="12201" y="19928"/>
                      <a:pt x="14842" y="18708"/>
                    </a:cubicBezTo>
                    <a:cubicBezTo>
                      <a:pt x="15791" y="18301"/>
                      <a:pt x="16675" y="17830"/>
                      <a:pt x="17488" y="17217"/>
                    </a:cubicBezTo>
                    <a:cubicBezTo>
                      <a:pt x="19521" y="15590"/>
                      <a:pt x="21148" y="12136"/>
                      <a:pt x="21078" y="11930"/>
                    </a:cubicBezTo>
                    <a:cubicBezTo>
                      <a:pt x="21078" y="11729"/>
                      <a:pt x="20942" y="11594"/>
                      <a:pt x="20877" y="11458"/>
                    </a:cubicBezTo>
                    <a:cubicBezTo>
                      <a:pt x="18572" y="8611"/>
                      <a:pt x="16062" y="5764"/>
                      <a:pt x="13014" y="3595"/>
                    </a:cubicBezTo>
                    <a:cubicBezTo>
                      <a:pt x="10032" y="1491"/>
                      <a:pt x="6372" y="0"/>
                      <a:pt x="27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2" name="Google Shape;1312;p55"/>
              <p:cNvSpPr/>
              <p:nvPr/>
            </p:nvSpPr>
            <p:spPr>
              <a:xfrm flipH="1">
                <a:off x="6809738" y="3003375"/>
                <a:ext cx="361025" cy="341375"/>
              </a:xfrm>
              <a:custGeom>
                <a:avLst/>
                <a:gdLst/>
                <a:ahLst/>
                <a:cxnLst/>
                <a:rect l="l" t="t" r="r" b="b"/>
                <a:pathLst>
                  <a:path w="14441" h="13655" extrusionOk="0">
                    <a:moveTo>
                      <a:pt x="6267" y="0"/>
                    </a:moveTo>
                    <a:cubicBezTo>
                      <a:pt x="4893" y="0"/>
                      <a:pt x="3216" y="538"/>
                      <a:pt x="1426" y="2639"/>
                    </a:cubicBezTo>
                    <a:cubicBezTo>
                      <a:pt x="678" y="3517"/>
                      <a:pt x="0" y="4537"/>
                      <a:pt x="0" y="5757"/>
                    </a:cubicBezTo>
                    <a:cubicBezTo>
                      <a:pt x="62" y="7061"/>
                      <a:pt x="3077" y="13654"/>
                      <a:pt x="8821" y="13654"/>
                    </a:cubicBezTo>
                    <a:cubicBezTo>
                      <a:pt x="9644" y="13654"/>
                      <a:pt x="10523" y="13519"/>
                      <a:pt x="11458" y="13213"/>
                    </a:cubicBezTo>
                    <a:cubicBezTo>
                      <a:pt x="14440" y="12264"/>
                      <a:pt x="14370" y="8333"/>
                      <a:pt x="13963" y="7248"/>
                    </a:cubicBezTo>
                    <a:cubicBezTo>
                      <a:pt x="13421" y="5822"/>
                      <a:pt x="13220" y="3859"/>
                      <a:pt x="12271" y="2840"/>
                    </a:cubicBezTo>
                    <a:cubicBezTo>
                      <a:pt x="11322" y="1755"/>
                      <a:pt x="10102" y="806"/>
                      <a:pt x="8747" y="470"/>
                    </a:cubicBezTo>
                    <a:cubicBezTo>
                      <a:pt x="8139" y="297"/>
                      <a:pt x="7286" y="0"/>
                      <a:pt x="6267" y="0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3" name="Google Shape;1313;p55"/>
              <p:cNvSpPr/>
              <p:nvPr/>
            </p:nvSpPr>
            <p:spPr>
              <a:xfrm flipH="1">
                <a:off x="7118138" y="2455900"/>
                <a:ext cx="933800" cy="1335175"/>
              </a:xfrm>
              <a:custGeom>
                <a:avLst/>
                <a:gdLst/>
                <a:ahLst/>
                <a:cxnLst/>
                <a:rect l="l" t="t" r="r" b="b"/>
                <a:pathLst>
                  <a:path w="37352" h="53407" extrusionOk="0">
                    <a:moveTo>
                      <a:pt x="17152" y="1"/>
                    </a:moveTo>
                    <a:cubicBezTo>
                      <a:pt x="16203" y="1"/>
                      <a:pt x="15254" y="66"/>
                      <a:pt x="14441" y="136"/>
                    </a:cubicBezTo>
                    <a:cubicBezTo>
                      <a:pt x="12201" y="407"/>
                      <a:pt x="10374" y="1015"/>
                      <a:pt x="8948" y="1628"/>
                    </a:cubicBezTo>
                    <a:lnTo>
                      <a:pt x="8812" y="1628"/>
                    </a:lnTo>
                    <a:cubicBezTo>
                      <a:pt x="8612" y="1763"/>
                      <a:pt x="8405" y="1828"/>
                      <a:pt x="8205" y="1899"/>
                    </a:cubicBezTo>
                    <a:cubicBezTo>
                      <a:pt x="6508" y="2712"/>
                      <a:pt x="5358" y="3590"/>
                      <a:pt x="4816" y="3932"/>
                    </a:cubicBezTo>
                    <a:cubicBezTo>
                      <a:pt x="4680" y="4068"/>
                      <a:pt x="4474" y="4268"/>
                      <a:pt x="4273" y="4404"/>
                    </a:cubicBezTo>
                    <a:cubicBezTo>
                      <a:pt x="4203" y="4404"/>
                      <a:pt x="4203" y="4474"/>
                      <a:pt x="4138" y="4474"/>
                    </a:cubicBezTo>
                    <a:cubicBezTo>
                      <a:pt x="3796" y="4746"/>
                      <a:pt x="3460" y="5217"/>
                      <a:pt x="3189" y="5760"/>
                    </a:cubicBezTo>
                    <a:cubicBezTo>
                      <a:pt x="2104" y="7793"/>
                      <a:pt x="1627" y="11117"/>
                      <a:pt x="1833" y="12879"/>
                    </a:cubicBezTo>
                    <a:cubicBezTo>
                      <a:pt x="2104" y="15591"/>
                      <a:pt x="2170" y="18774"/>
                      <a:pt x="1969" y="22911"/>
                    </a:cubicBezTo>
                    <a:cubicBezTo>
                      <a:pt x="1898" y="23996"/>
                      <a:pt x="1833" y="25145"/>
                      <a:pt x="1763" y="26365"/>
                    </a:cubicBezTo>
                    <a:cubicBezTo>
                      <a:pt x="1763" y="26636"/>
                      <a:pt x="1763" y="26908"/>
                      <a:pt x="1698" y="27179"/>
                    </a:cubicBezTo>
                    <a:cubicBezTo>
                      <a:pt x="1562" y="29554"/>
                      <a:pt x="1356" y="32195"/>
                      <a:pt x="1156" y="35177"/>
                    </a:cubicBezTo>
                    <a:cubicBezTo>
                      <a:pt x="1085" y="35448"/>
                      <a:pt x="1085" y="35719"/>
                      <a:pt x="1085" y="36061"/>
                    </a:cubicBezTo>
                    <a:cubicBezTo>
                      <a:pt x="749" y="39857"/>
                      <a:pt x="407" y="44260"/>
                      <a:pt x="1" y="49211"/>
                    </a:cubicBezTo>
                    <a:cubicBezTo>
                      <a:pt x="613" y="49617"/>
                      <a:pt x="1356" y="50024"/>
                      <a:pt x="2305" y="50431"/>
                    </a:cubicBezTo>
                    <a:cubicBezTo>
                      <a:pt x="3661" y="51038"/>
                      <a:pt x="5358" y="51580"/>
                      <a:pt x="7256" y="52057"/>
                    </a:cubicBezTo>
                    <a:cubicBezTo>
                      <a:pt x="8405" y="52329"/>
                      <a:pt x="9696" y="52529"/>
                      <a:pt x="11052" y="52735"/>
                    </a:cubicBezTo>
                    <a:cubicBezTo>
                      <a:pt x="11252" y="52800"/>
                      <a:pt x="11458" y="52800"/>
                      <a:pt x="11729" y="52871"/>
                    </a:cubicBezTo>
                    <a:cubicBezTo>
                      <a:pt x="14259" y="53203"/>
                      <a:pt x="17018" y="53407"/>
                      <a:pt x="19821" y="53407"/>
                    </a:cubicBezTo>
                    <a:cubicBezTo>
                      <a:pt x="21596" y="53407"/>
                      <a:pt x="23388" y="53325"/>
                      <a:pt x="25150" y="53142"/>
                    </a:cubicBezTo>
                    <a:cubicBezTo>
                      <a:pt x="25693" y="53071"/>
                      <a:pt x="26235" y="53006"/>
                      <a:pt x="26707" y="52936"/>
                    </a:cubicBezTo>
                    <a:cubicBezTo>
                      <a:pt x="28876" y="52665"/>
                      <a:pt x="30980" y="52258"/>
                      <a:pt x="32943" y="51651"/>
                    </a:cubicBezTo>
                    <a:cubicBezTo>
                      <a:pt x="33826" y="51380"/>
                      <a:pt x="34775" y="51038"/>
                      <a:pt x="35589" y="50702"/>
                    </a:cubicBezTo>
                    <a:cubicBezTo>
                      <a:pt x="36196" y="50431"/>
                      <a:pt x="36809" y="50160"/>
                      <a:pt x="37351" y="49888"/>
                    </a:cubicBezTo>
                    <a:cubicBezTo>
                      <a:pt x="36061" y="41277"/>
                      <a:pt x="33349" y="35719"/>
                      <a:pt x="32265" y="33350"/>
                    </a:cubicBezTo>
                    <a:cubicBezTo>
                      <a:pt x="31994" y="32672"/>
                      <a:pt x="31858" y="32265"/>
                      <a:pt x="31858" y="32130"/>
                    </a:cubicBezTo>
                    <a:cubicBezTo>
                      <a:pt x="32129" y="31110"/>
                      <a:pt x="32671" y="26365"/>
                      <a:pt x="32943" y="24267"/>
                    </a:cubicBezTo>
                    <a:cubicBezTo>
                      <a:pt x="33013" y="23654"/>
                      <a:pt x="33078" y="23247"/>
                      <a:pt x="33078" y="23247"/>
                    </a:cubicBezTo>
                    <a:cubicBezTo>
                      <a:pt x="33891" y="21962"/>
                      <a:pt x="34840" y="20400"/>
                      <a:pt x="35318" y="18909"/>
                    </a:cubicBezTo>
                    <a:cubicBezTo>
                      <a:pt x="35589" y="18096"/>
                      <a:pt x="35789" y="17353"/>
                      <a:pt x="35724" y="16740"/>
                    </a:cubicBezTo>
                    <a:lnTo>
                      <a:pt x="35724" y="16469"/>
                    </a:lnTo>
                    <a:cubicBezTo>
                      <a:pt x="35724" y="16268"/>
                      <a:pt x="35654" y="16133"/>
                      <a:pt x="35654" y="15927"/>
                    </a:cubicBezTo>
                    <a:lnTo>
                      <a:pt x="35589" y="15862"/>
                    </a:lnTo>
                    <a:lnTo>
                      <a:pt x="35589" y="15656"/>
                    </a:lnTo>
                    <a:cubicBezTo>
                      <a:pt x="35518" y="15591"/>
                      <a:pt x="35518" y="15520"/>
                      <a:pt x="35453" y="15385"/>
                    </a:cubicBezTo>
                    <a:cubicBezTo>
                      <a:pt x="35453" y="15320"/>
                      <a:pt x="35383" y="15184"/>
                      <a:pt x="35383" y="15113"/>
                    </a:cubicBezTo>
                    <a:cubicBezTo>
                      <a:pt x="33349" y="9962"/>
                      <a:pt x="30638" y="4746"/>
                      <a:pt x="29082" y="3390"/>
                    </a:cubicBezTo>
                    <a:cubicBezTo>
                      <a:pt x="29011" y="3319"/>
                      <a:pt x="28876" y="3254"/>
                      <a:pt x="28811" y="3184"/>
                    </a:cubicBezTo>
                    <a:cubicBezTo>
                      <a:pt x="28675" y="3119"/>
                      <a:pt x="28604" y="2983"/>
                      <a:pt x="28469" y="2913"/>
                    </a:cubicBezTo>
                    <a:cubicBezTo>
                      <a:pt x="28404" y="2848"/>
                      <a:pt x="28268" y="2777"/>
                      <a:pt x="28198" y="2712"/>
                    </a:cubicBezTo>
                    <a:cubicBezTo>
                      <a:pt x="28133" y="2712"/>
                      <a:pt x="28133" y="2712"/>
                      <a:pt x="28133" y="2642"/>
                    </a:cubicBezTo>
                    <a:cubicBezTo>
                      <a:pt x="27997" y="2576"/>
                      <a:pt x="27862" y="2506"/>
                      <a:pt x="27791" y="2441"/>
                    </a:cubicBezTo>
                    <a:cubicBezTo>
                      <a:pt x="27455" y="2235"/>
                      <a:pt x="27184" y="2099"/>
                      <a:pt x="26913" y="1899"/>
                    </a:cubicBezTo>
                    <a:cubicBezTo>
                      <a:pt x="26777" y="1899"/>
                      <a:pt x="26707" y="1828"/>
                      <a:pt x="26571" y="1763"/>
                    </a:cubicBezTo>
                    <a:cubicBezTo>
                      <a:pt x="26506" y="1693"/>
                      <a:pt x="26370" y="1693"/>
                      <a:pt x="26300" y="1628"/>
                    </a:cubicBezTo>
                    <a:cubicBezTo>
                      <a:pt x="26164" y="1557"/>
                      <a:pt x="26099" y="1557"/>
                      <a:pt x="25964" y="1492"/>
                    </a:cubicBezTo>
                    <a:cubicBezTo>
                      <a:pt x="25828" y="1421"/>
                      <a:pt x="25693" y="1356"/>
                      <a:pt x="25557" y="1356"/>
                    </a:cubicBezTo>
                    <a:lnTo>
                      <a:pt x="25150" y="1150"/>
                    </a:lnTo>
                    <a:lnTo>
                      <a:pt x="25080" y="1150"/>
                    </a:lnTo>
                    <a:cubicBezTo>
                      <a:pt x="24944" y="1085"/>
                      <a:pt x="24809" y="1015"/>
                      <a:pt x="24608" y="1015"/>
                    </a:cubicBezTo>
                    <a:cubicBezTo>
                      <a:pt x="24538" y="950"/>
                      <a:pt x="24402" y="950"/>
                      <a:pt x="24266" y="879"/>
                    </a:cubicBezTo>
                    <a:cubicBezTo>
                      <a:pt x="24201" y="879"/>
                      <a:pt x="24066" y="814"/>
                      <a:pt x="23995" y="814"/>
                    </a:cubicBezTo>
                    <a:cubicBezTo>
                      <a:pt x="23795" y="744"/>
                      <a:pt x="23589" y="679"/>
                      <a:pt x="23318" y="679"/>
                    </a:cubicBezTo>
                    <a:cubicBezTo>
                      <a:pt x="23318" y="608"/>
                      <a:pt x="23252" y="608"/>
                      <a:pt x="23252" y="608"/>
                    </a:cubicBezTo>
                    <a:cubicBezTo>
                      <a:pt x="23046" y="608"/>
                      <a:pt x="22911" y="543"/>
                      <a:pt x="22710" y="543"/>
                    </a:cubicBezTo>
                    <a:cubicBezTo>
                      <a:pt x="22504" y="473"/>
                      <a:pt x="22303" y="407"/>
                      <a:pt x="22097" y="407"/>
                    </a:cubicBezTo>
                    <a:cubicBezTo>
                      <a:pt x="21897" y="337"/>
                      <a:pt x="21761" y="337"/>
                      <a:pt x="21555" y="337"/>
                    </a:cubicBezTo>
                    <a:cubicBezTo>
                      <a:pt x="21490" y="272"/>
                      <a:pt x="21490" y="272"/>
                      <a:pt x="21420" y="272"/>
                    </a:cubicBezTo>
                    <a:lnTo>
                      <a:pt x="21148" y="272"/>
                    </a:lnTo>
                    <a:cubicBezTo>
                      <a:pt x="21013" y="272"/>
                      <a:pt x="20877" y="201"/>
                      <a:pt x="20742" y="201"/>
                    </a:cubicBezTo>
                    <a:cubicBezTo>
                      <a:pt x="20541" y="201"/>
                      <a:pt x="20270" y="136"/>
                      <a:pt x="20064" y="136"/>
                    </a:cubicBezTo>
                    <a:lnTo>
                      <a:pt x="19793" y="136"/>
                    </a:lnTo>
                    <a:cubicBezTo>
                      <a:pt x="18844" y="1"/>
                      <a:pt x="17965" y="1"/>
                      <a:pt x="171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4" name="Google Shape;1314;p55"/>
              <p:cNvSpPr/>
              <p:nvPr/>
            </p:nvSpPr>
            <p:spPr>
              <a:xfrm flipH="1">
                <a:off x="7751913" y="2577225"/>
                <a:ext cx="47287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915" h="30751" extrusionOk="0">
                    <a:moveTo>
                      <a:pt x="13021" y="1"/>
                    </a:moveTo>
                    <a:cubicBezTo>
                      <a:pt x="11971" y="1"/>
                      <a:pt x="10938" y="335"/>
                      <a:pt x="10103" y="907"/>
                    </a:cubicBezTo>
                    <a:cubicBezTo>
                      <a:pt x="9219" y="1519"/>
                      <a:pt x="8541" y="2398"/>
                      <a:pt x="8135" y="3417"/>
                    </a:cubicBezTo>
                    <a:lnTo>
                      <a:pt x="3797" y="15618"/>
                    </a:lnTo>
                    <a:lnTo>
                      <a:pt x="950" y="23616"/>
                    </a:lnTo>
                    <a:cubicBezTo>
                      <a:pt x="885" y="23887"/>
                      <a:pt x="749" y="24159"/>
                      <a:pt x="679" y="24430"/>
                    </a:cubicBezTo>
                    <a:cubicBezTo>
                      <a:pt x="1" y="27206"/>
                      <a:pt x="1427" y="29310"/>
                      <a:pt x="3460" y="30259"/>
                    </a:cubicBezTo>
                    <a:lnTo>
                      <a:pt x="3525" y="30259"/>
                    </a:lnTo>
                    <a:cubicBezTo>
                      <a:pt x="4278" y="30579"/>
                      <a:pt x="5104" y="30750"/>
                      <a:pt x="5927" y="30750"/>
                    </a:cubicBezTo>
                    <a:cubicBezTo>
                      <a:pt x="6663" y="30750"/>
                      <a:pt x="7396" y="30613"/>
                      <a:pt x="8070" y="30324"/>
                    </a:cubicBezTo>
                    <a:cubicBezTo>
                      <a:pt x="9154" y="29782"/>
                      <a:pt x="10103" y="28903"/>
                      <a:pt x="10645" y="27477"/>
                    </a:cubicBezTo>
                    <a:lnTo>
                      <a:pt x="12473" y="22868"/>
                    </a:lnTo>
                    <a:lnTo>
                      <a:pt x="14034" y="18801"/>
                    </a:lnTo>
                    <a:lnTo>
                      <a:pt x="14099" y="18600"/>
                    </a:lnTo>
                    <a:lnTo>
                      <a:pt x="14371" y="17787"/>
                    </a:lnTo>
                    <a:lnTo>
                      <a:pt x="18166" y="6942"/>
                    </a:lnTo>
                    <a:cubicBezTo>
                      <a:pt x="18915" y="4702"/>
                      <a:pt x="18101" y="2398"/>
                      <a:pt x="16404" y="1113"/>
                    </a:cubicBezTo>
                    <a:cubicBezTo>
                      <a:pt x="15726" y="635"/>
                      <a:pt x="14983" y="299"/>
                      <a:pt x="14170" y="93"/>
                    </a:cubicBezTo>
                    <a:lnTo>
                      <a:pt x="13964" y="93"/>
                    </a:lnTo>
                    <a:cubicBezTo>
                      <a:pt x="13651" y="31"/>
                      <a:pt x="13336" y="1"/>
                      <a:pt x="13021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5" name="Google Shape;1315;p55"/>
              <p:cNvSpPr/>
              <p:nvPr/>
            </p:nvSpPr>
            <p:spPr>
              <a:xfrm flipH="1">
                <a:off x="7697688" y="2496575"/>
                <a:ext cx="48302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19321" h="22098" extrusionOk="0">
                    <a:moveTo>
                      <a:pt x="13963" y="1"/>
                    </a:moveTo>
                    <a:cubicBezTo>
                      <a:pt x="13763" y="66"/>
                      <a:pt x="13491" y="136"/>
                      <a:pt x="13285" y="272"/>
                    </a:cubicBezTo>
                    <a:cubicBezTo>
                      <a:pt x="10102" y="1421"/>
                      <a:pt x="7391" y="3726"/>
                      <a:pt x="5287" y="6437"/>
                    </a:cubicBezTo>
                    <a:cubicBezTo>
                      <a:pt x="3053" y="9420"/>
                      <a:pt x="1491" y="12809"/>
                      <a:pt x="71" y="16268"/>
                    </a:cubicBezTo>
                    <a:cubicBezTo>
                      <a:pt x="71" y="16404"/>
                      <a:pt x="0" y="16604"/>
                      <a:pt x="0" y="16740"/>
                    </a:cubicBezTo>
                    <a:cubicBezTo>
                      <a:pt x="0" y="16876"/>
                      <a:pt x="884" y="17895"/>
                      <a:pt x="2034" y="18844"/>
                    </a:cubicBezTo>
                    <a:cubicBezTo>
                      <a:pt x="2917" y="19587"/>
                      <a:pt x="4002" y="20335"/>
                      <a:pt x="5016" y="20742"/>
                    </a:cubicBezTo>
                    <a:cubicBezTo>
                      <a:pt x="5694" y="21013"/>
                      <a:pt x="6372" y="21149"/>
                      <a:pt x="7120" y="21284"/>
                    </a:cubicBezTo>
                    <a:cubicBezTo>
                      <a:pt x="7391" y="21349"/>
                      <a:pt x="7662" y="21349"/>
                      <a:pt x="7933" y="21420"/>
                    </a:cubicBezTo>
                    <a:cubicBezTo>
                      <a:pt x="9424" y="21620"/>
                      <a:pt x="10916" y="21756"/>
                      <a:pt x="12336" y="21826"/>
                    </a:cubicBezTo>
                    <a:cubicBezTo>
                      <a:pt x="13828" y="21962"/>
                      <a:pt x="15319" y="22027"/>
                      <a:pt x="16810" y="22098"/>
                    </a:cubicBezTo>
                    <a:cubicBezTo>
                      <a:pt x="17016" y="21420"/>
                      <a:pt x="17287" y="20807"/>
                      <a:pt x="17488" y="20129"/>
                    </a:cubicBezTo>
                    <a:cubicBezTo>
                      <a:pt x="17694" y="19522"/>
                      <a:pt x="17895" y="18909"/>
                      <a:pt x="18030" y="18302"/>
                    </a:cubicBezTo>
                    <a:cubicBezTo>
                      <a:pt x="18101" y="18031"/>
                      <a:pt x="18166" y="17825"/>
                      <a:pt x="18236" y="17553"/>
                    </a:cubicBezTo>
                    <a:cubicBezTo>
                      <a:pt x="18301" y="17282"/>
                      <a:pt x="18372" y="16946"/>
                      <a:pt x="18437" y="16675"/>
                    </a:cubicBezTo>
                    <a:cubicBezTo>
                      <a:pt x="18507" y="16604"/>
                      <a:pt x="18507" y="16539"/>
                      <a:pt x="18507" y="16469"/>
                    </a:cubicBezTo>
                    <a:lnTo>
                      <a:pt x="18708" y="15655"/>
                    </a:lnTo>
                    <a:cubicBezTo>
                      <a:pt x="19050" y="13758"/>
                      <a:pt x="19321" y="11795"/>
                      <a:pt x="19250" y="9826"/>
                    </a:cubicBezTo>
                    <a:cubicBezTo>
                      <a:pt x="19250" y="8948"/>
                      <a:pt x="19115" y="7999"/>
                      <a:pt x="18914" y="7115"/>
                    </a:cubicBezTo>
                    <a:cubicBezTo>
                      <a:pt x="18572" y="5559"/>
                      <a:pt x="17895" y="4067"/>
                      <a:pt x="16946" y="2712"/>
                    </a:cubicBezTo>
                    <a:cubicBezTo>
                      <a:pt x="16403" y="1963"/>
                      <a:pt x="15796" y="1286"/>
                      <a:pt x="15118" y="678"/>
                    </a:cubicBezTo>
                    <a:cubicBezTo>
                      <a:pt x="14777" y="407"/>
                      <a:pt x="14440" y="201"/>
                      <a:pt x="14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6" name="Google Shape;1316;p55"/>
              <p:cNvSpPr/>
              <p:nvPr/>
            </p:nvSpPr>
            <p:spPr>
              <a:xfrm flipH="1">
                <a:off x="6760663" y="2908275"/>
                <a:ext cx="1016750" cy="500000"/>
              </a:xfrm>
              <a:custGeom>
                <a:avLst/>
                <a:gdLst/>
                <a:ahLst/>
                <a:cxnLst/>
                <a:rect l="l" t="t" r="r" b="b"/>
                <a:pathLst>
                  <a:path w="40670" h="20000" extrusionOk="0">
                    <a:moveTo>
                      <a:pt x="34504" y="8813"/>
                    </a:moveTo>
                    <a:cubicBezTo>
                      <a:pt x="35111" y="8883"/>
                      <a:pt x="35724" y="9019"/>
                      <a:pt x="36266" y="9219"/>
                    </a:cubicBezTo>
                    <a:lnTo>
                      <a:pt x="36673" y="9425"/>
                    </a:lnTo>
                    <a:cubicBezTo>
                      <a:pt x="37145" y="9626"/>
                      <a:pt x="37622" y="9968"/>
                      <a:pt x="38029" y="10439"/>
                    </a:cubicBezTo>
                    <a:cubicBezTo>
                      <a:pt x="38094" y="10510"/>
                      <a:pt x="38229" y="10645"/>
                      <a:pt x="38300" y="10781"/>
                    </a:cubicBezTo>
                    <a:lnTo>
                      <a:pt x="38500" y="11188"/>
                    </a:lnTo>
                    <a:cubicBezTo>
                      <a:pt x="38571" y="11323"/>
                      <a:pt x="38571" y="11459"/>
                      <a:pt x="38636" y="11594"/>
                    </a:cubicBezTo>
                    <a:cubicBezTo>
                      <a:pt x="38706" y="11931"/>
                      <a:pt x="38706" y="12337"/>
                      <a:pt x="38636" y="12744"/>
                    </a:cubicBezTo>
                    <a:cubicBezTo>
                      <a:pt x="38571" y="12950"/>
                      <a:pt x="38500" y="13221"/>
                      <a:pt x="38365" y="13492"/>
                    </a:cubicBezTo>
                    <a:cubicBezTo>
                      <a:pt x="38300" y="13492"/>
                      <a:pt x="38300" y="13557"/>
                      <a:pt x="38300" y="13557"/>
                    </a:cubicBezTo>
                    <a:cubicBezTo>
                      <a:pt x="37958" y="14170"/>
                      <a:pt x="37486" y="14642"/>
                      <a:pt x="37009" y="14983"/>
                    </a:cubicBezTo>
                    <a:cubicBezTo>
                      <a:pt x="36944" y="14983"/>
                      <a:pt x="36874" y="15049"/>
                      <a:pt x="36809" y="15119"/>
                    </a:cubicBezTo>
                    <a:cubicBezTo>
                      <a:pt x="35925" y="15661"/>
                      <a:pt x="34775" y="15932"/>
                      <a:pt x="33284" y="15997"/>
                    </a:cubicBezTo>
                    <a:lnTo>
                      <a:pt x="34504" y="8813"/>
                    </a:lnTo>
                    <a:close/>
                    <a:moveTo>
                      <a:pt x="2375" y="1"/>
                    </a:moveTo>
                    <a:cubicBezTo>
                      <a:pt x="1426" y="1"/>
                      <a:pt x="407" y="207"/>
                      <a:pt x="0" y="1085"/>
                    </a:cubicBezTo>
                    <a:cubicBezTo>
                      <a:pt x="678" y="1291"/>
                      <a:pt x="1291" y="1563"/>
                      <a:pt x="1898" y="1834"/>
                    </a:cubicBezTo>
                    <a:cubicBezTo>
                      <a:pt x="3189" y="2512"/>
                      <a:pt x="4474" y="3254"/>
                      <a:pt x="5629" y="4138"/>
                    </a:cubicBezTo>
                    <a:cubicBezTo>
                      <a:pt x="7998" y="5830"/>
                      <a:pt x="10167" y="7864"/>
                      <a:pt x="11729" y="10304"/>
                    </a:cubicBezTo>
                    <a:cubicBezTo>
                      <a:pt x="12201" y="11117"/>
                      <a:pt x="12543" y="11931"/>
                      <a:pt x="12814" y="12744"/>
                    </a:cubicBezTo>
                    <a:cubicBezTo>
                      <a:pt x="12879" y="12950"/>
                      <a:pt x="12879" y="13086"/>
                      <a:pt x="12949" y="13286"/>
                    </a:cubicBezTo>
                    <a:cubicBezTo>
                      <a:pt x="13150" y="13964"/>
                      <a:pt x="13285" y="14712"/>
                      <a:pt x="13356" y="15455"/>
                    </a:cubicBezTo>
                    <a:cubicBezTo>
                      <a:pt x="13421" y="15726"/>
                      <a:pt x="13421" y="16068"/>
                      <a:pt x="13492" y="16339"/>
                    </a:cubicBezTo>
                    <a:cubicBezTo>
                      <a:pt x="13492" y="16610"/>
                      <a:pt x="13492" y="16811"/>
                      <a:pt x="13557" y="17082"/>
                    </a:cubicBezTo>
                    <a:lnTo>
                      <a:pt x="13557" y="17830"/>
                    </a:lnTo>
                    <a:cubicBezTo>
                      <a:pt x="13557" y="18101"/>
                      <a:pt x="13627" y="18373"/>
                      <a:pt x="13627" y="18644"/>
                    </a:cubicBezTo>
                    <a:lnTo>
                      <a:pt x="15254" y="18779"/>
                    </a:lnTo>
                    <a:lnTo>
                      <a:pt x="16881" y="18915"/>
                    </a:lnTo>
                    <a:lnTo>
                      <a:pt x="22032" y="19251"/>
                    </a:lnTo>
                    <a:lnTo>
                      <a:pt x="23046" y="19322"/>
                    </a:lnTo>
                    <a:lnTo>
                      <a:pt x="32606" y="19999"/>
                    </a:lnTo>
                    <a:lnTo>
                      <a:pt x="32877" y="18508"/>
                    </a:lnTo>
                    <a:lnTo>
                      <a:pt x="32942" y="17895"/>
                    </a:lnTo>
                    <a:cubicBezTo>
                      <a:pt x="34569" y="17830"/>
                      <a:pt x="35925" y="17624"/>
                      <a:pt x="37009" y="17082"/>
                    </a:cubicBezTo>
                    <a:cubicBezTo>
                      <a:pt x="37416" y="16946"/>
                      <a:pt x="37757" y="16746"/>
                      <a:pt x="38029" y="16540"/>
                    </a:cubicBezTo>
                    <a:cubicBezTo>
                      <a:pt x="38771" y="16068"/>
                      <a:pt x="39314" y="15455"/>
                      <a:pt x="39720" y="14777"/>
                    </a:cubicBezTo>
                    <a:cubicBezTo>
                      <a:pt x="39926" y="14506"/>
                      <a:pt x="40062" y="14235"/>
                      <a:pt x="40198" y="13964"/>
                    </a:cubicBezTo>
                    <a:cubicBezTo>
                      <a:pt x="40534" y="13151"/>
                      <a:pt x="40669" y="12272"/>
                      <a:pt x="40534" y="11459"/>
                    </a:cubicBezTo>
                    <a:cubicBezTo>
                      <a:pt x="40534" y="11388"/>
                      <a:pt x="40534" y="11388"/>
                      <a:pt x="40469" y="11323"/>
                    </a:cubicBezTo>
                    <a:lnTo>
                      <a:pt x="40469" y="11117"/>
                    </a:lnTo>
                    <a:cubicBezTo>
                      <a:pt x="40333" y="10645"/>
                      <a:pt x="40127" y="10239"/>
                      <a:pt x="39856" y="9832"/>
                    </a:cubicBezTo>
                    <a:cubicBezTo>
                      <a:pt x="39856" y="9696"/>
                      <a:pt x="39791" y="9626"/>
                      <a:pt x="39720" y="9490"/>
                    </a:cubicBezTo>
                    <a:cubicBezTo>
                      <a:pt x="39384" y="9084"/>
                      <a:pt x="38978" y="8677"/>
                      <a:pt x="38500" y="8341"/>
                    </a:cubicBezTo>
                    <a:cubicBezTo>
                      <a:pt x="38094" y="7999"/>
                      <a:pt x="37622" y="7799"/>
                      <a:pt x="37145" y="7592"/>
                    </a:cubicBezTo>
                    <a:cubicBezTo>
                      <a:pt x="37080" y="7527"/>
                      <a:pt x="37009" y="7527"/>
                      <a:pt x="36944" y="7527"/>
                    </a:cubicBezTo>
                    <a:cubicBezTo>
                      <a:pt x="36196" y="7186"/>
                      <a:pt x="35453" y="7050"/>
                      <a:pt x="34705" y="6985"/>
                    </a:cubicBezTo>
                    <a:cubicBezTo>
                      <a:pt x="33962" y="6850"/>
                      <a:pt x="33213" y="6850"/>
                      <a:pt x="32536" y="6779"/>
                    </a:cubicBezTo>
                    <a:cubicBezTo>
                      <a:pt x="30909" y="6714"/>
                      <a:pt x="28604" y="6508"/>
                      <a:pt x="26164" y="6372"/>
                    </a:cubicBezTo>
                    <a:cubicBezTo>
                      <a:pt x="26099" y="6307"/>
                      <a:pt x="25963" y="6307"/>
                      <a:pt x="25893" y="6307"/>
                    </a:cubicBezTo>
                    <a:lnTo>
                      <a:pt x="25828" y="6307"/>
                    </a:lnTo>
                    <a:cubicBezTo>
                      <a:pt x="24537" y="6237"/>
                      <a:pt x="23182" y="6101"/>
                      <a:pt x="21962" y="6036"/>
                    </a:cubicBezTo>
                    <a:lnTo>
                      <a:pt x="21896" y="6036"/>
                    </a:lnTo>
                    <a:cubicBezTo>
                      <a:pt x="18708" y="5830"/>
                      <a:pt x="16268" y="5630"/>
                      <a:pt x="16268" y="5630"/>
                    </a:cubicBezTo>
                    <a:cubicBezTo>
                      <a:pt x="13828" y="4881"/>
                      <a:pt x="11594" y="3526"/>
                      <a:pt x="9289" y="2305"/>
                    </a:cubicBezTo>
                    <a:cubicBezTo>
                      <a:pt x="7256" y="1221"/>
                      <a:pt x="5222" y="272"/>
                      <a:pt x="2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7" name="Google Shape;1317;p55"/>
              <p:cNvSpPr/>
              <p:nvPr/>
            </p:nvSpPr>
            <p:spPr>
              <a:xfrm flipH="1">
                <a:off x="7680738" y="2913075"/>
                <a:ext cx="77975" cy="22350"/>
              </a:xfrm>
              <a:custGeom>
                <a:avLst/>
                <a:gdLst/>
                <a:ahLst/>
                <a:cxnLst/>
                <a:rect l="l" t="t" r="r" b="b"/>
                <a:pathLst>
                  <a:path w="3119" h="894" extrusionOk="0">
                    <a:moveTo>
                      <a:pt x="1876" y="1"/>
                    </a:moveTo>
                    <a:cubicBezTo>
                      <a:pt x="1773" y="1"/>
                      <a:pt x="1666" y="5"/>
                      <a:pt x="1557" y="15"/>
                    </a:cubicBezTo>
                    <a:cubicBezTo>
                      <a:pt x="678" y="15"/>
                      <a:pt x="0" y="216"/>
                      <a:pt x="0" y="487"/>
                    </a:cubicBezTo>
                    <a:cubicBezTo>
                      <a:pt x="0" y="758"/>
                      <a:pt x="678" y="893"/>
                      <a:pt x="1557" y="893"/>
                    </a:cubicBezTo>
                    <a:cubicBezTo>
                      <a:pt x="2441" y="893"/>
                      <a:pt x="3118" y="622"/>
                      <a:pt x="3118" y="422"/>
                    </a:cubicBezTo>
                    <a:cubicBezTo>
                      <a:pt x="3057" y="187"/>
                      <a:pt x="2541" y="1"/>
                      <a:pt x="18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8" name="Google Shape;1318;p55"/>
              <p:cNvSpPr/>
              <p:nvPr/>
            </p:nvSpPr>
            <p:spPr>
              <a:xfrm flipH="1">
                <a:off x="7219813" y="3099900"/>
                <a:ext cx="976100" cy="482850"/>
              </a:xfrm>
              <a:custGeom>
                <a:avLst/>
                <a:gdLst/>
                <a:ahLst/>
                <a:cxnLst/>
                <a:rect l="l" t="t" r="r" b="b"/>
                <a:pathLst>
                  <a:path w="39044" h="19314" extrusionOk="0">
                    <a:moveTo>
                      <a:pt x="5164" y="1"/>
                    </a:moveTo>
                    <a:cubicBezTo>
                      <a:pt x="2978" y="1"/>
                      <a:pt x="692" y="1748"/>
                      <a:pt x="136" y="3859"/>
                    </a:cubicBezTo>
                    <a:cubicBezTo>
                      <a:pt x="66" y="4266"/>
                      <a:pt x="1" y="4743"/>
                      <a:pt x="1" y="5149"/>
                    </a:cubicBezTo>
                    <a:cubicBezTo>
                      <a:pt x="1" y="6841"/>
                      <a:pt x="879" y="8539"/>
                      <a:pt x="2305" y="9352"/>
                    </a:cubicBezTo>
                    <a:lnTo>
                      <a:pt x="2370" y="9352"/>
                    </a:lnTo>
                    <a:cubicBezTo>
                      <a:pt x="2712" y="9553"/>
                      <a:pt x="3119" y="9688"/>
                      <a:pt x="3525" y="9759"/>
                    </a:cubicBezTo>
                    <a:lnTo>
                      <a:pt x="6844" y="10301"/>
                    </a:lnTo>
                    <a:lnTo>
                      <a:pt x="24402" y="13012"/>
                    </a:lnTo>
                    <a:cubicBezTo>
                      <a:pt x="24402" y="13484"/>
                      <a:pt x="24603" y="13891"/>
                      <a:pt x="24945" y="14232"/>
                    </a:cubicBezTo>
                    <a:cubicBezTo>
                      <a:pt x="25216" y="14568"/>
                      <a:pt x="25622" y="14840"/>
                      <a:pt x="26029" y="15046"/>
                    </a:cubicBezTo>
                    <a:cubicBezTo>
                      <a:pt x="27249" y="15789"/>
                      <a:pt x="28534" y="16266"/>
                      <a:pt x="29890" y="16672"/>
                    </a:cubicBezTo>
                    <a:cubicBezTo>
                      <a:pt x="30974" y="17009"/>
                      <a:pt x="32129" y="17486"/>
                      <a:pt x="33008" y="18229"/>
                    </a:cubicBezTo>
                    <a:cubicBezTo>
                      <a:pt x="33415" y="18500"/>
                      <a:pt x="33686" y="18841"/>
                      <a:pt x="34092" y="19042"/>
                    </a:cubicBezTo>
                    <a:cubicBezTo>
                      <a:pt x="34298" y="19178"/>
                      <a:pt x="34570" y="19313"/>
                      <a:pt x="34770" y="19313"/>
                    </a:cubicBezTo>
                    <a:cubicBezTo>
                      <a:pt x="35112" y="19248"/>
                      <a:pt x="35312" y="18841"/>
                      <a:pt x="35312" y="18570"/>
                    </a:cubicBezTo>
                    <a:cubicBezTo>
                      <a:pt x="35312" y="18229"/>
                      <a:pt x="35112" y="17892"/>
                      <a:pt x="34976" y="17621"/>
                    </a:cubicBezTo>
                    <a:cubicBezTo>
                      <a:pt x="34363" y="16808"/>
                      <a:pt x="33550" y="16130"/>
                      <a:pt x="32672" y="15653"/>
                    </a:cubicBezTo>
                    <a:cubicBezTo>
                      <a:pt x="32536" y="15588"/>
                      <a:pt x="32330" y="15452"/>
                      <a:pt x="32059" y="15317"/>
                    </a:cubicBezTo>
                    <a:lnTo>
                      <a:pt x="32059" y="15317"/>
                    </a:lnTo>
                    <a:cubicBezTo>
                      <a:pt x="33214" y="15588"/>
                      <a:pt x="34298" y="15859"/>
                      <a:pt x="35247" y="16401"/>
                    </a:cubicBezTo>
                    <a:cubicBezTo>
                      <a:pt x="35654" y="16602"/>
                      <a:pt x="36061" y="16873"/>
                      <a:pt x="36533" y="17079"/>
                    </a:cubicBezTo>
                    <a:cubicBezTo>
                      <a:pt x="36684" y="17179"/>
                      <a:pt x="36870" y="17240"/>
                      <a:pt x="37065" y="17240"/>
                    </a:cubicBezTo>
                    <a:cubicBezTo>
                      <a:pt x="37136" y="17240"/>
                      <a:pt x="37209" y="17232"/>
                      <a:pt x="37281" y="17215"/>
                    </a:cubicBezTo>
                    <a:cubicBezTo>
                      <a:pt x="37617" y="17079"/>
                      <a:pt x="37753" y="16672"/>
                      <a:pt x="37753" y="16331"/>
                    </a:cubicBezTo>
                    <a:cubicBezTo>
                      <a:pt x="37688" y="15995"/>
                      <a:pt x="37481" y="15723"/>
                      <a:pt x="37210" y="15452"/>
                    </a:cubicBezTo>
                    <a:lnTo>
                      <a:pt x="36739" y="14975"/>
                    </a:lnTo>
                    <a:lnTo>
                      <a:pt x="36739" y="14975"/>
                    </a:lnTo>
                    <a:cubicBezTo>
                      <a:pt x="37075" y="15181"/>
                      <a:pt x="37416" y="15452"/>
                      <a:pt x="37753" y="15588"/>
                    </a:cubicBezTo>
                    <a:cubicBezTo>
                      <a:pt x="37952" y="15687"/>
                      <a:pt x="38150" y="15749"/>
                      <a:pt x="38324" y="15749"/>
                    </a:cubicBezTo>
                    <a:cubicBezTo>
                      <a:pt x="38387" y="15749"/>
                      <a:pt x="38446" y="15741"/>
                      <a:pt x="38501" y="15723"/>
                    </a:cubicBezTo>
                    <a:cubicBezTo>
                      <a:pt x="38837" y="15588"/>
                      <a:pt x="39043" y="15181"/>
                      <a:pt x="38973" y="14840"/>
                    </a:cubicBezTo>
                    <a:cubicBezTo>
                      <a:pt x="38973" y="14503"/>
                      <a:pt x="38702" y="14232"/>
                      <a:pt x="38501" y="13961"/>
                    </a:cubicBezTo>
                    <a:cubicBezTo>
                      <a:pt x="37823" y="13213"/>
                      <a:pt x="36874" y="12671"/>
                      <a:pt x="35855" y="12264"/>
                    </a:cubicBezTo>
                    <a:cubicBezTo>
                      <a:pt x="35312" y="12063"/>
                      <a:pt x="34635" y="11857"/>
                      <a:pt x="33957" y="11722"/>
                    </a:cubicBezTo>
                    <a:lnTo>
                      <a:pt x="33957" y="11722"/>
                    </a:lnTo>
                    <a:cubicBezTo>
                      <a:pt x="34906" y="11792"/>
                      <a:pt x="35790" y="11928"/>
                      <a:pt x="36603" y="12264"/>
                    </a:cubicBezTo>
                    <a:cubicBezTo>
                      <a:pt x="37075" y="12470"/>
                      <a:pt x="37481" y="12671"/>
                      <a:pt x="37888" y="12806"/>
                    </a:cubicBezTo>
                    <a:cubicBezTo>
                      <a:pt x="38044" y="12847"/>
                      <a:pt x="38199" y="12885"/>
                      <a:pt x="38343" y="12885"/>
                    </a:cubicBezTo>
                    <a:cubicBezTo>
                      <a:pt x="38449" y="12885"/>
                      <a:pt x="38549" y="12864"/>
                      <a:pt x="38636" y="12806"/>
                    </a:cubicBezTo>
                    <a:cubicBezTo>
                      <a:pt x="38908" y="12671"/>
                      <a:pt x="39043" y="12264"/>
                      <a:pt x="38908" y="11928"/>
                    </a:cubicBezTo>
                    <a:cubicBezTo>
                      <a:pt x="38837" y="11657"/>
                      <a:pt x="38566" y="11385"/>
                      <a:pt x="38365" y="11179"/>
                    </a:cubicBezTo>
                    <a:cubicBezTo>
                      <a:pt x="37552" y="10572"/>
                      <a:pt x="36603" y="10165"/>
                      <a:pt x="35584" y="9894"/>
                    </a:cubicBezTo>
                    <a:cubicBezTo>
                      <a:pt x="34976" y="9759"/>
                      <a:pt x="34163" y="9623"/>
                      <a:pt x="33349" y="9553"/>
                    </a:cubicBezTo>
                    <a:cubicBezTo>
                      <a:pt x="33143" y="9487"/>
                      <a:pt x="32943" y="9417"/>
                      <a:pt x="32672" y="9281"/>
                    </a:cubicBezTo>
                    <a:cubicBezTo>
                      <a:pt x="32943" y="9216"/>
                      <a:pt x="33214" y="9146"/>
                      <a:pt x="33415" y="9081"/>
                    </a:cubicBezTo>
                    <a:cubicBezTo>
                      <a:pt x="33686" y="9010"/>
                      <a:pt x="33957" y="8875"/>
                      <a:pt x="34027" y="8674"/>
                    </a:cubicBezTo>
                    <a:cubicBezTo>
                      <a:pt x="34228" y="8332"/>
                      <a:pt x="34027" y="7926"/>
                      <a:pt x="33756" y="7655"/>
                    </a:cubicBezTo>
                    <a:cubicBezTo>
                      <a:pt x="33485" y="7454"/>
                      <a:pt x="33078" y="7384"/>
                      <a:pt x="32737" y="7384"/>
                    </a:cubicBezTo>
                    <a:cubicBezTo>
                      <a:pt x="31381" y="7384"/>
                      <a:pt x="30096" y="7725"/>
                      <a:pt x="28805" y="8332"/>
                    </a:cubicBezTo>
                    <a:lnTo>
                      <a:pt x="11318" y="1961"/>
                    </a:lnTo>
                    <a:lnTo>
                      <a:pt x="10439" y="1690"/>
                    </a:lnTo>
                    <a:lnTo>
                      <a:pt x="7522" y="605"/>
                    </a:lnTo>
                    <a:lnTo>
                      <a:pt x="6573" y="269"/>
                    </a:lnTo>
                    <a:cubicBezTo>
                      <a:pt x="6121" y="85"/>
                      <a:pt x="5645" y="1"/>
                      <a:pt x="5164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9" name="Google Shape;1319;p55"/>
              <p:cNvSpPr/>
              <p:nvPr/>
            </p:nvSpPr>
            <p:spPr>
              <a:xfrm flipH="1">
                <a:off x="6733563" y="3104825"/>
                <a:ext cx="179650" cy="24067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627" extrusionOk="0">
                    <a:moveTo>
                      <a:pt x="4821" y="1"/>
                    </a:moveTo>
                    <a:cubicBezTo>
                      <a:pt x="4523" y="1"/>
                      <a:pt x="4176" y="219"/>
                      <a:pt x="3867" y="479"/>
                    </a:cubicBezTo>
                    <a:cubicBezTo>
                      <a:pt x="3189" y="1222"/>
                      <a:pt x="2441" y="1563"/>
                      <a:pt x="1427" y="1764"/>
                    </a:cubicBezTo>
                    <a:cubicBezTo>
                      <a:pt x="1020" y="1834"/>
                      <a:pt x="543" y="1900"/>
                      <a:pt x="272" y="2171"/>
                    </a:cubicBezTo>
                    <a:cubicBezTo>
                      <a:pt x="1" y="2512"/>
                      <a:pt x="137" y="3120"/>
                      <a:pt x="478" y="3391"/>
                    </a:cubicBezTo>
                    <a:cubicBezTo>
                      <a:pt x="749" y="3732"/>
                      <a:pt x="1221" y="3868"/>
                      <a:pt x="1698" y="3868"/>
                    </a:cubicBezTo>
                    <a:cubicBezTo>
                      <a:pt x="1763" y="3933"/>
                      <a:pt x="1899" y="3933"/>
                      <a:pt x="1969" y="3933"/>
                    </a:cubicBezTo>
                    <a:cubicBezTo>
                      <a:pt x="1628" y="4003"/>
                      <a:pt x="1292" y="4139"/>
                      <a:pt x="1085" y="4475"/>
                    </a:cubicBezTo>
                    <a:cubicBezTo>
                      <a:pt x="885" y="4882"/>
                      <a:pt x="1020" y="5424"/>
                      <a:pt x="1427" y="5695"/>
                    </a:cubicBezTo>
                    <a:cubicBezTo>
                      <a:pt x="1492" y="5766"/>
                      <a:pt x="1628" y="5766"/>
                      <a:pt x="1698" y="5831"/>
                    </a:cubicBezTo>
                    <a:cubicBezTo>
                      <a:pt x="1492" y="6173"/>
                      <a:pt x="1628" y="6715"/>
                      <a:pt x="1899" y="7051"/>
                    </a:cubicBezTo>
                    <a:cubicBezTo>
                      <a:pt x="2241" y="7322"/>
                      <a:pt x="2712" y="7458"/>
                      <a:pt x="3189" y="7458"/>
                    </a:cubicBezTo>
                    <a:cubicBezTo>
                      <a:pt x="3390" y="7458"/>
                      <a:pt x="3596" y="7458"/>
                      <a:pt x="3732" y="7393"/>
                    </a:cubicBezTo>
                    <a:lnTo>
                      <a:pt x="3732" y="7393"/>
                    </a:lnTo>
                    <a:cubicBezTo>
                      <a:pt x="3596" y="7458"/>
                      <a:pt x="3461" y="7528"/>
                      <a:pt x="3255" y="7593"/>
                    </a:cubicBezTo>
                    <a:cubicBezTo>
                      <a:pt x="2918" y="7664"/>
                      <a:pt x="2441" y="7799"/>
                      <a:pt x="2241" y="8070"/>
                    </a:cubicBezTo>
                    <a:cubicBezTo>
                      <a:pt x="2034" y="8477"/>
                      <a:pt x="2170" y="8949"/>
                      <a:pt x="2441" y="9220"/>
                    </a:cubicBezTo>
                    <a:cubicBezTo>
                      <a:pt x="2783" y="9562"/>
                      <a:pt x="3255" y="9627"/>
                      <a:pt x="3661" y="9627"/>
                    </a:cubicBezTo>
                    <a:cubicBezTo>
                      <a:pt x="4952" y="9627"/>
                      <a:pt x="6172" y="8884"/>
                      <a:pt x="6850" y="7864"/>
                    </a:cubicBezTo>
                    <a:cubicBezTo>
                      <a:pt x="7050" y="7458"/>
                      <a:pt x="7186" y="7121"/>
                      <a:pt x="7186" y="6715"/>
                    </a:cubicBezTo>
                    <a:cubicBezTo>
                      <a:pt x="7186" y="6308"/>
                      <a:pt x="7050" y="5901"/>
                      <a:pt x="6714" y="5695"/>
                    </a:cubicBezTo>
                    <a:lnTo>
                      <a:pt x="6508" y="5695"/>
                    </a:lnTo>
                    <a:cubicBezTo>
                      <a:pt x="6779" y="5359"/>
                      <a:pt x="6915" y="4952"/>
                      <a:pt x="6915" y="4546"/>
                    </a:cubicBezTo>
                    <a:cubicBezTo>
                      <a:pt x="6915" y="4139"/>
                      <a:pt x="6779" y="3662"/>
                      <a:pt x="6443" y="3526"/>
                    </a:cubicBezTo>
                    <a:cubicBezTo>
                      <a:pt x="6347" y="3480"/>
                      <a:pt x="6252" y="3432"/>
                      <a:pt x="6132" y="3432"/>
                    </a:cubicBezTo>
                    <a:cubicBezTo>
                      <a:pt x="6081" y="3432"/>
                      <a:pt x="6027" y="3440"/>
                      <a:pt x="5966" y="3461"/>
                    </a:cubicBezTo>
                    <a:cubicBezTo>
                      <a:pt x="6101" y="3190"/>
                      <a:pt x="6101" y="2919"/>
                      <a:pt x="6101" y="2648"/>
                    </a:cubicBezTo>
                    <a:cubicBezTo>
                      <a:pt x="6036" y="2241"/>
                      <a:pt x="5901" y="1834"/>
                      <a:pt x="5494" y="1699"/>
                    </a:cubicBezTo>
                    <a:cubicBezTo>
                      <a:pt x="5494" y="1628"/>
                      <a:pt x="5494" y="1628"/>
                      <a:pt x="5424" y="1628"/>
                    </a:cubicBezTo>
                    <a:cubicBezTo>
                      <a:pt x="5494" y="1493"/>
                      <a:pt x="5559" y="1292"/>
                      <a:pt x="5559" y="1157"/>
                    </a:cubicBezTo>
                    <a:cubicBezTo>
                      <a:pt x="5559" y="750"/>
                      <a:pt x="5494" y="273"/>
                      <a:pt x="5087" y="72"/>
                    </a:cubicBezTo>
                    <a:cubicBezTo>
                      <a:pt x="5005" y="23"/>
                      <a:pt x="4915" y="1"/>
                      <a:pt x="4821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0" name="Google Shape;1320;p55"/>
              <p:cNvSpPr/>
              <p:nvPr/>
            </p:nvSpPr>
            <p:spPr>
              <a:xfrm flipH="1">
                <a:off x="7350363" y="1756200"/>
                <a:ext cx="549075" cy="821925"/>
              </a:xfrm>
              <a:custGeom>
                <a:avLst/>
                <a:gdLst/>
                <a:ahLst/>
                <a:cxnLst/>
                <a:rect l="l" t="t" r="r" b="b"/>
                <a:pathLst>
                  <a:path w="21963" h="32877" extrusionOk="0">
                    <a:moveTo>
                      <a:pt x="11196" y="1"/>
                    </a:moveTo>
                    <a:cubicBezTo>
                      <a:pt x="10298" y="1"/>
                      <a:pt x="9329" y="90"/>
                      <a:pt x="8270" y="263"/>
                    </a:cubicBezTo>
                    <a:cubicBezTo>
                      <a:pt x="4681" y="876"/>
                      <a:pt x="1492" y="3587"/>
                      <a:pt x="408" y="7041"/>
                    </a:cubicBezTo>
                    <a:cubicBezTo>
                      <a:pt x="71" y="8196"/>
                      <a:pt x="1" y="9416"/>
                      <a:pt x="1" y="10637"/>
                    </a:cubicBezTo>
                    <a:cubicBezTo>
                      <a:pt x="136" y="14839"/>
                      <a:pt x="1969" y="17279"/>
                      <a:pt x="4068" y="20939"/>
                    </a:cubicBezTo>
                    <a:cubicBezTo>
                      <a:pt x="4881" y="22360"/>
                      <a:pt x="5966" y="24258"/>
                      <a:pt x="7663" y="25006"/>
                    </a:cubicBezTo>
                    <a:cubicBezTo>
                      <a:pt x="7864" y="25071"/>
                      <a:pt x="8205" y="25207"/>
                      <a:pt x="8476" y="25343"/>
                    </a:cubicBezTo>
                    <a:lnTo>
                      <a:pt x="8270" y="28732"/>
                    </a:lnTo>
                    <a:cubicBezTo>
                      <a:pt x="8135" y="30836"/>
                      <a:pt x="9561" y="32663"/>
                      <a:pt x="11388" y="32869"/>
                    </a:cubicBezTo>
                    <a:cubicBezTo>
                      <a:pt x="11459" y="32874"/>
                      <a:pt x="11530" y="32876"/>
                      <a:pt x="11600" y="32876"/>
                    </a:cubicBezTo>
                    <a:cubicBezTo>
                      <a:pt x="13538" y="32876"/>
                      <a:pt x="15117" y="31091"/>
                      <a:pt x="15048" y="28867"/>
                    </a:cubicBezTo>
                    <a:lnTo>
                      <a:pt x="14983" y="26226"/>
                    </a:lnTo>
                    <a:cubicBezTo>
                      <a:pt x="16068" y="25955"/>
                      <a:pt x="17082" y="25549"/>
                      <a:pt x="17966" y="24936"/>
                    </a:cubicBezTo>
                    <a:cubicBezTo>
                      <a:pt x="19728" y="23580"/>
                      <a:pt x="20607" y="21411"/>
                      <a:pt x="21084" y="19242"/>
                    </a:cubicBezTo>
                    <a:cubicBezTo>
                      <a:pt x="21962" y="15175"/>
                      <a:pt x="21827" y="11108"/>
                      <a:pt x="20064" y="5957"/>
                    </a:cubicBezTo>
                    <a:cubicBezTo>
                      <a:pt x="19593" y="4536"/>
                      <a:pt x="18508" y="3180"/>
                      <a:pt x="17624" y="2367"/>
                    </a:cubicBezTo>
                    <a:cubicBezTo>
                      <a:pt x="15808" y="753"/>
                      <a:pt x="13806" y="1"/>
                      <a:pt x="11196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1" name="Google Shape;1321;p55"/>
              <p:cNvSpPr/>
              <p:nvPr/>
            </p:nvSpPr>
            <p:spPr>
              <a:xfrm flipH="1">
                <a:off x="7338438" y="1723875"/>
                <a:ext cx="6084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24338" h="16469" extrusionOk="0">
                    <a:moveTo>
                      <a:pt x="13374" y="0"/>
                    </a:moveTo>
                    <a:cubicBezTo>
                      <a:pt x="10411" y="0"/>
                      <a:pt x="7479" y="844"/>
                      <a:pt x="5494" y="2304"/>
                    </a:cubicBezTo>
                    <a:lnTo>
                      <a:pt x="5494" y="2370"/>
                    </a:lnTo>
                    <a:cubicBezTo>
                      <a:pt x="3054" y="3047"/>
                      <a:pt x="1357" y="5422"/>
                      <a:pt x="679" y="7928"/>
                    </a:cubicBezTo>
                    <a:cubicBezTo>
                      <a:pt x="1" y="10574"/>
                      <a:pt x="272" y="13350"/>
                      <a:pt x="950" y="15996"/>
                    </a:cubicBezTo>
                    <a:cubicBezTo>
                      <a:pt x="1438" y="15630"/>
                      <a:pt x="1917" y="15482"/>
                      <a:pt x="2423" y="15482"/>
                    </a:cubicBezTo>
                    <a:cubicBezTo>
                      <a:pt x="3322" y="15482"/>
                      <a:pt x="4303" y="15948"/>
                      <a:pt x="5559" y="16468"/>
                    </a:cubicBezTo>
                    <a:cubicBezTo>
                      <a:pt x="8070" y="14234"/>
                      <a:pt x="5017" y="11046"/>
                      <a:pt x="5358" y="9218"/>
                    </a:cubicBezTo>
                    <a:cubicBezTo>
                      <a:pt x="5765" y="7049"/>
                      <a:pt x="6915" y="6843"/>
                      <a:pt x="6779" y="4674"/>
                    </a:cubicBezTo>
                    <a:cubicBezTo>
                      <a:pt x="6714" y="4403"/>
                      <a:pt x="6714" y="4132"/>
                      <a:pt x="6579" y="3861"/>
                    </a:cubicBezTo>
                    <a:lnTo>
                      <a:pt x="6579" y="3861"/>
                    </a:lnTo>
                    <a:cubicBezTo>
                      <a:pt x="10015" y="8026"/>
                      <a:pt x="15383" y="10579"/>
                      <a:pt x="20801" y="10579"/>
                    </a:cubicBezTo>
                    <a:cubicBezTo>
                      <a:pt x="20940" y="10579"/>
                      <a:pt x="21080" y="10577"/>
                      <a:pt x="21219" y="10574"/>
                    </a:cubicBezTo>
                    <a:cubicBezTo>
                      <a:pt x="22304" y="10503"/>
                      <a:pt x="23388" y="10438"/>
                      <a:pt x="24337" y="9896"/>
                    </a:cubicBezTo>
                    <a:cubicBezTo>
                      <a:pt x="24337" y="2834"/>
                      <a:pt x="18804" y="0"/>
                      <a:pt x="133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2" name="Google Shape;1322;p55"/>
              <p:cNvSpPr/>
              <p:nvPr/>
            </p:nvSpPr>
            <p:spPr>
              <a:xfrm flipH="1">
                <a:off x="7772238" y="2086650"/>
                <a:ext cx="164475" cy="152975"/>
              </a:xfrm>
              <a:custGeom>
                <a:avLst/>
                <a:gdLst/>
                <a:ahLst/>
                <a:cxnLst/>
                <a:rect l="l" t="t" r="r" b="b"/>
                <a:pathLst>
                  <a:path w="6579" h="6119" extrusionOk="0">
                    <a:moveTo>
                      <a:pt x="3140" y="0"/>
                    </a:moveTo>
                    <a:cubicBezTo>
                      <a:pt x="2861" y="0"/>
                      <a:pt x="2579" y="42"/>
                      <a:pt x="2305" y="130"/>
                    </a:cubicBezTo>
                    <a:cubicBezTo>
                      <a:pt x="814" y="672"/>
                      <a:pt x="1" y="2364"/>
                      <a:pt x="613" y="3991"/>
                    </a:cubicBezTo>
                    <a:cubicBezTo>
                      <a:pt x="1047" y="5293"/>
                      <a:pt x="2176" y="6119"/>
                      <a:pt x="3407" y="6119"/>
                    </a:cubicBezTo>
                    <a:cubicBezTo>
                      <a:pt x="3714" y="6119"/>
                      <a:pt x="4028" y="6067"/>
                      <a:pt x="4339" y="5959"/>
                    </a:cubicBezTo>
                    <a:cubicBezTo>
                      <a:pt x="5830" y="5417"/>
                      <a:pt x="6578" y="3720"/>
                      <a:pt x="6036" y="2093"/>
                    </a:cubicBezTo>
                    <a:cubicBezTo>
                      <a:pt x="5593" y="823"/>
                      <a:pt x="4382" y="0"/>
                      <a:pt x="3140" y="0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3" name="Google Shape;1323;p55"/>
              <p:cNvSpPr/>
              <p:nvPr/>
            </p:nvSpPr>
            <p:spPr>
              <a:xfrm flipH="1">
                <a:off x="7865513" y="2194950"/>
                <a:ext cx="253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15" extrusionOk="0">
                    <a:moveTo>
                      <a:pt x="472" y="0"/>
                    </a:moveTo>
                    <a:cubicBezTo>
                      <a:pt x="201" y="0"/>
                      <a:pt x="1" y="201"/>
                      <a:pt x="1" y="543"/>
                    </a:cubicBezTo>
                    <a:cubicBezTo>
                      <a:pt x="1" y="814"/>
                      <a:pt x="201" y="1014"/>
                      <a:pt x="472" y="1014"/>
                    </a:cubicBezTo>
                    <a:cubicBezTo>
                      <a:pt x="814" y="1014"/>
                      <a:pt x="1015" y="814"/>
                      <a:pt x="1015" y="543"/>
                    </a:cubicBezTo>
                    <a:cubicBezTo>
                      <a:pt x="1015" y="201"/>
                      <a:pt x="814" y="0"/>
                      <a:pt x="4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324" name="Google Shape;1324;p55"/>
              <p:cNvGrpSpPr/>
              <p:nvPr/>
            </p:nvGrpSpPr>
            <p:grpSpPr>
              <a:xfrm>
                <a:off x="7411978" y="1995928"/>
                <a:ext cx="320674" cy="329098"/>
                <a:chOff x="2750000" y="1989125"/>
                <a:chExt cx="231550" cy="237650"/>
              </a:xfrm>
            </p:grpSpPr>
            <p:sp>
              <p:nvSpPr>
                <p:cNvPr id="1325" name="Google Shape;1325;p55"/>
                <p:cNvSpPr/>
                <p:nvPr/>
              </p:nvSpPr>
              <p:spPr>
                <a:xfrm>
                  <a:off x="2750000" y="1989125"/>
                  <a:ext cx="7930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2" h="1143" extrusionOk="0">
                      <a:moveTo>
                        <a:pt x="1956" y="1"/>
                      </a:moveTo>
                      <a:cubicBezTo>
                        <a:pt x="1748" y="1"/>
                        <a:pt x="1512" y="22"/>
                        <a:pt x="1250" y="70"/>
                      </a:cubicBezTo>
                      <a:cubicBezTo>
                        <a:pt x="181" y="245"/>
                        <a:pt x="1" y="839"/>
                        <a:pt x="120" y="1076"/>
                      </a:cubicBezTo>
                      <a:cubicBezTo>
                        <a:pt x="151" y="1124"/>
                        <a:pt x="212" y="1143"/>
                        <a:pt x="293" y="1143"/>
                      </a:cubicBezTo>
                      <a:cubicBezTo>
                        <a:pt x="515" y="1143"/>
                        <a:pt x="885" y="1003"/>
                        <a:pt x="1188" y="958"/>
                      </a:cubicBezTo>
                      <a:cubicBezTo>
                        <a:pt x="1533" y="868"/>
                        <a:pt x="1823" y="844"/>
                        <a:pt x="2063" y="844"/>
                      </a:cubicBezTo>
                      <a:cubicBezTo>
                        <a:pt x="2337" y="844"/>
                        <a:pt x="2548" y="875"/>
                        <a:pt x="2705" y="875"/>
                      </a:cubicBezTo>
                      <a:cubicBezTo>
                        <a:pt x="2863" y="875"/>
                        <a:pt x="2968" y="844"/>
                        <a:pt x="3031" y="720"/>
                      </a:cubicBezTo>
                      <a:cubicBezTo>
                        <a:pt x="3171" y="341"/>
                        <a:pt x="2784" y="1"/>
                        <a:pt x="19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26" name="Google Shape;1326;p55"/>
                <p:cNvSpPr/>
                <p:nvPr/>
              </p:nvSpPr>
              <p:spPr>
                <a:xfrm>
                  <a:off x="2890000" y="1992975"/>
                  <a:ext cx="91550" cy="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2" h="1587" extrusionOk="0">
                      <a:moveTo>
                        <a:pt x="932" y="1"/>
                      </a:moveTo>
                      <a:cubicBezTo>
                        <a:pt x="298" y="1"/>
                        <a:pt x="0" y="301"/>
                        <a:pt x="43" y="628"/>
                      </a:cubicBezTo>
                      <a:cubicBezTo>
                        <a:pt x="43" y="1103"/>
                        <a:pt x="812" y="804"/>
                        <a:pt x="2061" y="1160"/>
                      </a:cubicBezTo>
                      <a:cubicBezTo>
                        <a:pt x="2971" y="1420"/>
                        <a:pt x="3216" y="1587"/>
                        <a:pt x="3374" y="1587"/>
                      </a:cubicBezTo>
                      <a:cubicBezTo>
                        <a:pt x="3432" y="1587"/>
                        <a:pt x="3479" y="1564"/>
                        <a:pt x="3543" y="1516"/>
                      </a:cubicBezTo>
                      <a:cubicBezTo>
                        <a:pt x="3661" y="1397"/>
                        <a:pt x="3604" y="685"/>
                        <a:pt x="1999" y="210"/>
                      </a:cubicBezTo>
                      <a:cubicBezTo>
                        <a:pt x="1575" y="62"/>
                        <a:pt x="1219" y="1"/>
                        <a:pt x="9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27" name="Google Shape;1327;p55"/>
                <p:cNvSpPr/>
                <p:nvPr/>
              </p:nvSpPr>
              <p:spPr>
                <a:xfrm>
                  <a:off x="2807950" y="2013950"/>
                  <a:ext cx="50475" cy="14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5783" extrusionOk="0">
                      <a:moveTo>
                        <a:pt x="1489" y="1"/>
                      </a:moveTo>
                      <a:cubicBezTo>
                        <a:pt x="1464" y="1"/>
                        <a:pt x="1442" y="8"/>
                        <a:pt x="1425" y="26"/>
                      </a:cubicBezTo>
                      <a:cubicBezTo>
                        <a:pt x="1363" y="83"/>
                        <a:pt x="1306" y="202"/>
                        <a:pt x="1363" y="264"/>
                      </a:cubicBezTo>
                      <a:cubicBezTo>
                        <a:pt x="1363" y="264"/>
                        <a:pt x="1425" y="264"/>
                        <a:pt x="1425" y="321"/>
                      </a:cubicBezTo>
                      <a:cubicBezTo>
                        <a:pt x="1482" y="383"/>
                        <a:pt x="1482" y="383"/>
                        <a:pt x="1482" y="501"/>
                      </a:cubicBezTo>
                      <a:cubicBezTo>
                        <a:pt x="1544" y="677"/>
                        <a:pt x="1663" y="914"/>
                        <a:pt x="1663" y="1214"/>
                      </a:cubicBezTo>
                      <a:cubicBezTo>
                        <a:pt x="1663" y="1508"/>
                        <a:pt x="1663" y="1926"/>
                        <a:pt x="1544" y="2282"/>
                      </a:cubicBezTo>
                      <a:cubicBezTo>
                        <a:pt x="1482" y="2458"/>
                        <a:pt x="1482" y="2695"/>
                        <a:pt x="1363" y="2876"/>
                      </a:cubicBezTo>
                      <a:cubicBezTo>
                        <a:pt x="1245" y="3052"/>
                        <a:pt x="1188" y="3170"/>
                        <a:pt x="1007" y="3351"/>
                      </a:cubicBezTo>
                      <a:lnTo>
                        <a:pt x="594" y="3764"/>
                      </a:lnTo>
                      <a:cubicBezTo>
                        <a:pt x="414" y="3944"/>
                        <a:pt x="238" y="4063"/>
                        <a:pt x="119" y="4301"/>
                      </a:cubicBezTo>
                      <a:cubicBezTo>
                        <a:pt x="57" y="4419"/>
                        <a:pt x="0" y="4538"/>
                        <a:pt x="0" y="4714"/>
                      </a:cubicBezTo>
                      <a:lnTo>
                        <a:pt x="0" y="4775"/>
                      </a:lnTo>
                      <a:lnTo>
                        <a:pt x="0" y="4894"/>
                      </a:lnTo>
                      <a:cubicBezTo>
                        <a:pt x="0" y="4951"/>
                        <a:pt x="57" y="5013"/>
                        <a:pt x="57" y="5132"/>
                      </a:cubicBezTo>
                      <a:cubicBezTo>
                        <a:pt x="176" y="5369"/>
                        <a:pt x="414" y="5488"/>
                        <a:pt x="532" y="5545"/>
                      </a:cubicBezTo>
                      <a:cubicBezTo>
                        <a:pt x="888" y="5725"/>
                        <a:pt x="1188" y="5782"/>
                        <a:pt x="1363" y="5782"/>
                      </a:cubicBezTo>
                      <a:lnTo>
                        <a:pt x="1720" y="5782"/>
                      </a:lnTo>
                      <a:cubicBezTo>
                        <a:pt x="1781" y="5782"/>
                        <a:pt x="1838" y="5725"/>
                        <a:pt x="1838" y="5663"/>
                      </a:cubicBezTo>
                      <a:cubicBezTo>
                        <a:pt x="1900" y="5607"/>
                        <a:pt x="1838" y="5488"/>
                        <a:pt x="1720" y="5488"/>
                      </a:cubicBezTo>
                      <a:lnTo>
                        <a:pt x="1663" y="5426"/>
                      </a:lnTo>
                      <a:lnTo>
                        <a:pt x="1482" y="5426"/>
                      </a:lnTo>
                      <a:cubicBezTo>
                        <a:pt x="1306" y="5369"/>
                        <a:pt x="1007" y="5307"/>
                        <a:pt x="770" y="5132"/>
                      </a:cubicBezTo>
                      <a:cubicBezTo>
                        <a:pt x="651" y="5070"/>
                        <a:pt x="532" y="4951"/>
                        <a:pt x="532" y="4894"/>
                      </a:cubicBezTo>
                      <a:cubicBezTo>
                        <a:pt x="475" y="4894"/>
                        <a:pt x="532" y="4832"/>
                        <a:pt x="475" y="4832"/>
                      </a:cubicBezTo>
                      <a:lnTo>
                        <a:pt x="475" y="4775"/>
                      </a:lnTo>
                      <a:lnTo>
                        <a:pt x="475" y="4714"/>
                      </a:lnTo>
                      <a:cubicBezTo>
                        <a:pt x="475" y="4657"/>
                        <a:pt x="532" y="4595"/>
                        <a:pt x="532" y="4538"/>
                      </a:cubicBezTo>
                      <a:cubicBezTo>
                        <a:pt x="713" y="4239"/>
                        <a:pt x="1069" y="3944"/>
                        <a:pt x="1363" y="3588"/>
                      </a:cubicBezTo>
                      <a:cubicBezTo>
                        <a:pt x="1482" y="3408"/>
                        <a:pt x="1601" y="3232"/>
                        <a:pt x="1720" y="2995"/>
                      </a:cubicBezTo>
                      <a:cubicBezTo>
                        <a:pt x="1781" y="2757"/>
                        <a:pt x="1838" y="2577"/>
                        <a:pt x="1900" y="2339"/>
                      </a:cubicBezTo>
                      <a:cubicBezTo>
                        <a:pt x="1957" y="1926"/>
                        <a:pt x="2019" y="1508"/>
                        <a:pt x="1957" y="1214"/>
                      </a:cubicBezTo>
                      <a:cubicBezTo>
                        <a:pt x="1957" y="857"/>
                        <a:pt x="1900" y="558"/>
                        <a:pt x="1838" y="383"/>
                      </a:cubicBezTo>
                      <a:cubicBezTo>
                        <a:pt x="1781" y="264"/>
                        <a:pt x="1720" y="202"/>
                        <a:pt x="1720" y="145"/>
                      </a:cubicBezTo>
                      <a:lnTo>
                        <a:pt x="1663" y="83"/>
                      </a:lnTo>
                      <a:cubicBezTo>
                        <a:pt x="1619" y="43"/>
                        <a:pt x="1547" y="1"/>
                        <a:pt x="1489" y="1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28" name="Google Shape;1328;p55"/>
                <p:cNvSpPr/>
                <p:nvPr/>
              </p:nvSpPr>
              <p:spPr>
                <a:xfrm>
                  <a:off x="2764850" y="2033575"/>
                  <a:ext cx="282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387" extrusionOk="0">
                      <a:moveTo>
                        <a:pt x="685" y="0"/>
                      </a:moveTo>
                      <a:cubicBezTo>
                        <a:pt x="467" y="0"/>
                        <a:pt x="223" y="181"/>
                        <a:pt x="119" y="547"/>
                      </a:cubicBezTo>
                      <a:cubicBezTo>
                        <a:pt x="0" y="904"/>
                        <a:pt x="119" y="1260"/>
                        <a:pt x="418" y="1378"/>
                      </a:cubicBezTo>
                      <a:cubicBezTo>
                        <a:pt x="442" y="1384"/>
                        <a:pt x="466" y="1387"/>
                        <a:pt x="491" y="1387"/>
                      </a:cubicBezTo>
                      <a:cubicBezTo>
                        <a:pt x="713" y="1387"/>
                        <a:pt x="962" y="1162"/>
                        <a:pt x="1069" y="842"/>
                      </a:cubicBezTo>
                      <a:cubicBezTo>
                        <a:pt x="1131" y="486"/>
                        <a:pt x="1012" y="129"/>
                        <a:pt x="775" y="11"/>
                      </a:cubicBezTo>
                      <a:cubicBezTo>
                        <a:pt x="746" y="4"/>
                        <a:pt x="716" y="0"/>
                        <a:pt x="68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29" name="Google Shape;1329;p55"/>
                <p:cNvSpPr/>
                <p:nvPr/>
              </p:nvSpPr>
              <p:spPr>
                <a:xfrm>
                  <a:off x="2905900" y="2038100"/>
                  <a:ext cx="26725" cy="3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" h="1502" extrusionOk="0">
                      <a:moveTo>
                        <a:pt x="625" y="1"/>
                      </a:moveTo>
                      <a:cubicBezTo>
                        <a:pt x="595" y="1"/>
                        <a:pt x="564" y="4"/>
                        <a:pt x="532" y="10"/>
                      </a:cubicBezTo>
                      <a:cubicBezTo>
                        <a:pt x="238" y="67"/>
                        <a:pt x="0" y="485"/>
                        <a:pt x="0" y="898"/>
                      </a:cubicBezTo>
                      <a:cubicBezTo>
                        <a:pt x="0" y="1272"/>
                        <a:pt x="190" y="1502"/>
                        <a:pt x="441" y="1502"/>
                      </a:cubicBezTo>
                      <a:cubicBezTo>
                        <a:pt x="471" y="1502"/>
                        <a:pt x="501" y="1498"/>
                        <a:pt x="532" y="1492"/>
                      </a:cubicBezTo>
                      <a:cubicBezTo>
                        <a:pt x="831" y="1373"/>
                        <a:pt x="1069" y="1017"/>
                        <a:pt x="1069" y="604"/>
                      </a:cubicBezTo>
                      <a:cubicBezTo>
                        <a:pt x="1069" y="230"/>
                        <a:pt x="879" y="1"/>
                        <a:pt x="62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30" name="Google Shape;1330;p55"/>
                <p:cNvSpPr/>
                <p:nvPr/>
              </p:nvSpPr>
              <p:spPr>
                <a:xfrm>
                  <a:off x="2825750" y="2198575"/>
                  <a:ext cx="96425" cy="2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7" h="1128" extrusionOk="0">
                      <a:moveTo>
                        <a:pt x="2213" y="0"/>
                      </a:moveTo>
                      <a:cubicBezTo>
                        <a:pt x="1734" y="0"/>
                        <a:pt x="1200" y="102"/>
                        <a:pt x="713" y="359"/>
                      </a:cubicBezTo>
                      <a:cubicBezTo>
                        <a:pt x="533" y="416"/>
                        <a:pt x="357" y="477"/>
                        <a:pt x="295" y="653"/>
                      </a:cubicBezTo>
                      <a:cubicBezTo>
                        <a:pt x="1" y="1009"/>
                        <a:pt x="1425" y="1128"/>
                        <a:pt x="2195" y="1128"/>
                      </a:cubicBezTo>
                      <a:cubicBezTo>
                        <a:pt x="2850" y="1071"/>
                        <a:pt x="3857" y="833"/>
                        <a:pt x="3681" y="534"/>
                      </a:cubicBezTo>
                      <a:cubicBezTo>
                        <a:pt x="3571" y="245"/>
                        <a:pt x="2957" y="0"/>
                        <a:pt x="2213" y="0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331" name="Google Shape;1331;p55"/>
              <p:cNvGrpSpPr/>
              <p:nvPr/>
            </p:nvGrpSpPr>
            <p:grpSpPr>
              <a:xfrm rot="-890294">
                <a:off x="7517278" y="1976524"/>
                <a:ext cx="81481" cy="34310"/>
                <a:chOff x="1328275" y="670025"/>
                <a:chExt cx="163275" cy="73325"/>
              </a:xfrm>
            </p:grpSpPr>
            <p:sp>
              <p:nvSpPr>
                <p:cNvPr id="1332" name="Google Shape;1332;p55"/>
                <p:cNvSpPr/>
                <p:nvPr/>
              </p:nvSpPr>
              <p:spPr>
                <a:xfrm>
                  <a:off x="1340150" y="670025"/>
                  <a:ext cx="148450" cy="2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38" h="976" extrusionOk="0">
                      <a:moveTo>
                        <a:pt x="1671" y="0"/>
                      </a:moveTo>
                      <a:cubicBezTo>
                        <a:pt x="1114" y="0"/>
                        <a:pt x="557" y="45"/>
                        <a:pt x="1" y="145"/>
                      </a:cubicBezTo>
                      <a:cubicBezTo>
                        <a:pt x="951" y="145"/>
                        <a:pt x="1839" y="202"/>
                        <a:pt x="2788" y="263"/>
                      </a:cubicBezTo>
                      <a:cubicBezTo>
                        <a:pt x="3857" y="382"/>
                        <a:pt x="4869" y="677"/>
                        <a:pt x="5937" y="976"/>
                      </a:cubicBezTo>
                      <a:cubicBezTo>
                        <a:pt x="5225" y="382"/>
                        <a:pt x="4037" y="202"/>
                        <a:pt x="3026" y="83"/>
                      </a:cubicBezTo>
                      <a:cubicBezTo>
                        <a:pt x="2575" y="30"/>
                        <a:pt x="2123" y="0"/>
                        <a:pt x="1671" y="0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33" name="Google Shape;1333;p55"/>
                <p:cNvSpPr/>
                <p:nvPr/>
              </p:nvSpPr>
              <p:spPr>
                <a:xfrm>
                  <a:off x="1328275" y="691450"/>
                  <a:ext cx="163275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1" h="1363" extrusionOk="0">
                      <a:moveTo>
                        <a:pt x="1544" y="0"/>
                      </a:moveTo>
                      <a:cubicBezTo>
                        <a:pt x="1008" y="0"/>
                        <a:pt x="533" y="0"/>
                        <a:pt x="1" y="119"/>
                      </a:cubicBezTo>
                      <a:cubicBezTo>
                        <a:pt x="533" y="119"/>
                        <a:pt x="1069" y="176"/>
                        <a:pt x="1663" y="237"/>
                      </a:cubicBezTo>
                      <a:cubicBezTo>
                        <a:pt x="2138" y="237"/>
                        <a:pt x="2613" y="294"/>
                        <a:pt x="3088" y="356"/>
                      </a:cubicBezTo>
                      <a:cubicBezTo>
                        <a:pt x="4275" y="532"/>
                        <a:pt x="5401" y="950"/>
                        <a:pt x="6531" y="1363"/>
                      </a:cubicBezTo>
                      <a:cubicBezTo>
                        <a:pt x="5044" y="532"/>
                        <a:pt x="3325" y="57"/>
                        <a:pt x="1544" y="0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34" name="Google Shape;1334;p55"/>
                <p:cNvSpPr/>
                <p:nvPr/>
              </p:nvSpPr>
              <p:spPr>
                <a:xfrm>
                  <a:off x="1335650" y="715175"/>
                  <a:ext cx="141075" cy="2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3" h="1127" extrusionOk="0">
                      <a:moveTo>
                        <a:pt x="0" y="1"/>
                      </a:moveTo>
                      <a:cubicBezTo>
                        <a:pt x="1900" y="238"/>
                        <a:pt x="3861" y="476"/>
                        <a:pt x="5642" y="1126"/>
                      </a:cubicBezTo>
                      <a:cubicBezTo>
                        <a:pt x="4811" y="594"/>
                        <a:pt x="3800" y="238"/>
                        <a:pt x="2731" y="120"/>
                      </a:cubicBezTo>
                      <a:cubicBezTo>
                        <a:pt x="1843" y="1"/>
                        <a:pt x="893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335" name="Google Shape;1335;p55"/>
              <p:cNvSpPr/>
              <p:nvPr/>
            </p:nvSpPr>
            <p:spPr>
              <a:xfrm rot="-890294">
                <a:off x="7619178" y="2128924"/>
                <a:ext cx="70402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127" extrusionOk="0">
                    <a:moveTo>
                      <a:pt x="0" y="1"/>
                    </a:moveTo>
                    <a:cubicBezTo>
                      <a:pt x="1900" y="238"/>
                      <a:pt x="3861" y="476"/>
                      <a:pt x="5642" y="1126"/>
                    </a:cubicBezTo>
                    <a:cubicBezTo>
                      <a:pt x="4811" y="594"/>
                      <a:pt x="3800" y="238"/>
                      <a:pt x="2731" y="120"/>
                    </a:cubicBezTo>
                    <a:cubicBezTo>
                      <a:pt x="1843" y="1"/>
                      <a:pt x="893" y="1"/>
                      <a:pt x="0" y="1"/>
                    </a:cubicBezTo>
                    <a:close/>
                  </a:path>
                </a:pathLst>
              </a:custGeom>
              <a:solidFill>
                <a:srgbClr val="AF77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6" name="Google Shape;1336;p55"/>
              <p:cNvSpPr/>
              <p:nvPr/>
            </p:nvSpPr>
            <p:spPr>
              <a:xfrm rot="-315283">
                <a:off x="7406452" y="2118824"/>
                <a:ext cx="70396" cy="13185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127" extrusionOk="0">
                    <a:moveTo>
                      <a:pt x="0" y="1"/>
                    </a:moveTo>
                    <a:cubicBezTo>
                      <a:pt x="1900" y="238"/>
                      <a:pt x="3861" y="476"/>
                      <a:pt x="5642" y="1126"/>
                    </a:cubicBezTo>
                    <a:cubicBezTo>
                      <a:pt x="4811" y="594"/>
                      <a:pt x="3800" y="238"/>
                      <a:pt x="2731" y="120"/>
                    </a:cubicBezTo>
                    <a:cubicBezTo>
                      <a:pt x="1843" y="1"/>
                      <a:pt x="893" y="1"/>
                      <a:pt x="0" y="1"/>
                    </a:cubicBezTo>
                    <a:close/>
                  </a:path>
                </a:pathLst>
              </a:custGeom>
              <a:solidFill>
                <a:srgbClr val="AF77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37" name="Google Shape;1337;p55"/>
            <p:cNvGrpSpPr/>
            <p:nvPr/>
          </p:nvGrpSpPr>
          <p:grpSpPr>
            <a:xfrm>
              <a:off x="6292603" y="918840"/>
              <a:ext cx="1016748" cy="944483"/>
              <a:chOff x="6292603" y="918840"/>
              <a:chExt cx="1016748" cy="944483"/>
            </a:xfrm>
          </p:grpSpPr>
          <p:sp>
            <p:nvSpPr>
              <p:cNvPr id="1338" name="Google Shape;1338;p55"/>
              <p:cNvSpPr/>
              <p:nvPr/>
            </p:nvSpPr>
            <p:spPr>
              <a:xfrm flipH="1">
                <a:off x="6292603" y="918840"/>
                <a:ext cx="1016748" cy="944483"/>
              </a:xfrm>
              <a:custGeom>
                <a:avLst/>
                <a:gdLst/>
                <a:ahLst/>
                <a:cxnLst/>
                <a:rect l="l" t="t" r="r" b="b"/>
                <a:pathLst>
                  <a:path w="30869" h="28675" extrusionOk="0">
                    <a:moveTo>
                      <a:pt x="15966" y="0"/>
                    </a:moveTo>
                    <a:cubicBezTo>
                      <a:pt x="7717" y="0"/>
                      <a:pt x="1069" y="5286"/>
                      <a:pt x="1069" y="11816"/>
                    </a:cubicBezTo>
                    <a:cubicBezTo>
                      <a:pt x="1069" y="14665"/>
                      <a:pt x="2375" y="17277"/>
                      <a:pt x="4512" y="19352"/>
                    </a:cubicBezTo>
                    <a:lnTo>
                      <a:pt x="0" y="28675"/>
                    </a:lnTo>
                    <a:lnTo>
                      <a:pt x="9674" y="22501"/>
                    </a:lnTo>
                    <a:cubicBezTo>
                      <a:pt x="11573" y="23213"/>
                      <a:pt x="13710" y="23626"/>
                      <a:pt x="15966" y="23626"/>
                    </a:cubicBezTo>
                    <a:cubicBezTo>
                      <a:pt x="24158" y="23626"/>
                      <a:pt x="30869" y="18345"/>
                      <a:pt x="30869" y="11816"/>
                    </a:cubicBezTo>
                    <a:cubicBezTo>
                      <a:pt x="30869" y="5286"/>
                      <a:pt x="24158" y="0"/>
                      <a:pt x="159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339" name="Google Shape;1339;p55"/>
              <p:cNvGrpSpPr/>
              <p:nvPr/>
            </p:nvGrpSpPr>
            <p:grpSpPr>
              <a:xfrm>
                <a:off x="6598883" y="995373"/>
                <a:ext cx="352253" cy="612511"/>
                <a:chOff x="6737175" y="1006600"/>
                <a:chExt cx="292885" cy="509280"/>
              </a:xfrm>
            </p:grpSpPr>
            <p:sp>
              <p:nvSpPr>
                <p:cNvPr id="1340" name="Google Shape;1340;p55"/>
                <p:cNvSpPr/>
                <p:nvPr/>
              </p:nvSpPr>
              <p:spPr>
                <a:xfrm flipH="1">
                  <a:off x="6737175" y="1006600"/>
                  <a:ext cx="269346" cy="294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0" h="15063" extrusionOk="0">
                      <a:moveTo>
                        <a:pt x="3302" y="0"/>
                      </a:moveTo>
                      <a:cubicBezTo>
                        <a:pt x="2972" y="0"/>
                        <a:pt x="2618" y="174"/>
                        <a:pt x="2370" y="422"/>
                      </a:cubicBezTo>
                      <a:cubicBezTo>
                        <a:pt x="1828" y="894"/>
                        <a:pt x="1492" y="1571"/>
                        <a:pt x="1221" y="2184"/>
                      </a:cubicBezTo>
                      <a:cubicBezTo>
                        <a:pt x="337" y="4489"/>
                        <a:pt x="1" y="11197"/>
                        <a:pt x="201" y="15063"/>
                      </a:cubicBezTo>
                      <a:cubicBezTo>
                        <a:pt x="237" y="14994"/>
                        <a:pt x="2443" y="14977"/>
                        <a:pt x="4595" y="14977"/>
                      </a:cubicBezTo>
                      <a:cubicBezTo>
                        <a:pt x="6660" y="14977"/>
                        <a:pt x="8677" y="14992"/>
                        <a:pt x="8677" y="14992"/>
                      </a:cubicBezTo>
                      <a:cubicBezTo>
                        <a:pt x="9219" y="11403"/>
                        <a:pt x="10640" y="8013"/>
                        <a:pt x="11524" y="4489"/>
                      </a:cubicBezTo>
                      <a:cubicBezTo>
                        <a:pt x="11589" y="4218"/>
                        <a:pt x="11659" y="3947"/>
                        <a:pt x="11589" y="3605"/>
                      </a:cubicBezTo>
                      <a:cubicBezTo>
                        <a:pt x="11589" y="3334"/>
                        <a:pt x="11388" y="3063"/>
                        <a:pt x="11117" y="2998"/>
                      </a:cubicBezTo>
                      <a:cubicBezTo>
                        <a:pt x="11053" y="2976"/>
                        <a:pt x="10990" y="2967"/>
                        <a:pt x="10929" y="2967"/>
                      </a:cubicBezTo>
                      <a:cubicBezTo>
                        <a:pt x="10604" y="2967"/>
                        <a:pt x="10326" y="3241"/>
                        <a:pt x="10097" y="3469"/>
                      </a:cubicBezTo>
                      <a:cubicBezTo>
                        <a:pt x="8134" y="5503"/>
                        <a:pt x="7050" y="8214"/>
                        <a:pt x="6031" y="10860"/>
                      </a:cubicBezTo>
                      <a:cubicBezTo>
                        <a:pt x="6573" y="8621"/>
                        <a:pt x="7115" y="6452"/>
                        <a:pt x="7728" y="4283"/>
                      </a:cubicBezTo>
                      <a:cubicBezTo>
                        <a:pt x="7863" y="3675"/>
                        <a:pt x="7999" y="2927"/>
                        <a:pt x="7457" y="2520"/>
                      </a:cubicBezTo>
                      <a:cubicBezTo>
                        <a:pt x="7320" y="2424"/>
                        <a:pt x="7161" y="2383"/>
                        <a:pt x="6995" y="2383"/>
                      </a:cubicBezTo>
                      <a:cubicBezTo>
                        <a:pt x="6581" y="2383"/>
                        <a:pt x="6120" y="2637"/>
                        <a:pt x="5830" y="2927"/>
                      </a:cubicBezTo>
                      <a:cubicBezTo>
                        <a:pt x="4339" y="4218"/>
                        <a:pt x="3796" y="6181"/>
                        <a:pt x="3254" y="8079"/>
                      </a:cubicBezTo>
                      <a:lnTo>
                        <a:pt x="3254" y="8079"/>
                      </a:lnTo>
                      <a:cubicBezTo>
                        <a:pt x="3119" y="5909"/>
                        <a:pt x="3796" y="3740"/>
                        <a:pt x="4068" y="1506"/>
                      </a:cubicBezTo>
                      <a:cubicBezTo>
                        <a:pt x="4133" y="1029"/>
                        <a:pt x="4133" y="422"/>
                        <a:pt x="3661" y="80"/>
                      </a:cubicBezTo>
                      <a:cubicBezTo>
                        <a:pt x="3549" y="25"/>
                        <a:pt x="3427" y="0"/>
                        <a:pt x="33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1" name="Google Shape;1341;p55"/>
                <p:cNvSpPr/>
                <p:nvPr/>
              </p:nvSpPr>
              <p:spPr>
                <a:xfrm flipH="1">
                  <a:off x="6931331" y="1014832"/>
                  <a:ext cx="62670" cy="270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3" h="13829" extrusionOk="0">
                      <a:moveTo>
                        <a:pt x="2371" y="1"/>
                      </a:moveTo>
                      <a:cubicBezTo>
                        <a:pt x="2034" y="1150"/>
                        <a:pt x="1763" y="2305"/>
                        <a:pt x="1557" y="3526"/>
                      </a:cubicBezTo>
                      <a:cubicBezTo>
                        <a:pt x="1492" y="2983"/>
                        <a:pt x="1357" y="2506"/>
                        <a:pt x="1150" y="2034"/>
                      </a:cubicBezTo>
                      <a:lnTo>
                        <a:pt x="814" y="2170"/>
                      </a:lnTo>
                      <a:cubicBezTo>
                        <a:pt x="1150" y="2983"/>
                        <a:pt x="1286" y="3797"/>
                        <a:pt x="1357" y="4675"/>
                      </a:cubicBezTo>
                      <a:cubicBezTo>
                        <a:pt x="1150" y="5830"/>
                        <a:pt x="1085" y="7050"/>
                        <a:pt x="1015" y="8200"/>
                      </a:cubicBezTo>
                      <a:cubicBezTo>
                        <a:pt x="814" y="7522"/>
                        <a:pt x="608" y="6980"/>
                        <a:pt x="337" y="6437"/>
                      </a:cubicBezTo>
                      <a:lnTo>
                        <a:pt x="1" y="6573"/>
                      </a:lnTo>
                      <a:cubicBezTo>
                        <a:pt x="408" y="7457"/>
                        <a:pt x="744" y="8335"/>
                        <a:pt x="950" y="9420"/>
                      </a:cubicBezTo>
                      <a:cubicBezTo>
                        <a:pt x="950" y="10911"/>
                        <a:pt x="950" y="12402"/>
                        <a:pt x="1150" y="13828"/>
                      </a:cubicBezTo>
                      <a:lnTo>
                        <a:pt x="1492" y="13828"/>
                      </a:lnTo>
                      <a:cubicBezTo>
                        <a:pt x="1286" y="11795"/>
                        <a:pt x="1221" y="9691"/>
                        <a:pt x="1357" y="7592"/>
                      </a:cubicBezTo>
                      <a:cubicBezTo>
                        <a:pt x="1693" y="6844"/>
                        <a:pt x="2099" y="6101"/>
                        <a:pt x="2712" y="5488"/>
                      </a:cubicBezTo>
                      <a:lnTo>
                        <a:pt x="2441" y="5217"/>
                      </a:lnTo>
                      <a:cubicBezTo>
                        <a:pt x="2034" y="5624"/>
                        <a:pt x="1763" y="6101"/>
                        <a:pt x="1492" y="6573"/>
                      </a:cubicBezTo>
                      <a:lnTo>
                        <a:pt x="1693" y="4746"/>
                      </a:lnTo>
                      <a:lnTo>
                        <a:pt x="1693" y="4675"/>
                      </a:lnTo>
                      <a:cubicBezTo>
                        <a:pt x="1964" y="3184"/>
                        <a:pt x="2305" y="1628"/>
                        <a:pt x="2712" y="136"/>
                      </a:cubicBezTo>
                      <a:lnTo>
                        <a:pt x="237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2" name="Google Shape;1342;p55"/>
                <p:cNvSpPr/>
                <p:nvPr/>
              </p:nvSpPr>
              <p:spPr>
                <a:xfrm flipH="1">
                  <a:off x="6748218" y="1074434"/>
                  <a:ext cx="101732" cy="22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4" h="11323" extrusionOk="0">
                      <a:moveTo>
                        <a:pt x="4068" y="0"/>
                      </a:moveTo>
                      <a:cubicBezTo>
                        <a:pt x="2712" y="2375"/>
                        <a:pt x="1628" y="4816"/>
                        <a:pt x="879" y="7391"/>
                      </a:cubicBezTo>
                      <a:cubicBezTo>
                        <a:pt x="473" y="8676"/>
                        <a:pt x="201" y="9967"/>
                        <a:pt x="1" y="11252"/>
                      </a:cubicBezTo>
                      <a:lnTo>
                        <a:pt x="337" y="11323"/>
                      </a:lnTo>
                      <a:cubicBezTo>
                        <a:pt x="543" y="10032"/>
                        <a:pt x="879" y="8747"/>
                        <a:pt x="1221" y="7527"/>
                      </a:cubicBezTo>
                      <a:cubicBezTo>
                        <a:pt x="1693" y="6372"/>
                        <a:pt x="2441" y="5423"/>
                        <a:pt x="3319" y="4610"/>
                      </a:cubicBezTo>
                      <a:lnTo>
                        <a:pt x="3119" y="4338"/>
                      </a:lnTo>
                      <a:cubicBezTo>
                        <a:pt x="2642" y="4745"/>
                        <a:pt x="2170" y="5287"/>
                        <a:pt x="1763" y="5830"/>
                      </a:cubicBezTo>
                      <a:cubicBezTo>
                        <a:pt x="2441" y="3867"/>
                        <a:pt x="3319" y="2034"/>
                        <a:pt x="4404" y="206"/>
                      </a:cubicBezTo>
                      <a:lnTo>
                        <a:pt x="406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3" name="Google Shape;1343;p55"/>
                <p:cNvSpPr/>
                <p:nvPr/>
              </p:nvSpPr>
              <p:spPr>
                <a:xfrm flipH="1">
                  <a:off x="6843667" y="1062564"/>
                  <a:ext cx="70524" cy="223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3" h="11453" extrusionOk="0">
                      <a:moveTo>
                        <a:pt x="2782" y="0"/>
                      </a:moveTo>
                      <a:cubicBezTo>
                        <a:pt x="2169" y="1356"/>
                        <a:pt x="1627" y="2776"/>
                        <a:pt x="1220" y="4132"/>
                      </a:cubicBezTo>
                      <a:cubicBezTo>
                        <a:pt x="1220" y="3454"/>
                        <a:pt x="1155" y="2847"/>
                        <a:pt x="1020" y="2169"/>
                      </a:cubicBezTo>
                      <a:lnTo>
                        <a:pt x="678" y="2234"/>
                      </a:lnTo>
                      <a:cubicBezTo>
                        <a:pt x="884" y="3319"/>
                        <a:pt x="949" y="4403"/>
                        <a:pt x="884" y="5488"/>
                      </a:cubicBezTo>
                      <a:cubicBezTo>
                        <a:pt x="407" y="7456"/>
                        <a:pt x="71" y="9419"/>
                        <a:pt x="0" y="11452"/>
                      </a:cubicBezTo>
                      <a:lnTo>
                        <a:pt x="342" y="11452"/>
                      </a:lnTo>
                      <a:cubicBezTo>
                        <a:pt x="342" y="10981"/>
                        <a:pt x="407" y="10438"/>
                        <a:pt x="477" y="9961"/>
                      </a:cubicBezTo>
                      <a:cubicBezTo>
                        <a:pt x="613" y="8606"/>
                        <a:pt x="1155" y="7456"/>
                        <a:pt x="2104" y="6165"/>
                      </a:cubicBezTo>
                      <a:lnTo>
                        <a:pt x="1833" y="5965"/>
                      </a:lnTo>
                      <a:cubicBezTo>
                        <a:pt x="1426" y="6507"/>
                        <a:pt x="1020" y="7049"/>
                        <a:pt x="748" y="7657"/>
                      </a:cubicBezTo>
                      <a:cubicBezTo>
                        <a:pt x="884" y="6914"/>
                        <a:pt x="1020" y="6236"/>
                        <a:pt x="1220" y="5558"/>
                      </a:cubicBezTo>
                      <a:cubicBezTo>
                        <a:pt x="1697" y="3725"/>
                        <a:pt x="2305" y="1898"/>
                        <a:pt x="3053" y="201"/>
                      </a:cubicBezTo>
                      <a:lnTo>
                        <a:pt x="278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4" name="Google Shape;1344;p55"/>
                <p:cNvSpPr/>
                <p:nvPr/>
              </p:nvSpPr>
              <p:spPr>
                <a:xfrm flipH="1">
                  <a:off x="6773258" y="1285229"/>
                  <a:ext cx="256803" cy="230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11795" extrusionOk="0">
                      <a:moveTo>
                        <a:pt x="0" y="0"/>
                      </a:moveTo>
                      <a:lnTo>
                        <a:pt x="0" y="11795"/>
                      </a:lnTo>
                      <a:lnTo>
                        <a:pt x="11116" y="11795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5" name="Google Shape;1345;p55"/>
                <p:cNvSpPr/>
                <p:nvPr/>
              </p:nvSpPr>
              <p:spPr>
                <a:xfrm flipH="1">
                  <a:off x="6773258" y="1285229"/>
                  <a:ext cx="256803" cy="3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1693" extrusionOk="0">
                      <a:moveTo>
                        <a:pt x="0" y="0"/>
                      </a:moveTo>
                      <a:lnTo>
                        <a:pt x="0" y="1692"/>
                      </a:lnTo>
                      <a:lnTo>
                        <a:pt x="11116" y="1692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rgbClr val="CCDB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6" name="Google Shape;1346;p55"/>
                <p:cNvSpPr/>
                <p:nvPr/>
              </p:nvSpPr>
              <p:spPr>
                <a:xfrm flipH="1">
                  <a:off x="6773258" y="1285229"/>
                  <a:ext cx="256803" cy="3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1693" extrusionOk="0">
                      <a:moveTo>
                        <a:pt x="0" y="0"/>
                      </a:moveTo>
                      <a:lnTo>
                        <a:pt x="0" y="1692"/>
                      </a:lnTo>
                      <a:lnTo>
                        <a:pt x="11116" y="1692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7" name="Google Shape;1347;p55"/>
                <p:cNvSpPr/>
                <p:nvPr/>
              </p:nvSpPr>
              <p:spPr>
                <a:xfrm flipH="1">
                  <a:off x="6773258" y="1462841"/>
                  <a:ext cx="256803" cy="9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472" extrusionOk="0">
                      <a:moveTo>
                        <a:pt x="0" y="0"/>
                      </a:moveTo>
                      <a:lnTo>
                        <a:pt x="0" y="472"/>
                      </a:lnTo>
                      <a:lnTo>
                        <a:pt x="11116" y="472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8" name="Google Shape;1348;p55"/>
                <p:cNvSpPr/>
                <p:nvPr/>
              </p:nvSpPr>
              <p:spPr>
                <a:xfrm flipH="1">
                  <a:off x="6773258" y="1441624"/>
                  <a:ext cx="256803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473" extrusionOk="0">
                      <a:moveTo>
                        <a:pt x="0" y="1"/>
                      </a:moveTo>
                      <a:lnTo>
                        <a:pt x="0" y="472"/>
                      </a:lnTo>
                      <a:lnTo>
                        <a:pt x="11116" y="472"/>
                      </a:lnTo>
                      <a:lnTo>
                        <a:pt x="111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14" name="TextBox 13"/>
          <p:cNvSpPr txBox="1"/>
          <p:nvPr/>
        </p:nvSpPr>
        <p:spPr>
          <a:xfrm>
            <a:off x="81174" y="1699925"/>
            <a:ext cx="6063124" cy="1609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7500" b="1" dirty="0"/>
              <a:t>Thank you</a:t>
            </a:r>
            <a:endParaRPr lang="en-IN" sz="7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ld Alzheimer's Day: Let's Talk about Dementia by Slidesgo">
  <a:themeElements>
    <a:clrScheme name="Simple Light">
      <a:dk1>
        <a:srgbClr val="474780"/>
      </a:dk1>
      <a:lt1>
        <a:srgbClr val="FFFFFF"/>
      </a:lt1>
      <a:dk2>
        <a:srgbClr val="DFD1BE"/>
      </a:dk2>
      <a:lt2>
        <a:srgbClr val="FFBF68"/>
      </a:lt2>
      <a:accent1>
        <a:srgbClr val="F7A763"/>
      </a:accent1>
      <a:accent2>
        <a:srgbClr val="DB6B50"/>
      </a:accent2>
      <a:accent3>
        <a:srgbClr val="7B75C7"/>
      </a:accent3>
      <a:accent4>
        <a:srgbClr val="BBC9DE"/>
      </a:accent4>
      <a:accent5>
        <a:srgbClr val="EEEEEE"/>
      </a:accent5>
      <a:accent6>
        <a:srgbClr val="20324F"/>
      </a:accent6>
      <a:hlink>
        <a:srgbClr val="47478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3681</Words>
  <Application>WPS Presentation</Application>
  <PresentationFormat>On-screen Show (16:9)</PresentationFormat>
  <Paragraphs>203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</vt:lpstr>
      <vt:lpstr>Inter Tight SemiBold</vt:lpstr>
      <vt:lpstr>Jost</vt:lpstr>
      <vt:lpstr>Nunito Light</vt:lpstr>
      <vt:lpstr>Inter Tight</vt:lpstr>
      <vt:lpstr>Jost Medium</vt:lpstr>
      <vt:lpstr>Anaheim</vt:lpstr>
      <vt:lpstr>Jost SemiBold</vt:lpstr>
      <vt:lpstr>Segoe Print</vt:lpstr>
      <vt:lpstr>Microsoft YaHei</vt:lpstr>
      <vt:lpstr>Arial Unicode MS</vt:lpstr>
      <vt:lpstr>World Alzheimer's Day: Let's Talk about Dementia by Slidesgo</vt:lpstr>
      <vt:lpstr>AlzDx : AI-Based Early Detection of Alzheimer's Disease Using Speech and Machine Learning</vt:lpstr>
      <vt:lpstr>Problem Statement</vt:lpstr>
      <vt:lpstr>Objectives</vt:lpstr>
      <vt:lpstr>Literature Survey</vt:lpstr>
      <vt:lpstr>PowerPoint 演示文稿</vt:lpstr>
      <vt:lpstr>02</vt:lpstr>
      <vt:lpstr>Innovation &amp; Novelty</vt:lpstr>
      <vt:lpstr>Feasibility</vt:lpstr>
      <vt:lpstr>Project Plan</vt:lpstr>
      <vt:lpstr>Proposed Methodology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Krishita Myneni</cp:lastModifiedBy>
  <cp:revision>11</cp:revision>
  <dcterms:created xsi:type="dcterms:W3CDTF">2026-08-18T03:59:10Z</dcterms:created>
  <dcterms:modified xsi:type="dcterms:W3CDTF">2026-08-18T04:16:22Z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C47FAAF213704302AEB5F1E5E66891A1_13</vt:lpwstr>
  </property>
</Properties>
</file>